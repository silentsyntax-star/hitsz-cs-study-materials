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004300" cy="5041900"/>
  <p:notesSz cx="9004300" cy="50419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9" userDrawn="1">
          <p15:clr>
            <a:srgbClr val="A4A3A4"/>
          </p15:clr>
        </p15:guide>
        <p15:guide id="2" pos="21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5" d="100"/>
          <a:sy n="105" d="100"/>
        </p:scale>
        <p:origin x="850" y="67"/>
      </p:cViewPr>
      <p:guideLst>
        <p:guide orient="horz" pos="2869"/>
        <p:guide pos="21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01863" cy="25297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00353" y="0"/>
            <a:ext cx="3901863" cy="25297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9580" y="630238"/>
            <a:ext cx="3025140" cy="170164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00430" y="2426414"/>
            <a:ext cx="7203440" cy="198524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788930"/>
            <a:ext cx="3901863" cy="2529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00353" y="4788930"/>
            <a:ext cx="3901863" cy="2529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82913" y="630238"/>
            <a:ext cx="3038475" cy="1701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5322" y="1562989"/>
            <a:ext cx="7653655" cy="10587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50645" y="2823464"/>
            <a:ext cx="6303010" cy="126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0215" y="1159637"/>
            <a:ext cx="3916870" cy="332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37214" y="1159637"/>
            <a:ext cx="3916870" cy="332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75956" y="1286663"/>
            <a:ext cx="1252387" cy="239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0215" y="1159637"/>
            <a:ext cx="8103870" cy="332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61462" y="4688967"/>
            <a:ext cx="2881376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0215" y="4688967"/>
            <a:ext cx="207098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83096" y="4688967"/>
            <a:ext cx="207098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0326" y="1807234"/>
            <a:ext cx="4762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M</a:t>
            </a:r>
            <a:r>
              <a:rPr sz="1400" spc="5" dirty="0">
                <a:latin typeface="Calibri" panose="020F0502020204030204"/>
                <a:cs typeface="Calibri" panose="020F0502020204030204"/>
              </a:rPr>
              <a:t>R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EQ</a:t>
            </a:r>
            <a:endParaRPr sz="1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2945" y="2029012"/>
            <a:ext cx="1198245" cy="911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25400" marR="26035">
              <a:lnSpc>
                <a:spcPct val="100000"/>
              </a:lnSpc>
              <a:spcBef>
                <a:spcPts val="455"/>
              </a:spcBef>
              <a:tabLst>
                <a:tab pos="733425" algn="l"/>
                <a:tab pos="798830" algn="l"/>
              </a:tabLst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m_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rop</a:t>
            </a:r>
            <a:r>
              <a:rPr sz="1000" dirty="0">
                <a:latin typeface="Calibri" panose="020F0502020204030204"/>
                <a:cs typeface="Calibri" panose="020F0502020204030204"/>
              </a:rPr>
              <a:t>		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en 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m_w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r>
              <a:rPr sz="1000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addr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Calibri" panose="020F0502020204030204"/>
              <a:cs typeface="Calibri" panose="020F0502020204030204"/>
            </a:endParaRPr>
          </a:p>
          <a:p>
            <a:pPr marL="25400" marR="26670">
              <a:lnSpc>
                <a:spcPct val="100000"/>
              </a:lnSpc>
              <a:tabLst>
                <a:tab pos="753110" algn="l"/>
              </a:tabLst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m_w</a:t>
            </a:r>
            <a:r>
              <a:rPr sz="1000" dirty="0">
                <a:latin typeface="Calibri" panose="020F0502020204030204"/>
                <a:cs typeface="Calibri" panose="020F0502020204030204"/>
              </a:rPr>
              <a:t>d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ata</a:t>
            </a:r>
            <a:r>
              <a:rPr sz="1000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_wen 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ram_addr  </a:t>
            </a:r>
            <a:r>
              <a:rPr sz="1000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da_wdata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11382" y="3455425"/>
            <a:ext cx="360045" cy="720090"/>
          </a:xfrm>
          <a:custGeom>
            <a:avLst/>
            <a:gdLst/>
            <a:ahLst/>
            <a:cxnLst/>
            <a:rect l="l" t="t" r="r" b="b"/>
            <a:pathLst>
              <a:path w="360045" h="720089">
                <a:moveTo>
                  <a:pt x="0" y="0"/>
                </a:moveTo>
                <a:lnTo>
                  <a:pt x="360032" y="156375"/>
                </a:lnTo>
                <a:lnTo>
                  <a:pt x="360032" y="563689"/>
                </a:lnTo>
                <a:lnTo>
                  <a:pt x="0" y="720064"/>
                </a:lnTo>
                <a:lnTo>
                  <a:pt x="0" y="420598"/>
                </a:lnTo>
                <a:lnTo>
                  <a:pt x="104432" y="360032"/>
                </a:lnTo>
                <a:lnTo>
                  <a:pt x="0" y="299453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95495" y="3217090"/>
            <a:ext cx="3155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A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L</a:t>
            </a:r>
            <a:r>
              <a:rPr sz="1400" dirty="0">
                <a:latin typeface="Calibri" panose="020F0502020204030204"/>
                <a:cs typeface="Calibri" panose="020F0502020204030204"/>
              </a:rPr>
              <a:t>U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5882" y="3515681"/>
            <a:ext cx="323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spc="-7" baseline="-8000" dirty="0">
                <a:latin typeface="Calibri" panose="020F0502020204030204"/>
                <a:cs typeface="Calibri" panose="020F0502020204030204"/>
              </a:rPr>
              <a:t>A</a:t>
            </a:r>
            <a:r>
              <a:rPr sz="1500" spc="52" baseline="-800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1282" y="3810274"/>
            <a:ext cx="341630" cy="280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985">
              <a:lnSpc>
                <a:spcPts val="1005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C</a:t>
            </a:r>
            <a:endParaRPr sz="1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005"/>
              </a:lnSpc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B</a:t>
            </a:r>
            <a:r>
              <a:rPr sz="10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7" baseline="3000" dirty="0">
                <a:latin typeface="Calibri" panose="020F0502020204030204"/>
                <a:cs typeface="Calibri" panose="020F0502020204030204"/>
              </a:rPr>
              <a:t>br</a:t>
            </a:r>
            <a:endParaRPr sz="1500" baseline="3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23947" y="3361585"/>
            <a:ext cx="504190" cy="834390"/>
          </a:xfrm>
          <a:custGeom>
            <a:avLst/>
            <a:gdLst/>
            <a:ahLst/>
            <a:cxnLst/>
            <a:rect l="l" t="t" r="r" b="b"/>
            <a:pathLst>
              <a:path w="504189" h="834389">
                <a:moveTo>
                  <a:pt x="0" y="0"/>
                </a:moveTo>
                <a:lnTo>
                  <a:pt x="504037" y="0"/>
                </a:lnTo>
                <a:lnTo>
                  <a:pt x="504037" y="834390"/>
                </a:lnTo>
                <a:lnTo>
                  <a:pt x="0" y="83439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29145" y="3368844"/>
            <a:ext cx="2025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R1 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R2  wR  we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9145" y="3978535"/>
            <a:ext cx="193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wD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5649" y="3536699"/>
            <a:ext cx="2114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D1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5649" y="3841544"/>
            <a:ext cx="2114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D2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18961" y="4088117"/>
            <a:ext cx="125730" cy="107950"/>
          </a:xfrm>
          <a:custGeom>
            <a:avLst/>
            <a:gdLst/>
            <a:ahLst/>
            <a:cxnLst/>
            <a:rect l="l" t="t" r="r" b="b"/>
            <a:pathLst>
              <a:path w="125729" h="107950">
                <a:moveTo>
                  <a:pt x="0" y="107861"/>
                </a:moveTo>
                <a:lnTo>
                  <a:pt x="62560" y="0"/>
                </a:lnTo>
                <a:lnTo>
                  <a:pt x="125120" y="107861"/>
                </a:lnTo>
                <a:lnTo>
                  <a:pt x="0" y="10786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73506" y="3128625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Calibri" panose="020F0502020204030204"/>
                <a:cs typeface="Calibri" panose="020F0502020204030204"/>
              </a:rPr>
              <a:t>RF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60437" y="4226290"/>
            <a:ext cx="432434" cy="448309"/>
          </a:xfrm>
          <a:custGeom>
            <a:avLst/>
            <a:gdLst/>
            <a:ahLst/>
            <a:cxnLst/>
            <a:rect l="l" t="t" r="r" b="b"/>
            <a:pathLst>
              <a:path w="432435" h="448310">
                <a:moveTo>
                  <a:pt x="0" y="0"/>
                </a:moveTo>
                <a:lnTo>
                  <a:pt x="432041" y="0"/>
                </a:lnTo>
                <a:lnTo>
                  <a:pt x="432041" y="448246"/>
                </a:lnTo>
                <a:lnTo>
                  <a:pt x="0" y="44824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88231" y="4007758"/>
            <a:ext cx="3746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S</a:t>
            </a:r>
            <a:r>
              <a:rPr sz="140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400" dirty="0">
                <a:latin typeface="Calibri" panose="020F0502020204030204"/>
                <a:cs typeface="Calibri" panose="020F0502020204030204"/>
              </a:rPr>
              <a:t>XT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76016" y="4151951"/>
            <a:ext cx="405130" cy="4730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din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r>
              <a:rPr sz="10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0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ext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00810" y="3068320"/>
            <a:ext cx="537210" cy="1007745"/>
          </a:xfrm>
          <a:custGeom>
            <a:avLst/>
            <a:gdLst/>
            <a:ahLst/>
            <a:cxnLst/>
            <a:rect l="l" t="t" r="r" b="b"/>
            <a:pathLst>
              <a:path w="537210" h="675639">
                <a:moveTo>
                  <a:pt x="0" y="0"/>
                </a:moveTo>
                <a:lnTo>
                  <a:pt x="536587" y="0"/>
                </a:lnTo>
                <a:lnTo>
                  <a:pt x="536587" y="675436"/>
                </a:lnTo>
                <a:lnTo>
                  <a:pt x="0" y="675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16356" y="2834627"/>
            <a:ext cx="327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Calibri" panose="020F0502020204030204"/>
                <a:cs typeface="Calibri" panose="020F0502020204030204"/>
              </a:rPr>
              <a:t>N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PC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13150" y="3163176"/>
            <a:ext cx="213995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indent="-3810">
              <a:lnSpc>
                <a:spcPct val="127000"/>
              </a:lnSpc>
              <a:spcBef>
                <a:spcPts val="10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npc  p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c4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97246" y="3085013"/>
            <a:ext cx="32194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PC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22225" marR="157480">
              <a:lnSpc>
                <a:spcPct val="100000"/>
              </a:lnSpc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  br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185"/>
              </a:lnSpc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ff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et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16150" y="3001530"/>
            <a:ext cx="521099" cy="598472"/>
          </a:xfrm>
          <a:custGeom>
            <a:avLst/>
            <a:gdLst/>
            <a:ahLst/>
            <a:cxnLst/>
            <a:rect l="l" t="t" r="r" b="b"/>
            <a:pathLst>
              <a:path w="432435" h="576579">
                <a:moveTo>
                  <a:pt x="0" y="0"/>
                </a:moveTo>
                <a:lnTo>
                  <a:pt x="432041" y="0"/>
                </a:lnTo>
                <a:lnTo>
                  <a:pt x="432041" y="576046"/>
                </a:lnTo>
                <a:lnTo>
                  <a:pt x="0" y="57604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09656" y="3491613"/>
            <a:ext cx="125730" cy="107950"/>
          </a:xfrm>
          <a:custGeom>
            <a:avLst/>
            <a:gdLst/>
            <a:ahLst/>
            <a:cxnLst/>
            <a:rect l="l" t="t" r="r" b="b"/>
            <a:pathLst>
              <a:path w="125730" h="107950">
                <a:moveTo>
                  <a:pt x="0" y="107861"/>
                </a:moveTo>
                <a:lnTo>
                  <a:pt x="62560" y="0"/>
                </a:lnTo>
                <a:lnTo>
                  <a:pt x="125120" y="107861"/>
                </a:lnTo>
                <a:lnTo>
                  <a:pt x="0" y="10786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364942" y="2789890"/>
            <a:ext cx="2114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 panose="020F0502020204030204"/>
                <a:cs typeface="Calibri" panose="020F0502020204030204"/>
              </a:rPr>
              <a:t>PC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59183" y="2967132"/>
            <a:ext cx="484496" cy="547586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rst</a:t>
            </a:r>
            <a:r>
              <a:rPr lang="en-US" sz="1000" spc="-10" dirty="0">
                <a:latin typeface="Calibri" panose="020F0502020204030204"/>
                <a:cs typeface="Calibri" panose="020F0502020204030204"/>
              </a:rPr>
              <a:t>  </a:t>
            </a:r>
            <a:endParaRPr sz="1000" dirty="0">
              <a:latin typeface="Calibri" panose="020F0502020204030204"/>
              <a:cs typeface="Calibri" panose="020F0502020204030204"/>
            </a:endParaRPr>
          </a:p>
          <a:p>
            <a:pPr marL="16510">
              <a:lnSpc>
                <a:spcPct val="100000"/>
              </a:lnSpc>
              <a:spcBef>
                <a:spcPts val="175"/>
              </a:spcBef>
            </a:pPr>
            <a:r>
              <a:rPr lang="en-US" sz="1000" spc="140" dirty="0">
                <a:latin typeface="Calibri" panose="020F0502020204030204"/>
                <a:cs typeface="Calibri" panose="020F0502020204030204"/>
              </a:rPr>
              <a:t>npc pc</a:t>
            </a:r>
          </a:p>
          <a:p>
            <a:pPr marL="16510">
              <a:lnSpc>
                <a:spcPct val="100000"/>
              </a:lnSpc>
              <a:spcBef>
                <a:spcPts val="175"/>
              </a:spcBef>
            </a:pPr>
            <a:r>
              <a:rPr lang="en-US" sz="1000" spc="140" dirty="0">
                <a:latin typeface="Calibri" panose="020F0502020204030204"/>
                <a:cs typeface="Calibri" panose="020F0502020204030204"/>
              </a:rPr>
              <a:t>fetch</a:t>
            </a:r>
            <a:endParaRPr sz="1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703342" y="1192892"/>
            <a:ext cx="1252387" cy="239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</a:t>
            </a:r>
            <a:r>
              <a:rPr dirty="0"/>
              <a:t>o</a:t>
            </a:r>
            <a:r>
              <a:rPr spc="-20" dirty="0"/>
              <a:t>n</a:t>
            </a:r>
            <a:r>
              <a:rPr spc="-5" dirty="0"/>
              <a:t>t</a:t>
            </a:r>
            <a:r>
              <a:rPr spc="-25" dirty="0"/>
              <a:t>r</a:t>
            </a:r>
            <a:r>
              <a:rPr dirty="0"/>
              <a:t>oll</a:t>
            </a:r>
            <a:r>
              <a:rPr spc="-5" dirty="0"/>
              <a:t>er</a:t>
            </a:r>
          </a:p>
        </p:txBody>
      </p:sp>
      <p:sp>
        <p:nvSpPr>
          <p:cNvPr id="29" name="object 29"/>
          <p:cNvSpPr/>
          <p:nvPr/>
        </p:nvSpPr>
        <p:spPr>
          <a:xfrm>
            <a:off x="4105342" y="1426845"/>
            <a:ext cx="956944" cy="1580493"/>
          </a:xfrm>
          <a:custGeom>
            <a:avLst/>
            <a:gdLst/>
            <a:ahLst/>
            <a:cxnLst/>
            <a:rect l="l" t="t" r="r" b="b"/>
            <a:pathLst>
              <a:path w="956945" h="1187450">
                <a:moveTo>
                  <a:pt x="0" y="0"/>
                </a:moveTo>
                <a:lnTo>
                  <a:pt x="956919" y="0"/>
                </a:lnTo>
                <a:lnTo>
                  <a:pt x="956919" y="1186853"/>
                </a:lnTo>
                <a:lnTo>
                  <a:pt x="0" y="118685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106545" y="1746250"/>
            <a:ext cx="1054735" cy="642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2765" marR="5080" indent="-2159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xt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  np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c_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endParaRPr sz="1000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6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opcode </a:t>
            </a:r>
            <a:r>
              <a:rPr lang="en-US" sz="1000" spc="-5" dirty="0">
                <a:latin typeface="Calibri" panose="020F0502020204030204"/>
                <a:cs typeface="Calibri" panose="020F0502020204030204"/>
              </a:rPr>
              <a:t>   </a:t>
            </a:r>
            <a:r>
              <a:rPr sz="1500" spc="-7" baseline="3000" dirty="0">
                <a:latin typeface="Calibri" panose="020F0502020204030204"/>
                <a:cs typeface="Calibri" panose="020F0502020204030204"/>
              </a:rPr>
              <a:t>ram_rop</a:t>
            </a:r>
          </a:p>
          <a:p>
            <a:pPr marL="12700" marR="5080">
              <a:lnSpc>
                <a:spcPct val="100000"/>
              </a:lnSpc>
              <a:spcBef>
                <a:spcPts val="6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funct3</a:t>
            </a:r>
            <a:r>
              <a:rPr lang="en-US" sz="1000" spc="-5" dirty="0">
                <a:latin typeface="Calibri" panose="020F0502020204030204"/>
                <a:cs typeface="Calibri" panose="020F0502020204030204"/>
              </a:rPr>
              <a:t>   ram_wop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117034" y="2381130"/>
            <a:ext cx="3581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un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t7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38664" y="2729110"/>
            <a:ext cx="400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f_w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el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95047" y="2373794"/>
            <a:ext cx="4521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  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ub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el</a:t>
            </a:r>
            <a:r>
              <a:rPr sz="1000" spc="-5" dirty="0">
                <a:latin typeface="Calibri" panose="020F0502020204030204"/>
                <a:cs typeface="Calibri" panose="020F0502020204030204"/>
                <a:sym typeface="+mn-ea"/>
              </a:rPr>
              <a:t>a</a:t>
            </a:r>
            <a:r>
              <a:rPr sz="1000" spc="-10" dirty="0">
                <a:latin typeface="Calibri" panose="020F0502020204030204"/>
                <a:cs typeface="Calibri" panose="020F0502020204030204"/>
                <a:sym typeface="+mn-ea"/>
              </a:rPr>
              <a:t>l</a:t>
            </a:r>
            <a:r>
              <a:rPr sz="1000" spc="-5" dirty="0">
                <a:latin typeface="Calibri" panose="020F0502020204030204"/>
                <a:cs typeface="Calibri" panose="020F0502020204030204"/>
                <a:sym typeface="+mn-ea"/>
              </a:rPr>
              <a:t>u</a:t>
            </a:r>
            <a:r>
              <a:rPr lang="en-US" sz="1000" spc="-5" dirty="0">
                <a:latin typeface="Calibri" panose="020F0502020204030204"/>
                <a:cs typeface="Calibri" panose="020F0502020204030204"/>
                <a:sym typeface="+mn-ea"/>
              </a:rPr>
              <a:t>a</a:t>
            </a:r>
            <a:r>
              <a:rPr sz="1000" spc="-10" dirty="0">
                <a:latin typeface="Calibri" panose="020F0502020204030204"/>
                <a:cs typeface="Calibri" panose="020F0502020204030204"/>
                <a:sym typeface="+mn-ea"/>
              </a:rPr>
              <a:t>_</a:t>
            </a:r>
            <a:r>
              <a:rPr sz="1000" spc="-15" dirty="0">
                <a:latin typeface="Calibri" panose="020F0502020204030204"/>
                <a:cs typeface="Calibri" panose="020F0502020204030204"/>
                <a:sym typeface="+mn-ea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lang="en-US" sz="1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rf_we</a:t>
            </a:r>
            <a:endParaRPr sz="1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92478" y="4552147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>
                <a:moveTo>
                  <a:pt x="0" y="0"/>
                </a:moveTo>
                <a:lnTo>
                  <a:pt x="21559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882667" y="45267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399"/>
                </a:lnTo>
                <a:lnTo>
                  <a:pt x="1997" y="35289"/>
                </a:lnTo>
                <a:lnTo>
                  <a:pt x="7442" y="43362"/>
                </a:lnTo>
                <a:lnTo>
                  <a:pt x="15516" y="48804"/>
                </a:lnTo>
                <a:lnTo>
                  <a:pt x="25400" y="50799"/>
                </a:lnTo>
                <a:lnTo>
                  <a:pt x="35289" y="48802"/>
                </a:lnTo>
                <a:lnTo>
                  <a:pt x="43362" y="43357"/>
                </a:lnTo>
                <a:lnTo>
                  <a:pt x="48804" y="35283"/>
                </a:lnTo>
                <a:lnTo>
                  <a:pt x="50800" y="25399"/>
                </a:lnTo>
                <a:lnTo>
                  <a:pt x="48802" y="15510"/>
                </a:lnTo>
                <a:lnTo>
                  <a:pt x="43357" y="7437"/>
                </a:lnTo>
                <a:lnTo>
                  <a:pt x="35283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47445" y="3368298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5">
                <a:moveTo>
                  <a:pt x="0" y="0"/>
                </a:moveTo>
                <a:lnTo>
                  <a:pt x="18601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20762" y="332293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49133" y="3512123"/>
            <a:ext cx="0" cy="1370330"/>
          </a:xfrm>
          <a:custGeom>
            <a:avLst/>
            <a:gdLst/>
            <a:ahLst/>
            <a:cxnLst/>
            <a:rect l="l" t="t" r="r" b="b"/>
            <a:pathLst>
              <a:path h="1370329">
                <a:moveTo>
                  <a:pt x="0" y="1370304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3921" y="4797936"/>
            <a:ext cx="3204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644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908067" y="4088367"/>
            <a:ext cx="0" cy="700405"/>
          </a:xfrm>
          <a:custGeom>
            <a:avLst/>
            <a:gdLst/>
            <a:ahLst/>
            <a:cxnLst/>
            <a:rect l="l" t="t" r="r" b="b"/>
            <a:pathLst>
              <a:path h="700404">
                <a:moveTo>
                  <a:pt x="0" y="70015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20617" y="4090670"/>
            <a:ext cx="0" cy="792480"/>
          </a:xfrm>
          <a:custGeom>
            <a:avLst/>
            <a:gdLst/>
            <a:ahLst/>
            <a:cxnLst/>
            <a:rect l="l" t="t" r="r" b="b"/>
            <a:pathLst>
              <a:path h="792479">
                <a:moveTo>
                  <a:pt x="0" y="792441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144453" y="4882002"/>
            <a:ext cx="4674870" cy="0"/>
          </a:xfrm>
          <a:custGeom>
            <a:avLst/>
            <a:gdLst/>
            <a:ahLst/>
            <a:cxnLst/>
            <a:rect l="l" t="t" r="r" b="b"/>
            <a:pathLst>
              <a:path w="4674870">
                <a:moveTo>
                  <a:pt x="0" y="0"/>
                </a:moveTo>
                <a:lnTo>
                  <a:pt x="467433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47444" y="3514762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355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318302" y="347665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3921" y="3658109"/>
            <a:ext cx="0" cy="1137920"/>
          </a:xfrm>
          <a:custGeom>
            <a:avLst/>
            <a:gdLst/>
            <a:ahLst/>
            <a:cxnLst/>
            <a:rect l="l" t="t" r="r" b="b"/>
            <a:pathLst>
              <a:path h="1137920">
                <a:moveTo>
                  <a:pt x="0" y="113765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73109" y="2676277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5">
                <a:moveTo>
                  <a:pt x="363664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09603" y="26381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211373" y="265087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398559" y="2179813"/>
            <a:ext cx="0" cy="1612900"/>
          </a:xfrm>
          <a:custGeom>
            <a:avLst/>
            <a:gdLst/>
            <a:ahLst/>
            <a:cxnLst/>
            <a:rect l="l" t="t" r="r" b="b"/>
            <a:pathLst>
              <a:path h="1612900">
                <a:moveTo>
                  <a:pt x="0" y="1612722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398559" y="2179810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5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019820" y="214170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398559" y="2323032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5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19820" y="228492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373159" y="229763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398559" y="2473479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5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019820" y="243537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373159" y="2448079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402777" y="3459297"/>
            <a:ext cx="1157605" cy="0"/>
          </a:xfrm>
          <a:custGeom>
            <a:avLst/>
            <a:gdLst/>
            <a:ahLst/>
            <a:cxnLst/>
            <a:rect l="l" t="t" r="r" b="b"/>
            <a:pathLst>
              <a:path w="1157604">
                <a:moveTo>
                  <a:pt x="0" y="0"/>
                </a:moveTo>
                <a:lnTo>
                  <a:pt x="115752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547611" y="34211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377377" y="343389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402777" y="3619924"/>
            <a:ext cx="1151255" cy="0"/>
          </a:xfrm>
          <a:custGeom>
            <a:avLst/>
            <a:gdLst/>
            <a:ahLst/>
            <a:cxnLst/>
            <a:rect l="l" t="t" r="r" b="b"/>
            <a:pathLst>
              <a:path w="1151254">
                <a:moveTo>
                  <a:pt x="0" y="0"/>
                </a:moveTo>
                <a:lnTo>
                  <a:pt x="11512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541306" y="358182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377377" y="359452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398559" y="3786096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>
                <a:moveTo>
                  <a:pt x="0" y="0"/>
                </a:moveTo>
                <a:lnTo>
                  <a:pt x="11554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541304" y="37479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3519142" y="3271928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19:15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519142" y="3436520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24:20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557242" y="3601111"/>
            <a:ext cx="29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11:7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597933" y="1969365"/>
            <a:ext cx="222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6:0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520209" y="2133957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14:12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20209" y="2298549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31:25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242744" y="3930951"/>
            <a:ext cx="99695" cy="417195"/>
          </a:xfrm>
          <a:custGeom>
            <a:avLst/>
            <a:gdLst/>
            <a:ahLst/>
            <a:cxnLst/>
            <a:rect l="l" t="t" r="r" b="b"/>
            <a:pathLst>
              <a:path w="99695" h="417195">
                <a:moveTo>
                  <a:pt x="0" y="0"/>
                </a:moveTo>
                <a:lnTo>
                  <a:pt x="99237" y="0"/>
                </a:lnTo>
                <a:lnTo>
                  <a:pt x="99237" y="416610"/>
                </a:lnTo>
                <a:lnTo>
                  <a:pt x="0" y="41661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340793" y="4088112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322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541317" y="40500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919635" y="4559075"/>
            <a:ext cx="276225" cy="0"/>
          </a:xfrm>
          <a:custGeom>
            <a:avLst/>
            <a:gdLst/>
            <a:ahLst/>
            <a:cxnLst/>
            <a:rect l="l" t="t" r="r" b="b"/>
            <a:pathLst>
              <a:path w="276225">
                <a:moveTo>
                  <a:pt x="0" y="0"/>
                </a:moveTo>
                <a:lnTo>
                  <a:pt x="27599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182934" y="452097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006020" y="3787750"/>
            <a:ext cx="0" cy="559435"/>
          </a:xfrm>
          <a:custGeom>
            <a:avLst/>
            <a:gdLst/>
            <a:ahLst/>
            <a:cxnLst/>
            <a:rect l="l" t="t" r="r" b="b"/>
            <a:pathLst>
              <a:path h="559435">
                <a:moveTo>
                  <a:pt x="0" y="55933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006020" y="3787755"/>
            <a:ext cx="394970" cy="0"/>
          </a:xfrm>
          <a:custGeom>
            <a:avLst/>
            <a:gdLst/>
            <a:ahLst/>
            <a:cxnLst/>
            <a:rect l="l" t="t" r="r" b="b"/>
            <a:pathLst>
              <a:path w="394970">
                <a:moveTo>
                  <a:pt x="0" y="0"/>
                </a:moveTo>
                <a:lnTo>
                  <a:pt x="39438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375005" y="376235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399"/>
                </a:lnTo>
                <a:lnTo>
                  <a:pt x="1997" y="35289"/>
                </a:lnTo>
                <a:lnTo>
                  <a:pt x="7442" y="43362"/>
                </a:lnTo>
                <a:lnTo>
                  <a:pt x="15516" y="48804"/>
                </a:lnTo>
                <a:lnTo>
                  <a:pt x="25400" y="50799"/>
                </a:lnTo>
                <a:lnTo>
                  <a:pt x="35289" y="48802"/>
                </a:lnTo>
                <a:lnTo>
                  <a:pt x="43362" y="43357"/>
                </a:lnTo>
                <a:lnTo>
                  <a:pt x="48804" y="35283"/>
                </a:lnTo>
                <a:lnTo>
                  <a:pt x="50800" y="25399"/>
                </a:lnTo>
                <a:lnTo>
                  <a:pt x="48802" y="15510"/>
                </a:lnTo>
                <a:lnTo>
                  <a:pt x="43357" y="7437"/>
                </a:lnTo>
                <a:lnTo>
                  <a:pt x="35283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3025514" y="3603300"/>
            <a:ext cx="29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31:7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013993" y="4195016"/>
            <a:ext cx="167005" cy="0"/>
          </a:xfrm>
          <a:custGeom>
            <a:avLst/>
            <a:gdLst/>
            <a:ahLst/>
            <a:cxnLst/>
            <a:rect l="l" t="t" r="r" b="b"/>
            <a:pathLst>
              <a:path w="167004">
                <a:moveTo>
                  <a:pt x="0" y="0"/>
                </a:moveTo>
                <a:lnTo>
                  <a:pt x="16671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168003" y="41569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061991" y="3975796"/>
            <a:ext cx="2115185" cy="0"/>
          </a:xfrm>
          <a:custGeom>
            <a:avLst/>
            <a:gdLst/>
            <a:ahLst/>
            <a:cxnLst/>
            <a:rect l="l" t="t" r="r" b="b"/>
            <a:pathLst>
              <a:path w="2115185">
                <a:moveTo>
                  <a:pt x="0" y="0"/>
                </a:moveTo>
                <a:lnTo>
                  <a:pt x="211479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164079" y="393769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908067" y="4088112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>
                <a:moveTo>
                  <a:pt x="0" y="0"/>
                </a:moveTo>
                <a:lnTo>
                  <a:pt x="27263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168003" y="40500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939573" y="3487657"/>
            <a:ext cx="124460" cy="0"/>
          </a:xfrm>
          <a:custGeom>
            <a:avLst/>
            <a:gdLst/>
            <a:ahLst/>
            <a:cxnLst/>
            <a:rect l="l" t="t" r="r" b="b"/>
            <a:pathLst>
              <a:path w="124460">
                <a:moveTo>
                  <a:pt x="0" y="0"/>
                </a:moveTo>
                <a:lnTo>
                  <a:pt x="12419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063765" y="3489438"/>
            <a:ext cx="0" cy="486409"/>
          </a:xfrm>
          <a:custGeom>
            <a:avLst/>
            <a:gdLst/>
            <a:ahLst/>
            <a:cxnLst/>
            <a:rect l="l" t="t" r="r" b="b"/>
            <a:pathLst>
              <a:path h="486410">
                <a:moveTo>
                  <a:pt x="0" y="48635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972300" y="3910028"/>
            <a:ext cx="755650" cy="0"/>
          </a:xfrm>
          <a:custGeom>
            <a:avLst/>
            <a:gdLst/>
            <a:ahLst/>
            <a:cxnLst/>
            <a:rect l="l" t="t" r="r" b="b"/>
            <a:pathLst>
              <a:path w="755650">
                <a:moveTo>
                  <a:pt x="0" y="0"/>
                </a:moveTo>
                <a:lnTo>
                  <a:pt x="75524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714842" y="3871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069404" y="3913795"/>
            <a:ext cx="0" cy="519430"/>
          </a:xfrm>
          <a:custGeom>
            <a:avLst/>
            <a:gdLst/>
            <a:ahLst/>
            <a:cxnLst/>
            <a:rect l="l" t="t" r="r" b="b"/>
            <a:pathLst>
              <a:path h="519429">
                <a:moveTo>
                  <a:pt x="0" y="51909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103445" y="4435995"/>
            <a:ext cx="1965960" cy="0"/>
          </a:xfrm>
          <a:custGeom>
            <a:avLst/>
            <a:gdLst/>
            <a:ahLst/>
            <a:cxnLst/>
            <a:rect l="l" t="t" r="r" b="b"/>
            <a:pathLst>
              <a:path w="1965960">
                <a:moveTo>
                  <a:pt x="0" y="0"/>
                </a:moveTo>
                <a:lnTo>
                  <a:pt x="19656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104921" y="4294526"/>
            <a:ext cx="0" cy="140335"/>
          </a:xfrm>
          <a:custGeom>
            <a:avLst/>
            <a:gdLst/>
            <a:ahLst/>
            <a:cxnLst/>
            <a:rect l="l" t="t" r="r" b="b"/>
            <a:pathLst>
              <a:path h="140335">
                <a:moveTo>
                  <a:pt x="0" y="13987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 flipV="1">
            <a:off x="5058410" y="3187700"/>
            <a:ext cx="158750" cy="93980"/>
          </a:xfrm>
          <a:custGeom>
            <a:avLst/>
            <a:gdLst/>
            <a:ahLst/>
            <a:cxnLst/>
            <a:rect l="l" t="t" r="r" b="b"/>
            <a:pathLst>
              <a:path w="418464">
                <a:moveTo>
                  <a:pt x="0" y="0"/>
                </a:moveTo>
                <a:lnTo>
                  <a:pt x="41817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209615" y="324336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134613" y="3943829"/>
            <a:ext cx="181610" cy="0"/>
          </a:xfrm>
          <a:custGeom>
            <a:avLst/>
            <a:gdLst/>
            <a:ahLst/>
            <a:cxnLst/>
            <a:rect l="l" t="t" r="r" b="b"/>
            <a:pathLst>
              <a:path w="181610">
                <a:moveTo>
                  <a:pt x="0" y="0"/>
                </a:moveTo>
                <a:lnTo>
                  <a:pt x="18127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303197" y="39057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908068" y="4555476"/>
            <a:ext cx="1327150" cy="0"/>
          </a:xfrm>
          <a:custGeom>
            <a:avLst/>
            <a:gdLst/>
            <a:ahLst/>
            <a:cxnLst/>
            <a:rect l="l" t="t" r="r" b="b"/>
            <a:pathLst>
              <a:path w="1327150">
                <a:moveTo>
                  <a:pt x="0" y="0"/>
                </a:moveTo>
                <a:lnTo>
                  <a:pt x="132701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384245" y="3870359"/>
            <a:ext cx="93345" cy="314960"/>
          </a:xfrm>
          <a:custGeom>
            <a:avLst/>
            <a:gdLst/>
            <a:ahLst/>
            <a:cxnLst/>
            <a:rect l="l" t="t" r="r" b="b"/>
            <a:pathLst>
              <a:path w="93345" h="314960">
                <a:moveTo>
                  <a:pt x="0" y="0"/>
                </a:moveTo>
                <a:lnTo>
                  <a:pt x="92760" y="0"/>
                </a:lnTo>
                <a:lnTo>
                  <a:pt x="92760" y="314845"/>
                </a:lnTo>
                <a:lnTo>
                  <a:pt x="0" y="31484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476997" y="4027776"/>
            <a:ext cx="69215" cy="0"/>
          </a:xfrm>
          <a:custGeom>
            <a:avLst/>
            <a:gdLst/>
            <a:ahLst/>
            <a:cxnLst/>
            <a:rect l="l" t="t" r="r" b="b"/>
            <a:pathLst>
              <a:path w="69214">
                <a:moveTo>
                  <a:pt x="0" y="0"/>
                </a:moveTo>
                <a:lnTo>
                  <a:pt x="691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533465" y="398967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232558" y="4114655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7998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299846" y="407655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069142" y="2799095"/>
            <a:ext cx="0" cy="1111885"/>
          </a:xfrm>
          <a:custGeom>
            <a:avLst/>
            <a:gdLst/>
            <a:ahLst/>
            <a:cxnLst/>
            <a:rect l="l" t="t" r="r" b="b"/>
            <a:pathLst>
              <a:path h="1111885">
                <a:moveTo>
                  <a:pt x="0" y="1111364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043742" y="388506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516903" y="2325741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788951" y="228763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149133" y="1073150"/>
            <a:ext cx="0" cy="2304000"/>
          </a:xfrm>
          <a:custGeom>
            <a:avLst/>
            <a:gdLst/>
            <a:ahLst/>
            <a:cxnLst/>
            <a:rect l="l" t="t" r="r" b="b"/>
            <a:pathLst>
              <a:path h="1917064">
                <a:moveTo>
                  <a:pt x="0" y="1916531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144454" y="1073150"/>
            <a:ext cx="4097020" cy="0"/>
          </a:xfrm>
          <a:custGeom>
            <a:avLst/>
            <a:gdLst/>
            <a:ahLst/>
            <a:cxnLst/>
            <a:rect l="l" t="t" r="r" b="b"/>
            <a:pathLst>
              <a:path w="4097020">
                <a:moveTo>
                  <a:pt x="0" y="0"/>
                </a:moveTo>
                <a:lnTo>
                  <a:pt x="40969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068573" y="1872469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4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241544" y="1080407"/>
            <a:ext cx="0" cy="936000"/>
          </a:xfrm>
          <a:custGeom>
            <a:avLst/>
            <a:gdLst/>
            <a:ahLst/>
            <a:cxnLst/>
            <a:rect l="l" t="t" r="r" b="b"/>
            <a:pathLst>
              <a:path h="576580">
                <a:moveTo>
                  <a:pt x="0" y="576046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068573" y="2022921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0" y="0"/>
                </a:moveTo>
                <a:lnTo>
                  <a:pt x="16896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765296" y="3007178"/>
            <a:ext cx="0" cy="7200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16885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439838" y="3094079"/>
            <a:ext cx="325755" cy="0"/>
          </a:xfrm>
          <a:custGeom>
            <a:avLst/>
            <a:gdLst/>
            <a:ahLst/>
            <a:cxnLst/>
            <a:rect l="l" t="t" r="r" b="b"/>
            <a:pathLst>
              <a:path w="325754">
                <a:moveTo>
                  <a:pt x="0" y="0"/>
                </a:moveTo>
                <a:lnTo>
                  <a:pt x="32567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444644" y="3096039"/>
            <a:ext cx="0" cy="848360"/>
          </a:xfrm>
          <a:custGeom>
            <a:avLst/>
            <a:gdLst/>
            <a:ahLst/>
            <a:cxnLst/>
            <a:rect l="l" t="t" r="r" b="b"/>
            <a:pathLst>
              <a:path h="848360">
                <a:moveTo>
                  <a:pt x="0" y="847788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443175" y="3943827"/>
            <a:ext cx="111125" cy="0"/>
          </a:xfrm>
          <a:custGeom>
            <a:avLst/>
            <a:gdLst/>
            <a:ahLst/>
            <a:cxnLst/>
            <a:rect l="l" t="t" r="r" b="b"/>
            <a:pathLst>
              <a:path w="111125">
                <a:moveTo>
                  <a:pt x="0" y="0"/>
                </a:moveTo>
                <a:lnTo>
                  <a:pt x="11084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541318" y="39057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290878" y="3021692"/>
            <a:ext cx="0" cy="828000"/>
          </a:xfrm>
          <a:custGeom>
            <a:avLst/>
            <a:gdLst/>
            <a:ahLst/>
            <a:cxnLst/>
            <a:rect l="l" t="t" r="r" b="b"/>
            <a:pathLst>
              <a:path h="935989">
                <a:moveTo>
                  <a:pt x="0" y="0"/>
                </a:moveTo>
                <a:lnTo>
                  <a:pt x="0" y="935456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252782" y="384463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428959" y="2644407"/>
            <a:ext cx="0" cy="1156335"/>
          </a:xfrm>
          <a:custGeom>
            <a:avLst/>
            <a:gdLst/>
            <a:ahLst/>
            <a:cxnLst/>
            <a:rect l="l" t="t" r="r" b="b"/>
            <a:pathLst>
              <a:path h="1156335">
                <a:moveTo>
                  <a:pt x="0" y="0"/>
                </a:moveTo>
                <a:lnTo>
                  <a:pt x="0" y="11560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390865" y="378771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4015224" y="4197190"/>
            <a:ext cx="0" cy="594360"/>
          </a:xfrm>
          <a:custGeom>
            <a:avLst/>
            <a:gdLst/>
            <a:ahLst/>
            <a:cxnLst/>
            <a:rect l="l" t="t" r="r" b="b"/>
            <a:pathLst>
              <a:path h="594360">
                <a:moveTo>
                  <a:pt x="0" y="594296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516903" y="2175544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788952" y="213744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058938" y="2645750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4">
                <a:moveTo>
                  <a:pt x="0" y="0"/>
                </a:moveTo>
                <a:lnTo>
                  <a:pt x="36718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819848" y="2486751"/>
            <a:ext cx="0" cy="991235"/>
          </a:xfrm>
          <a:custGeom>
            <a:avLst/>
            <a:gdLst/>
            <a:ahLst/>
            <a:cxnLst/>
            <a:rect l="l" t="t" r="r" b="b"/>
            <a:pathLst>
              <a:path h="991235">
                <a:moveTo>
                  <a:pt x="0" y="0"/>
                </a:moveTo>
                <a:lnTo>
                  <a:pt x="0" y="9909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781751" y="346495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 txBox="1"/>
          <p:nvPr/>
        </p:nvSpPr>
        <p:spPr>
          <a:xfrm>
            <a:off x="1765389" y="2678514"/>
            <a:ext cx="339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Calibri" panose="020F0502020204030204"/>
                <a:cs typeface="Calibri" panose="020F0502020204030204"/>
              </a:rPr>
              <a:t>r</a:t>
            </a:r>
            <a:r>
              <a:rPr sz="1200" dirty="0">
                <a:latin typeface="Calibri" panose="020F0502020204030204"/>
                <a:cs typeface="Calibri" panose="020F0502020204030204"/>
              </a:rPr>
              <a:t>e</a:t>
            </a:r>
            <a:r>
              <a:rPr sz="12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2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200" dirty="0">
                <a:latin typeface="Calibri" panose="020F0502020204030204"/>
                <a:cs typeface="Calibri" panose="020F0502020204030204"/>
              </a:rPr>
              <a:t>t</a:t>
            </a:r>
          </a:p>
        </p:txBody>
      </p:sp>
      <p:sp>
        <p:nvSpPr>
          <p:cNvPr id="133" name="object 133"/>
          <p:cNvSpPr/>
          <p:nvPr/>
        </p:nvSpPr>
        <p:spPr>
          <a:xfrm>
            <a:off x="2033758" y="2864992"/>
            <a:ext cx="0" cy="21600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25781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003115" y="4349187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371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184126" y="431108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916866" y="1196522"/>
            <a:ext cx="0" cy="3348000"/>
          </a:xfrm>
          <a:custGeom>
            <a:avLst/>
            <a:gdLst/>
            <a:ahLst/>
            <a:cxnLst/>
            <a:rect l="l" t="t" r="r" b="b"/>
            <a:pathLst>
              <a:path h="3030220">
                <a:moveTo>
                  <a:pt x="0" y="302973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919268" y="1189265"/>
            <a:ext cx="2242185" cy="0"/>
          </a:xfrm>
          <a:custGeom>
            <a:avLst/>
            <a:gdLst/>
            <a:ahLst/>
            <a:cxnLst/>
            <a:rect l="l" t="t" r="r" b="b"/>
            <a:pathLst>
              <a:path w="2242185">
                <a:moveTo>
                  <a:pt x="0" y="0"/>
                </a:moveTo>
                <a:lnTo>
                  <a:pt x="224208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065244" y="2488104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299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160057" y="1200148"/>
            <a:ext cx="0" cy="666000"/>
          </a:xfrm>
          <a:custGeom>
            <a:avLst/>
            <a:gdLst/>
            <a:ahLst/>
            <a:cxnLst/>
            <a:rect l="l" t="t" r="r" b="b"/>
            <a:pathLst>
              <a:path h="344805">
                <a:moveTo>
                  <a:pt x="0" y="344195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4879891" y="4252486"/>
            <a:ext cx="0" cy="79375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7919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4841795" y="418898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 txBox="1"/>
          <p:nvPr/>
        </p:nvSpPr>
        <p:spPr>
          <a:xfrm>
            <a:off x="4509741" y="4208005"/>
            <a:ext cx="194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1200" dirty="0">
                <a:latin typeface="Calibri" panose="020F0502020204030204"/>
                <a:cs typeface="Calibri" panose="020F0502020204030204"/>
              </a:rPr>
              <a:t>lk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2467265" y="3663201"/>
            <a:ext cx="0" cy="122555"/>
          </a:xfrm>
          <a:custGeom>
            <a:avLst/>
            <a:gdLst/>
            <a:ahLst/>
            <a:cxnLst/>
            <a:rect l="l" t="t" r="r" b="b"/>
            <a:pathLst>
              <a:path h="122554">
                <a:moveTo>
                  <a:pt x="0" y="122326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2429169" y="359969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 txBox="1"/>
          <p:nvPr/>
        </p:nvSpPr>
        <p:spPr>
          <a:xfrm>
            <a:off x="2375920" y="3754733"/>
            <a:ext cx="194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1200" dirty="0">
                <a:latin typeface="Calibri" panose="020F0502020204030204"/>
                <a:cs typeface="Calibri" panose="020F0502020204030204"/>
              </a:rPr>
              <a:t>lk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5235080" y="4114651"/>
            <a:ext cx="0" cy="440690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44053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4698600" y="4328383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4">
                <a:moveTo>
                  <a:pt x="0" y="0"/>
                </a:moveTo>
                <a:lnTo>
                  <a:pt x="18291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790630" y="3474945"/>
            <a:ext cx="504190" cy="576580"/>
          </a:xfrm>
          <a:custGeom>
            <a:avLst/>
            <a:gdLst/>
            <a:ahLst/>
            <a:cxnLst/>
            <a:rect l="l" t="t" r="r" b="b"/>
            <a:pathLst>
              <a:path w="504190" h="576579">
                <a:moveTo>
                  <a:pt x="0" y="0"/>
                </a:moveTo>
                <a:lnTo>
                  <a:pt x="504037" y="0"/>
                </a:lnTo>
                <a:lnTo>
                  <a:pt x="504037" y="576046"/>
                </a:lnTo>
                <a:lnTo>
                  <a:pt x="0" y="576046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 txBox="1"/>
          <p:nvPr/>
        </p:nvSpPr>
        <p:spPr>
          <a:xfrm>
            <a:off x="6809970" y="3243688"/>
            <a:ext cx="4445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ME</a:t>
            </a:r>
            <a:r>
              <a:rPr sz="1400" dirty="0">
                <a:latin typeface="Calibri" panose="020F0502020204030204"/>
                <a:cs typeface="Calibri" panose="020F0502020204030204"/>
              </a:rPr>
              <a:t>XT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6796717" y="3503029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6796717" y="3807875"/>
            <a:ext cx="3473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b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ffs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7086132" y="3484435"/>
            <a:ext cx="187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n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7086132" y="3636858"/>
            <a:ext cx="1854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xt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83847" y="2576467"/>
            <a:ext cx="635000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inst_addr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inst_req</a:t>
            </a:r>
            <a:endParaRPr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42330" y="2232254"/>
            <a:ext cx="642132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inst_out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inst_vaild</a:t>
            </a:r>
            <a:endParaRPr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object 156"/>
          <p:cNvSpPr/>
          <p:nvPr/>
        </p:nvSpPr>
        <p:spPr>
          <a:xfrm>
            <a:off x="830754" y="2325690"/>
            <a:ext cx="2582545" cy="0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069081" y="2802374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>
                <a:moveTo>
                  <a:pt x="0" y="0"/>
                </a:moveTo>
                <a:lnTo>
                  <a:pt x="1779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234282" y="276427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4100108" y="4295503"/>
            <a:ext cx="81280" cy="0"/>
          </a:xfrm>
          <a:custGeom>
            <a:avLst/>
            <a:gdLst/>
            <a:ahLst/>
            <a:cxnLst/>
            <a:rect l="l" t="t" r="r" b="b"/>
            <a:pathLst>
              <a:path w="81279">
                <a:moveTo>
                  <a:pt x="0" y="0"/>
                </a:moveTo>
                <a:lnTo>
                  <a:pt x="8077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4168178" y="42574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4018335" y="4790679"/>
            <a:ext cx="3496945" cy="0"/>
          </a:xfrm>
          <a:custGeom>
            <a:avLst/>
            <a:gdLst/>
            <a:ahLst/>
            <a:cxnLst/>
            <a:rect l="l" t="t" r="r" b="b"/>
            <a:pathLst>
              <a:path w="3496945">
                <a:moveTo>
                  <a:pt x="0" y="0"/>
                </a:moveTo>
                <a:lnTo>
                  <a:pt x="349688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7294675" y="3736599"/>
            <a:ext cx="220979" cy="0"/>
          </a:xfrm>
          <a:custGeom>
            <a:avLst/>
            <a:gdLst/>
            <a:ahLst/>
            <a:cxnLst/>
            <a:rect l="l" t="t" r="r" b="b"/>
            <a:pathLst>
              <a:path w="220979">
                <a:moveTo>
                  <a:pt x="0" y="0"/>
                </a:moveTo>
                <a:lnTo>
                  <a:pt x="2206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7515664" y="3735384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1053134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7363570" y="3581875"/>
            <a:ext cx="443230" cy="0"/>
          </a:xfrm>
          <a:custGeom>
            <a:avLst/>
            <a:gdLst/>
            <a:ahLst/>
            <a:cxnLst/>
            <a:rect l="l" t="t" r="r" b="b"/>
            <a:pathLst>
              <a:path w="443229">
                <a:moveTo>
                  <a:pt x="442887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7300072" y="354377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5058937" y="2179810"/>
            <a:ext cx="1188085" cy="0"/>
          </a:xfrm>
          <a:custGeom>
            <a:avLst/>
            <a:gdLst/>
            <a:ahLst/>
            <a:cxnLst/>
            <a:rect l="l" t="t" r="r" b="b"/>
            <a:pathLst>
              <a:path w="1188085">
                <a:moveTo>
                  <a:pt x="0" y="0"/>
                </a:moveTo>
                <a:lnTo>
                  <a:pt x="11880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6234282" y="214170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6164981" y="2177748"/>
            <a:ext cx="0" cy="1428750"/>
          </a:xfrm>
          <a:custGeom>
            <a:avLst/>
            <a:gdLst/>
            <a:ahLst/>
            <a:cxnLst/>
            <a:rect l="l" t="t" r="r" b="b"/>
            <a:pathLst>
              <a:path h="1428750">
                <a:moveTo>
                  <a:pt x="0" y="0"/>
                </a:moveTo>
                <a:lnTo>
                  <a:pt x="0" y="142815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139581" y="215234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6163641" y="3605860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>
                <a:moveTo>
                  <a:pt x="0" y="0"/>
                </a:moveTo>
                <a:lnTo>
                  <a:pt x="56056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6711504" y="356775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 txBox="1"/>
          <p:nvPr/>
        </p:nvSpPr>
        <p:spPr>
          <a:xfrm>
            <a:off x="6405654" y="3714138"/>
            <a:ext cx="222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1:0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68751" y="1838217"/>
            <a:ext cx="7442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 panose="020F0502020204030204"/>
                <a:cs typeface="Calibri" panose="020F0502020204030204"/>
              </a:rPr>
              <a:t>Inst_ROM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660005" y="1749955"/>
            <a:ext cx="8045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Data_RAM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7832864" y="3472431"/>
            <a:ext cx="70788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data_rdata</a:t>
            </a:r>
            <a:endParaRPr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7869592" y="2221380"/>
            <a:ext cx="67115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data_addr</a:t>
            </a:r>
            <a:endParaRPr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7869593" y="2067303"/>
            <a:ext cx="4826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data_ren</a:t>
            </a:r>
            <a:endParaRPr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116869" y="2109974"/>
            <a:ext cx="848994" cy="1002665"/>
          </a:xfrm>
          <a:custGeom>
            <a:avLst/>
            <a:gdLst/>
            <a:ahLst/>
            <a:cxnLst/>
            <a:rect l="l" t="t" r="r" b="b"/>
            <a:pathLst>
              <a:path w="848994" h="1002664">
                <a:moveTo>
                  <a:pt x="0" y="0"/>
                </a:moveTo>
                <a:lnTo>
                  <a:pt x="848728" y="0"/>
                </a:lnTo>
                <a:lnTo>
                  <a:pt x="848728" y="1002334"/>
                </a:lnTo>
                <a:lnTo>
                  <a:pt x="0" y="1002334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7692521" y="2011613"/>
            <a:ext cx="848227" cy="1767205"/>
          </a:xfrm>
          <a:custGeom>
            <a:avLst/>
            <a:gdLst/>
            <a:ahLst/>
            <a:cxnLst/>
            <a:rect l="l" t="t" r="r" b="b"/>
            <a:pathLst>
              <a:path w="738504" h="1767204">
                <a:moveTo>
                  <a:pt x="0" y="0"/>
                </a:moveTo>
                <a:lnTo>
                  <a:pt x="738416" y="0"/>
                </a:lnTo>
                <a:lnTo>
                  <a:pt x="738416" y="1767166"/>
                </a:lnTo>
                <a:lnTo>
                  <a:pt x="0" y="176716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 flipV="1">
            <a:off x="2726142" y="3240726"/>
            <a:ext cx="72000" cy="45719"/>
          </a:xfrm>
          <a:custGeom>
            <a:avLst/>
            <a:gdLst/>
            <a:ahLst/>
            <a:cxnLst/>
            <a:rect l="l" t="t" r="r" b="b"/>
            <a:pathLst>
              <a:path w="106680">
                <a:moveTo>
                  <a:pt x="0" y="0"/>
                </a:moveTo>
                <a:lnTo>
                  <a:pt x="1066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2798595" y="2686859"/>
            <a:ext cx="0" cy="594000"/>
          </a:xfrm>
          <a:custGeom>
            <a:avLst/>
            <a:gdLst/>
            <a:ahLst/>
            <a:cxnLst/>
            <a:rect l="l" t="t" r="r" b="b"/>
            <a:pathLst>
              <a:path h="650875">
                <a:moveTo>
                  <a:pt x="0" y="650608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255347" y="2676277"/>
            <a:ext cx="1543685" cy="0"/>
          </a:xfrm>
          <a:custGeom>
            <a:avLst/>
            <a:gdLst/>
            <a:ahLst/>
            <a:cxnLst/>
            <a:rect l="l" t="t" r="r" b="b"/>
            <a:pathLst>
              <a:path w="1543685">
                <a:moveTo>
                  <a:pt x="0" y="0"/>
                </a:moveTo>
                <a:lnTo>
                  <a:pt x="154325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232852" y="2682361"/>
            <a:ext cx="0" cy="505459"/>
          </a:xfrm>
          <a:custGeom>
            <a:avLst/>
            <a:gdLst/>
            <a:ahLst/>
            <a:cxnLst/>
            <a:rect l="l" t="t" r="r" b="b"/>
            <a:pathLst>
              <a:path h="505460">
                <a:moveTo>
                  <a:pt x="0" y="505218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236773" y="3190224"/>
            <a:ext cx="97790" cy="0"/>
          </a:xfrm>
          <a:custGeom>
            <a:avLst/>
            <a:gdLst/>
            <a:ahLst/>
            <a:cxnLst/>
            <a:rect l="l" t="t" r="r" b="b"/>
            <a:pathLst>
              <a:path w="97790">
                <a:moveTo>
                  <a:pt x="0" y="0"/>
                </a:moveTo>
                <a:lnTo>
                  <a:pt x="977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321835" y="315212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66"/>
          <p:cNvSpPr/>
          <p:nvPr/>
        </p:nvSpPr>
        <p:spPr>
          <a:xfrm>
            <a:off x="5068462" y="2325860"/>
            <a:ext cx="1188085" cy="0"/>
          </a:xfrm>
          <a:custGeom>
            <a:avLst/>
            <a:gdLst/>
            <a:ahLst/>
            <a:cxnLst/>
            <a:rect l="l" t="t" r="r" b="b"/>
            <a:pathLst>
              <a:path w="1188085">
                <a:moveTo>
                  <a:pt x="0" y="0"/>
                </a:moveTo>
                <a:lnTo>
                  <a:pt x="11880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67"/>
          <p:cNvSpPr/>
          <p:nvPr/>
        </p:nvSpPr>
        <p:spPr>
          <a:xfrm>
            <a:off x="6234282" y="228458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22"/>
          <p:cNvSpPr/>
          <p:nvPr/>
        </p:nvSpPr>
        <p:spPr>
          <a:xfrm flipH="1">
            <a:off x="5154930" y="2630170"/>
            <a:ext cx="77470" cy="1318260"/>
          </a:xfrm>
          <a:custGeom>
            <a:avLst/>
            <a:gdLst/>
            <a:ahLst/>
            <a:cxnLst/>
            <a:rect l="l" t="t" r="r" b="b"/>
            <a:pathLst>
              <a:path h="1156335">
                <a:moveTo>
                  <a:pt x="0" y="0"/>
                </a:moveTo>
                <a:lnTo>
                  <a:pt x="0" y="11560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27"/>
          <p:cNvSpPr/>
          <p:nvPr/>
        </p:nvSpPr>
        <p:spPr>
          <a:xfrm>
            <a:off x="5238115" y="2626360"/>
            <a:ext cx="1072515" cy="76200"/>
          </a:xfrm>
          <a:custGeom>
            <a:avLst/>
            <a:gdLst/>
            <a:ahLst/>
            <a:cxnLst/>
            <a:rect l="l" t="t" r="r" b="b"/>
            <a:pathLst>
              <a:path w="367664">
                <a:moveTo>
                  <a:pt x="0" y="0"/>
                </a:moveTo>
                <a:lnTo>
                  <a:pt x="36718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05"/>
          <p:cNvSpPr/>
          <p:nvPr/>
        </p:nvSpPr>
        <p:spPr>
          <a:xfrm>
            <a:off x="5209352" y="392125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58"/>
          <p:cNvSpPr/>
          <p:nvPr/>
        </p:nvSpPr>
        <p:spPr>
          <a:xfrm>
            <a:off x="6234282" y="259599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06"/>
          <p:cNvSpPr/>
          <p:nvPr/>
        </p:nvSpPr>
        <p:spPr>
          <a:xfrm>
            <a:off x="7511188" y="2650861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07"/>
          <p:cNvSpPr/>
          <p:nvPr/>
        </p:nvSpPr>
        <p:spPr>
          <a:xfrm>
            <a:off x="7783236" y="261275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06"/>
          <p:cNvSpPr/>
          <p:nvPr/>
        </p:nvSpPr>
        <p:spPr>
          <a:xfrm>
            <a:off x="7516903" y="2801991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07"/>
          <p:cNvSpPr/>
          <p:nvPr/>
        </p:nvSpPr>
        <p:spPr>
          <a:xfrm>
            <a:off x="7788951" y="27638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76"/>
          <p:cNvSpPr txBox="1"/>
          <p:nvPr/>
        </p:nvSpPr>
        <p:spPr>
          <a:xfrm>
            <a:off x="7869592" y="2544594"/>
            <a:ext cx="59495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data_wen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object 176"/>
          <p:cNvSpPr txBox="1"/>
          <p:nvPr/>
        </p:nvSpPr>
        <p:spPr>
          <a:xfrm>
            <a:off x="7869592" y="2689375"/>
            <a:ext cx="67115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data_wdata</a:t>
            </a:r>
            <a:endParaRPr lang="zh-CN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387856" y="3619689"/>
            <a:ext cx="9029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  jalr</a:t>
            </a:r>
          </a:p>
        </p:txBody>
      </p:sp>
      <p:sp>
        <p:nvSpPr>
          <p:cNvPr id="200" name="object 91"/>
          <p:cNvSpPr/>
          <p:nvPr/>
        </p:nvSpPr>
        <p:spPr>
          <a:xfrm>
            <a:off x="6069404" y="4197640"/>
            <a:ext cx="0" cy="519430"/>
          </a:xfrm>
          <a:custGeom>
            <a:avLst/>
            <a:gdLst/>
            <a:ahLst/>
            <a:cxnLst/>
            <a:rect l="l" t="t" r="r" b="b"/>
            <a:pathLst>
              <a:path h="519429">
                <a:moveTo>
                  <a:pt x="0" y="51909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161"/>
          <p:cNvSpPr/>
          <p:nvPr/>
        </p:nvSpPr>
        <p:spPr>
          <a:xfrm flipV="1">
            <a:off x="539750" y="4650740"/>
            <a:ext cx="5526000" cy="76200"/>
          </a:xfrm>
          <a:custGeom>
            <a:avLst/>
            <a:gdLst/>
            <a:ahLst/>
            <a:cxnLst/>
            <a:rect l="l" t="t" r="r" b="b"/>
            <a:pathLst>
              <a:path w="3496945">
                <a:moveTo>
                  <a:pt x="0" y="0"/>
                </a:moveTo>
                <a:lnTo>
                  <a:pt x="349688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105"/>
          <p:cNvSpPr/>
          <p:nvPr/>
        </p:nvSpPr>
        <p:spPr>
          <a:xfrm>
            <a:off x="6043742" y="441655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45"/>
          <p:cNvSpPr/>
          <p:nvPr/>
        </p:nvSpPr>
        <p:spPr>
          <a:xfrm flipH="1">
            <a:off x="463550" y="3815806"/>
            <a:ext cx="76200" cy="906145"/>
          </a:xfrm>
          <a:custGeom>
            <a:avLst/>
            <a:gdLst/>
            <a:ahLst/>
            <a:cxnLst/>
            <a:rect l="l" t="t" r="r" b="b"/>
            <a:pathLst>
              <a:path h="1137920">
                <a:moveTo>
                  <a:pt x="0" y="113765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99"/>
          <p:cNvSpPr/>
          <p:nvPr/>
        </p:nvSpPr>
        <p:spPr>
          <a:xfrm>
            <a:off x="5285820" y="3029619"/>
            <a:ext cx="93345" cy="314960"/>
          </a:xfrm>
          <a:custGeom>
            <a:avLst/>
            <a:gdLst/>
            <a:ahLst/>
            <a:cxnLst/>
            <a:rect l="l" t="t" r="r" b="b"/>
            <a:pathLst>
              <a:path w="93345" h="314960">
                <a:moveTo>
                  <a:pt x="0" y="0"/>
                </a:moveTo>
                <a:lnTo>
                  <a:pt x="92760" y="0"/>
                </a:lnTo>
                <a:lnTo>
                  <a:pt x="92760" y="314845"/>
                </a:lnTo>
                <a:lnTo>
                  <a:pt x="0" y="31484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161"/>
          <p:cNvSpPr/>
          <p:nvPr/>
        </p:nvSpPr>
        <p:spPr>
          <a:xfrm flipV="1">
            <a:off x="2825750" y="3074035"/>
            <a:ext cx="2468245" cy="76200"/>
          </a:xfrm>
          <a:custGeom>
            <a:avLst/>
            <a:gdLst/>
            <a:ahLst/>
            <a:cxnLst/>
            <a:rect l="l" t="t" r="r" b="b"/>
            <a:pathLst>
              <a:path w="3496945">
                <a:moveTo>
                  <a:pt x="0" y="0"/>
                </a:moveTo>
                <a:lnTo>
                  <a:pt x="349688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105"/>
          <p:cNvSpPr/>
          <p:nvPr/>
        </p:nvSpPr>
        <p:spPr>
          <a:xfrm>
            <a:off x="2774762" y="3112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146"/>
          <p:cNvSpPr/>
          <p:nvPr/>
        </p:nvSpPr>
        <p:spPr>
          <a:xfrm flipH="1">
            <a:off x="4979035" y="3287395"/>
            <a:ext cx="76200" cy="281305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44053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97"/>
          <p:cNvSpPr/>
          <p:nvPr/>
        </p:nvSpPr>
        <p:spPr>
          <a:xfrm>
            <a:off x="5209852" y="311388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127"/>
          <p:cNvSpPr/>
          <p:nvPr/>
        </p:nvSpPr>
        <p:spPr>
          <a:xfrm flipV="1">
            <a:off x="5065395" y="2701925"/>
            <a:ext cx="272415" cy="76200"/>
          </a:xfrm>
          <a:custGeom>
            <a:avLst/>
            <a:gdLst/>
            <a:ahLst/>
            <a:cxnLst/>
            <a:rect l="l" t="t" r="r" b="b"/>
            <a:pathLst>
              <a:path w="367664">
                <a:moveTo>
                  <a:pt x="0" y="0"/>
                </a:moveTo>
                <a:lnTo>
                  <a:pt x="36718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122"/>
          <p:cNvSpPr/>
          <p:nvPr/>
        </p:nvSpPr>
        <p:spPr>
          <a:xfrm>
            <a:off x="5337810" y="2774950"/>
            <a:ext cx="76200" cy="254000"/>
          </a:xfrm>
          <a:custGeom>
            <a:avLst/>
            <a:gdLst/>
            <a:ahLst/>
            <a:cxnLst/>
            <a:rect l="l" t="t" r="r" b="b"/>
            <a:pathLst>
              <a:path h="1156335">
                <a:moveTo>
                  <a:pt x="0" y="0"/>
                </a:moveTo>
                <a:lnTo>
                  <a:pt x="0" y="11560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121"/>
          <p:cNvSpPr/>
          <p:nvPr/>
        </p:nvSpPr>
        <p:spPr>
          <a:xfrm>
            <a:off x="5299897" y="295245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146"/>
          <p:cNvSpPr/>
          <p:nvPr/>
        </p:nvSpPr>
        <p:spPr>
          <a:xfrm flipH="1">
            <a:off x="5426710" y="3163570"/>
            <a:ext cx="76200" cy="431165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44053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94"/>
          <p:cNvSpPr/>
          <p:nvPr/>
        </p:nvSpPr>
        <p:spPr>
          <a:xfrm flipV="1">
            <a:off x="5384165" y="3074035"/>
            <a:ext cx="117475" cy="88900"/>
          </a:xfrm>
          <a:custGeom>
            <a:avLst/>
            <a:gdLst/>
            <a:ahLst/>
            <a:cxnLst/>
            <a:rect l="l" t="t" r="r" b="b"/>
            <a:pathLst>
              <a:path w="418464">
                <a:moveTo>
                  <a:pt x="0" y="0"/>
                </a:moveTo>
                <a:lnTo>
                  <a:pt x="41817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94"/>
          <p:cNvSpPr/>
          <p:nvPr/>
        </p:nvSpPr>
        <p:spPr>
          <a:xfrm flipV="1">
            <a:off x="5501640" y="3497580"/>
            <a:ext cx="108585" cy="97155"/>
          </a:xfrm>
          <a:custGeom>
            <a:avLst/>
            <a:gdLst/>
            <a:ahLst/>
            <a:cxnLst/>
            <a:rect l="l" t="t" r="r" b="b"/>
            <a:pathLst>
              <a:path w="418464">
                <a:moveTo>
                  <a:pt x="0" y="0"/>
                </a:moveTo>
                <a:lnTo>
                  <a:pt x="41817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101"/>
          <p:cNvSpPr/>
          <p:nvPr/>
        </p:nvSpPr>
        <p:spPr>
          <a:xfrm>
            <a:off x="5534100" y="35604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6E39A277-B53B-171C-C2C0-9CDD0DB9519F}"/>
              </a:ext>
            </a:extLst>
          </p:cNvPr>
          <p:cNvSpPr txBox="1"/>
          <p:nvPr/>
        </p:nvSpPr>
        <p:spPr>
          <a:xfrm>
            <a:off x="4592864" y="1420472"/>
            <a:ext cx="526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is_mul</a:t>
            </a:r>
          </a:p>
          <a:p>
            <a:r>
              <a:rPr lang="en-US" altLang="zh-CN" sz="1000" dirty="0"/>
              <a:t>is_div</a:t>
            </a:r>
            <a:endParaRPr lang="zh-CN" altLang="en-US" sz="1000" dirty="0"/>
          </a:p>
        </p:txBody>
      </p:sp>
      <p:sp>
        <p:nvSpPr>
          <p:cNvPr id="207" name="object 99">
            <a:extLst>
              <a:ext uri="{FF2B5EF4-FFF2-40B4-BE49-F238E27FC236}">
                <a16:creationId xmlns:a16="http://schemas.microsoft.com/office/drawing/2014/main" id="{C9593292-BCC0-F41D-77AC-D21E23F57A20}"/>
              </a:ext>
            </a:extLst>
          </p:cNvPr>
          <p:cNvSpPr/>
          <p:nvPr/>
        </p:nvSpPr>
        <p:spPr>
          <a:xfrm>
            <a:off x="887344" y="3576000"/>
            <a:ext cx="93345" cy="314960"/>
          </a:xfrm>
          <a:custGeom>
            <a:avLst/>
            <a:gdLst/>
            <a:ahLst/>
            <a:cxnLst/>
            <a:rect l="l" t="t" r="r" b="b"/>
            <a:pathLst>
              <a:path w="93345" h="314960">
                <a:moveTo>
                  <a:pt x="0" y="0"/>
                </a:moveTo>
                <a:lnTo>
                  <a:pt x="92760" y="0"/>
                </a:lnTo>
                <a:lnTo>
                  <a:pt x="92760" y="314845"/>
                </a:lnTo>
                <a:lnTo>
                  <a:pt x="0" y="31484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F0FCD05B-A10F-04CA-55CB-EAD9EBC357DD}"/>
              </a:ext>
            </a:extLst>
          </p:cNvPr>
          <p:cNvCxnSpPr>
            <a:cxnSpLocks/>
          </p:cNvCxnSpPr>
          <p:nvPr/>
        </p:nvCxnSpPr>
        <p:spPr>
          <a:xfrm>
            <a:off x="539867" y="3809390"/>
            <a:ext cx="345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A5B761A4-B094-EA69-E135-1BB2C8384704}"/>
              </a:ext>
            </a:extLst>
          </p:cNvPr>
          <p:cNvCxnSpPr>
            <a:cxnSpLocks/>
          </p:cNvCxnSpPr>
          <p:nvPr/>
        </p:nvCxnSpPr>
        <p:spPr>
          <a:xfrm>
            <a:off x="714481" y="3658022"/>
            <a:ext cx="1713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CB2CCECF-8874-556D-F424-80CD6F4EA0BA}"/>
              </a:ext>
            </a:extLst>
          </p:cNvPr>
          <p:cNvCxnSpPr>
            <a:cxnSpLocks/>
          </p:cNvCxnSpPr>
          <p:nvPr/>
        </p:nvCxnSpPr>
        <p:spPr>
          <a:xfrm>
            <a:off x="2034426" y="3090635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C2A33D59-B659-179B-ADDA-3F6CDD6E5A6D}"/>
              </a:ext>
            </a:extLst>
          </p:cNvPr>
          <p:cNvCxnSpPr>
            <a:cxnSpLocks/>
          </p:cNvCxnSpPr>
          <p:nvPr/>
        </p:nvCxnSpPr>
        <p:spPr>
          <a:xfrm>
            <a:off x="981438" y="3644799"/>
            <a:ext cx="41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A8B7DB48-03F2-09A0-8131-C76F7958CEAA}"/>
              </a:ext>
            </a:extLst>
          </p:cNvPr>
          <p:cNvCxnSpPr>
            <a:cxnSpLocks/>
          </p:cNvCxnSpPr>
          <p:nvPr/>
        </p:nvCxnSpPr>
        <p:spPr>
          <a:xfrm>
            <a:off x="1938020" y="3285535"/>
            <a:ext cx="27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5" name="文本框 234">
            <a:extLst>
              <a:ext uri="{FF2B5EF4-FFF2-40B4-BE49-F238E27FC236}">
                <a16:creationId xmlns:a16="http://schemas.microsoft.com/office/drawing/2014/main" id="{EBD62B82-A12B-554D-B192-8385D9D6C567}"/>
              </a:ext>
            </a:extLst>
          </p:cNvPr>
          <p:cNvSpPr txBox="1"/>
          <p:nvPr/>
        </p:nvSpPr>
        <p:spPr>
          <a:xfrm>
            <a:off x="5617732" y="3612656"/>
            <a:ext cx="426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busy</a:t>
            </a:r>
            <a:endParaRPr lang="zh-CN" altLang="en-US" sz="1000" dirty="0"/>
          </a:p>
        </p:txBody>
      </p:sp>
      <p:sp>
        <p:nvSpPr>
          <p:cNvPr id="237" name="object 48">
            <a:extLst>
              <a:ext uri="{FF2B5EF4-FFF2-40B4-BE49-F238E27FC236}">
                <a16:creationId xmlns:a16="http://schemas.microsoft.com/office/drawing/2014/main" id="{85A32D07-D7C0-4578-7DEC-6DCB3255098F}"/>
              </a:ext>
            </a:extLst>
          </p:cNvPr>
          <p:cNvSpPr/>
          <p:nvPr/>
        </p:nvSpPr>
        <p:spPr>
          <a:xfrm>
            <a:off x="1123951" y="334826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45">
            <a:extLst>
              <a:ext uri="{FF2B5EF4-FFF2-40B4-BE49-F238E27FC236}">
                <a16:creationId xmlns:a16="http://schemas.microsoft.com/office/drawing/2014/main" id="{4F858377-CE31-9624-EF7D-DA16E1D0B4AE}"/>
              </a:ext>
            </a:extLst>
          </p:cNvPr>
          <p:cNvSpPr/>
          <p:nvPr/>
        </p:nvSpPr>
        <p:spPr>
          <a:xfrm rot="5400000" flipH="1">
            <a:off x="976463" y="3207211"/>
            <a:ext cx="108000" cy="216000"/>
          </a:xfrm>
          <a:custGeom>
            <a:avLst/>
            <a:gdLst/>
            <a:ahLst/>
            <a:cxnLst/>
            <a:rect l="l" t="t" r="r" b="b"/>
            <a:pathLst>
              <a:path h="1137920">
                <a:moveTo>
                  <a:pt x="0" y="113765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7EF17DC3-26E6-FE19-E9B8-DB1C7B151531}"/>
              </a:ext>
            </a:extLst>
          </p:cNvPr>
          <p:cNvCxnSpPr>
            <a:cxnSpLocks/>
          </p:cNvCxnSpPr>
          <p:nvPr/>
        </p:nvCxnSpPr>
        <p:spPr>
          <a:xfrm rot="5400000">
            <a:off x="812750" y="3468293"/>
            <a:ext cx="21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object 45">
            <a:extLst>
              <a:ext uri="{FF2B5EF4-FFF2-40B4-BE49-F238E27FC236}">
                <a16:creationId xmlns:a16="http://schemas.microsoft.com/office/drawing/2014/main" id="{0B96D8C9-A8C6-F031-6D67-96713437BF94}"/>
              </a:ext>
            </a:extLst>
          </p:cNvPr>
          <p:cNvSpPr/>
          <p:nvPr/>
        </p:nvSpPr>
        <p:spPr>
          <a:xfrm flipH="1">
            <a:off x="2021929" y="2488292"/>
            <a:ext cx="76200" cy="972000"/>
          </a:xfrm>
          <a:custGeom>
            <a:avLst/>
            <a:gdLst/>
            <a:ahLst/>
            <a:cxnLst/>
            <a:rect l="l" t="t" r="r" b="b"/>
            <a:pathLst>
              <a:path h="1137920">
                <a:moveTo>
                  <a:pt x="0" y="113765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47631342-7827-0F06-1C31-A0B9B0B54E04}"/>
              </a:ext>
            </a:extLst>
          </p:cNvPr>
          <p:cNvCxnSpPr>
            <a:cxnSpLocks/>
          </p:cNvCxnSpPr>
          <p:nvPr/>
        </p:nvCxnSpPr>
        <p:spPr>
          <a:xfrm>
            <a:off x="2100608" y="3453494"/>
            <a:ext cx="1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D4347F5-3445-FEB2-AE75-5F4541A6EA3F}"/>
              </a:ext>
            </a:extLst>
          </p:cNvPr>
          <p:cNvSpPr txBox="1"/>
          <p:nvPr/>
        </p:nvSpPr>
        <p:spPr>
          <a:xfrm>
            <a:off x="7756979" y="3098194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data_valid</a:t>
            </a:r>
          </a:p>
          <a:p>
            <a:r>
              <a:rPr lang="en-US" altLang="zh-CN" sz="1000" dirty="0"/>
              <a:t>data_wresp</a:t>
            </a:r>
            <a:endParaRPr lang="zh-CN" altLang="en-US" sz="1000" dirty="0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9A86E581-2FDC-095D-91C3-7FE0AD0B66CF}"/>
              </a:ext>
            </a:extLst>
          </p:cNvPr>
          <p:cNvSpPr/>
          <p:nvPr/>
        </p:nvSpPr>
        <p:spPr>
          <a:xfrm>
            <a:off x="5791404" y="1472838"/>
            <a:ext cx="463346" cy="302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0C8DC262-0E37-4F3B-4B74-2C6A9C74DFC0}"/>
              </a:ext>
            </a:extLst>
          </p:cNvPr>
          <p:cNvCxnSpPr>
            <a:cxnSpLocks/>
          </p:cNvCxnSpPr>
          <p:nvPr/>
        </p:nvCxnSpPr>
        <p:spPr>
          <a:xfrm>
            <a:off x="5062286" y="1544864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45E8AD8E-C00B-A705-1434-EBD15EA58696}"/>
              </a:ext>
            </a:extLst>
          </p:cNvPr>
          <p:cNvCxnSpPr>
            <a:cxnSpLocks/>
          </p:cNvCxnSpPr>
          <p:nvPr/>
        </p:nvCxnSpPr>
        <p:spPr>
          <a:xfrm>
            <a:off x="5062289" y="1697264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object 137">
            <a:extLst>
              <a:ext uri="{FF2B5EF4-FFF2-40B4-BE49-F238E27FC236}">
                <a16:creationId xmlns:a16="http://schemas.microsoft.com/office/drawing/2014/main" id="{041A502C-C81D-082C-46AB-D84B9343BDA3}"/>
              </a:ext>
            </a:extLst>
          </p:cNvPr>
          <p:cNvSpPr/>
          <p:nvPr/>
        </p:nvSpPr>
        <p:spPr>
          <a:xfrm>
            <a:off x="5972579" y="3747409"/>
            <a:ext cx="36000" cy="0"/>
          </a:xfrm>
          <a:custGeom>
            <a:avLst/>
            <a:gdLst/>
            <a:ahLst/>
            <a:cxnLst/>
            <a:rect l="l" t="t" r="r" b="b"/>
            <a:pathLst>
              <a:path w="2242185">
                <a:moveTo>
                  <a:pt x="0" y="0"/>
                </a:moveTo>
                <a:lnTo>
                  <a:pt x="224208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E617AB71-62C2-EA4F-1A01-D58D40E11356}"/>
              </a:ext>
            </a:extLst>
          </p:cNvPr>
          <p:cNvCxnSpPr>
            <a:cxnSpLocks/>
          </p:cNvCxnSpPr>
          <p:nvPr/>
        </p:nvCxnSpPr>
        <p:spPr>
          <a:xfrm rot="16200000">
            <a:off x="5020434" y="2757994"/>
            <a:ext cx="19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0FA1CF8A-9128-C17D-7DFD-E585BC267A8B}"/>
              </a:ext>
            </a:extLst>
          </p:cNvPr>
          <p:cNvCxnSpPr>
            <a:cxnSpLocks/>
          </p:cNvCxnSpPr>
          <p:nvPr/>
        </p:nvCxnSpPr>
        <p:spPr>
          <a:xfrm>
            <a:off x="6266326" y="1621064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6" name="文本框 225">
            <a:extLst>
              <a:ext uri="{FF2B5EF4-FFF2-40B4-BE49-F238E27FC236}">
                <a16:creationId xmlns:a16="http://schemas.microsoft.com/office/drawing/2014/main" id="{19943E05-03C3-AA22-181E-439C5DD086E1}"/>
              </a:ext>
            </a:extLst>
          </p:cNvPr>
          <p:cNvSpPr txBox="1"/>
          <p:nvPr/>
        </p:nvSpPr>
        <p:spPr>
          <a:xfrm>
            <a:off x="6226515" y="1412331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mul_div_busy</a:t>
            </a:r>
            <a:endParaRPr lang="zh-CN" altLang="en-US" sz="10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E5AB3B79-3A2A-E16E-6BD0-FC2F9D79A53D}"/>
              </a:ext>
            </a:extLst>
          </p:cNvPr>
          <p:cNvSpPr txBox="1"/>
          <p:nvPr/>
        </p:nvSpPr>
        <p:spPr>
          <a:xfrm>
            <a:off x="1689529" y="2292350"/>
            <a:ext cx="8499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inst_finished</a:t>
            </a:r>
            <a:endParaRPr lang="zh-CN" alt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167</Words>
  <Application>Microsoft Office PowerPoint</Application>
  <PresentationFormat>自定义</PresentationFormat>
  <Paragraphs>67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Calibri</vt:lpstr>
      <vt:lpstr>Office Theme</vt:lpstr>
      <vt:lpstr>Controller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Controller</dc:title>
  <dc:creator/>
  <cp:lastModifiedBy>lit ever</cp:lastModifiedBy>
  <cp:revision>23</cp:revision>
  <dcterms:created xsi:type="dcterms:W3CDTF">2026-07-14T13:15:00Z</dcterms:created>
  <dcterms:modified xsi:type="dcterms:W3CDTF">2026-07-24T06:42:41Z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2026-07-14T16:00:00Z</vt:filetime>
  </property>
  <property fmtid="{D5CDD505-2E9C-101B-9397-08002B2CF9AE}" pid="3" name="Creator">
    <vt:lpwstr>Acrobat PDFMaker 19 PowerPoint 版</vt:lpwstr>
  </property>
  <property fmtid="{D5CDD505-2E9C-101B-9397-08002B2CF9AE}" pid="4" name="LastSaved">
    <vt:filetime>2026-07-14T16:00:00Z</vt:filetime>
  </property>
  <property fmtid="{D5CDD505-2E9C-101B-9397-08002B2CF9AE}" pid="5" name="KSOProductBuildVer">
    <vt:lpwstr>2052-12.1.0.26375</vt:lpwstr>
  </property>
  <property fmtid="{D5CDD505-2E9C-101B-9397-08002B2CF9AE}" pid="6" name="ICV">
    <vt:lpwstr>9E3971B907F4424FAEDFD140169C6E41_12</vt:lpwstr>
  </property>
</Properties>
</file>