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699" r:id="rId2"/>
    <p:sldId id="1933" r:id="rId3"/>
    <p:sldId id="1934" r:id="rId4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DF3D-69E2-4AAB-810C-0C1E3A65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task 2: Topic proposal + seminal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2166C-A5E5-43D2-8329-B600F486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Propose </a:t>
            </a:r>
            <a:r>
              <a:rPr lang="en-GB" dirty="0"/>
              <a:t>the topic of your group’s paper</a:t>
            </a:r>
          </a:p>
          <a:p>
            <a:r>
              <a:rPr lang="en-GB" dirty="0"/>
              <a:t>Identify 1 or 2 seminal papers related to your research area and download them</a:t>
            </a:r>
          </a:p>
        </p:txBody>
      </p:sp>
    </p:spTree>
    <p:extLst>
      <p:ext uri="{BB962C8B-B14F-4D97-AF65-F5344CB8AC3E}">
        <p14:creationId xmlns:p14="http://schemas.microsoft.com/office/powerpoint/2010/main" val="331690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submission details – </a:t>
            </a:r>
            <a:r>
              <a:rPr lang="en-GB"/>
              <a:t>part 1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Submit the deliverable to the group - </a:t>
            </a:r>
            <a:r>
              <a:rPr lang="en-GB" dirty="0">
                <a:highlight>
                  <a:srgbClr val="00FF00"/>
                </a:highlight>
              </a:rPr>
              <a:t>one submission per group – 2-3 files</a:t>
            </a:r>
            <a:endParaRPr lang="en-GB" dirty="0"/>
          </a:p>
          <a:p>
            <a:pPr lvl="1"/>
            <a:r>
              <a:rPr lang="en-GB" dirty="0"/>
              <a:t>1 file in a *.doc format</a:t>
            </a:r>
          </a:p>
          <a:p>
            <a:pPr lvl="2"/>
            <a:r>
              <a:rPr lang="en-GB" dirty="0"/>
              <a:t>File title</a:t>
            </a:r>
          </a:p>
          <a:p>
            <a:pPr lvl="3"/>
            <a:r>
              <a:rPr lang="en-GB" dirty="0"/>
              <a:t>Group number_RCS_grouptask2; example: </a:t>
            </a:r>
          </a:p>
          <a:p>
            <a:pPr lvl="4"/>
            <a:r>
              <a:rPr lang="en-GB" dirty="0">
                <a:solidFill>
                  <a:srgbClr val="FF0000"/>
                </a:solidFill>
              </a:rPr>
              <a:t>15_RCS_grouptask2.doc</a:t>
            </a:r>
          </a:p>
          <a:p>
            <a:pPr lvl="2"/>
            <a:r>
              <a:rPr lang="en-GB" dirty="0"/>
              <a:t>First page</a:t>
            </a:r>
          </a:p>
          <a:p>
            <a:pPr lvl="3"/>
            <a:r>
              <a:rPr lang="en-GB" dirty="0"/>
              <a:t>Group work task number</a:t>
            </a:r>
          </a:p>
          <a:p>
            <a:pPr lvl="3"/>
            <a:r>
              <a:rPr lang="en-GB" dirty="0"/>
              <a:t>Group member names and student numbers </a:t>
            </a:r>
            <a:r>
              <a:rPr lang="en-GB" dirty="0">
                <a:highlight>
                  <a:srgbClr val="FFFF00"/>
                </a:highlight>
              </a:rPr>
              <a:t>+ a note if any member did not contribute </a:t>
            </a:r>
          </a:p>
          <a:p>
            <a:pPr lvl="2"/>
            <a:r>
              <a:rPr lang="en-GB" dirty="0"/>
              <a:t>Following pages</a:t>
            </a:r>
          </a:p>
          <a:p>
            <a:pPr lvl="3"/>
            <a:r>
              <a:rPr lang="en-GB" dirty="0"/>
              <a:t>Your task content (topic proposal and paper citations)</a:t>
            </a:r>
          </a:p>
          <a:p>
            <a:pPr lvl="1"/>
            <a:r>
              <a:rPr lang="en-GB" dirty="0"/>
              <a:t>1-2 pdf files with the papers</a:t>
            </a:r>
          </a:p>
          <a:p>
            <a:r>
              <a:rPr lang="en-GB" dirty="0"/>
              <a:t>Submit by the end </a:t>
            </a:r>
            <a:r>
              <a:rPr lang="en-GB"/>
              <a:t>of </a:t>
            </a:r>
            <a:r>
              <a:rPr lang="en-GB">
                <a:highlight>
                  <a:srgbClr val="00FFFF"/>
                </a:highlight>
              </a:rPr>
              <a:t>September 23</a:t>
            </a:r>
            <a:r>
              <a:rPr lang="en-GB" baseline="30000">
                <a:highlight>
                  <a:srgbClr val="00FFFF"/>
                </a:highlight>
              </a:rPr>
              <a:t>rd</a:t>
            </a:r>
            <a:r>
              <a:rPr lang="en-GB">
                <a:highlight>
                  <a:srgbClr val="00FFFF"/>
                </a:highlight>
              </a:rPr>
              <a:t> </a:t>
            </a:r>
            <a:r>
              <a:rPr lang="en-GB"/>
              <a:t>to </a:t>
            </a:r>
            <a:r>
              <a:rPr lang="en-GB" dirty="0"/>
              <a:t>your group's WeChat group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submission details – part 2 – </a:t>
            </a:r>
            <a:r>
              <a:rPr lang="en-GB">
                <a:solidFill>
                  <a:srgbClr val="FF0000"/>
                </a:solidFill>
              </a:rPr>
              <a:t>individual task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Bring the papers to the class on </a:t>
            </a:r>
            <a:r>
              <a:rPr lang="en-GB" dirty="0">
                <a:highlight>
                  <a:srgbClr val="FFFF00"/>
                </a:highlight>
              </a:rPr>
              <a:t>September 24</a:t>
            </a:r>
            <a:r>
              <a:rPr lang="en-GB" baseline="30000" dirty="0">
                <a:highlight>
                  <a:srgbClr val="FFFF00"/>
                </a:highlight>
              </a:rPr>
              <a:t>th</a:t>
            </a:r>
            <a:r>
              <a:rPr lang="en-GB" dirty="0">
                <a:highlight>
                  <a:srgbClr val="FFFF00"/>
                </a:highlight>
              </a:rPr>
              <a:t>  </a:t>
            </a:r>
            <a:r>
              <a:rPr lang="en-GB" dirty="0"/>
              <a:t>(not on your phone)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5682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7164</TotalTime>
  <Words>153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Office Theme</vt:lpstr>
      <vt:lpstr>Group work task 2: Topic proposal + seminal papers</vt:lpstr>
      <vt:lpstr>Group work submission details – part 1</vt:lpstr>
      <vt:lpstr>Group work submission details – part 2 – individual task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338</cp:revision>
  <cp:lastPrinted>2019-09-03T08:34:37Z</cp:lastPrinted>
  <dcterms:created xsi:type="dcterms:W3CDTF">2014-08-14T09:54:55Z</dcterms:created>
  <dcterms:modified xsi:type="dcterms:W3CDTF">2026-09-09T04:44:48Z</dcterms:modified>
</cp:coreProperties>
</file>