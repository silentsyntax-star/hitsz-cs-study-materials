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7" r:id="rId4"/>
    <p:sldId id="269" r:id="rId5"/>
    <p:sldId id="258" r:id="rId6"/>
    <p:sldId id="263" r:id="rId7"/>
    <p:sldId id="264" r:id="rId8"/>
    <p:sldId id="271" r:id="rId9"/>
    <p:sldId id="259" r:id="rId10"/>
    <p:sldId id="265" r:id="rId11"/>
    <p:sldId id="272" r:id="rId12"/>
    <p:sldId id="260" r:id="rId13"/>
    <p:sldId id="266" r:id="rId14"/>
    <p:sldId id="273" r:id="rId15"/>
    <p:sldId id="261" r:id="rId16"/>
    <p:sldId id="267" r:id="rId17"/>
    <p:sldId id="274" r:id="rId18"/>
    <p:sldId id="262" r:id="rId19"/>
    <p:sldId id="268" r:id="rId20"/>
    <p:sldId id="275" r:id="rId21"/>
    <p:sldId id="276" r:id="rId22"/>
    <p:sldId id="2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1600-2177-4397-ABE4-2F0B12AD2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03A71-3E00-4D15-9CE0-D0E982CBB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AACF-156C-42D0-B678-9C7480CB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C2A1-B20D-4EDC-A36A-0166D840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806C-C65C-462F-AF48-D9E0B51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15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F668-C063-449A-A106-690310EBF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E4CB7-BA55-4C1D-B99D-22A11E60E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4618-6936-44FC-9A47-CA29BB3E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3879E-9C61-41B7-8426-954BF8A1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F1715-24F7-4F18-ABC2-BE936112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2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84D9-A257-41CF-A613-DD8B087A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B990E-3F4C-4354-940D-F0F8297FA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1CA72-7871-4E7B-A6CB-549D5519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87ED4-2889-4132-953A-08E1D3C2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C6D7F-9499-4ED0-B491-B60A7877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6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3084-B11C-4BB6-8916-179CC86E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9BF-D673-4097-A3DB-7A7ACDEC3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E8B8A-5A24-4EAA-B298-85ACC94AA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323FA-186E-49C2-BEC8-257CFF01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80D55-03D6-40B7-A350-A5A0C2D2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AC8C0-F643-42DE-9202-AC204E0A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79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B4BA-8425-4105-88A7-4B32E889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6ACA5-A3FD-46CC-9793-51F3EC220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924DD-CB52-444C-9A10-564DEF59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39061-D6AF-4A96-8B69-43EF697FB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BBF14-0A2F-41B2-A16A-1311DA720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7E77C-66A2-4944-9D89-EA11DAC9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BBBB8-B75D-459E-8B98-F34C239B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F630AF-8B70-424E-B014-6BFA23C3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03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5E0C-208A-479E-88FC-402FFDD7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0F6AF-9ABB-4B1A-96CF-56AB09B7B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C3C7C-C0DC-4BCD-A2E5-49A4FCFA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F0B8E-A421-40B7-9EE6-7B7A48C6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2B295-283C-4BDB-B48F-E82DD087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C7E1A-27E2-4920-9FA8-53FA8D2B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CF9B0-312E-44FE-898D-3872DCDA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8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2504-00C1-4395-86EC-88AC9159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F6C16-B92A-4E1F-9905-D370EBE8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01F66-9057-4CDC-BD9C-EDBA1ACBB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A233-4014-40FF-B4B1-089F750A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F0F62-A220-4CAA-BFFE-72ED07ED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7966C-1331-44EF-B758-36E20BFD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00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5188-2273-4095-8F00-44A22782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339AD-8825-4108-BFCE-56EEE3C10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3F518-F4BD-4375-ACA8-230380799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F7877-392F-4411-ABFD-D27BE1CE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0586E-4F4B-4A95-A5A2-3F5F3B66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71E0B-B773-44E7-B8FE-EFAF2580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62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B295-01FB-43E1-BCCB-C6ECA4E0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95661-3978-4128-BB6B-0D2FF70D1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10607-EA5D-4A0D-97E7-8A4B09EC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34375-6149-47BD-B765-43B0C9A3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331F4-F944-42BE-8827-41CEC26D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2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3C940E-1681-461E-8AB8-742896A5D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5BAB4-DEF8-4F81-B0D0-93C928218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DE4C7-4D0E-498B-A7F5-C3EE97E2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FCFB-18C7-4AB3-B0CD-52C7B450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3BF63-2778-43BD-8B8A-CDF64BB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7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E9316-BA62-4069-85BF-07E9AF78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C7A52-9559-4A18-B147-234925C09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36F3-D032-4A46-A896-E62BACFC3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A1F92-E877-49A1-B42F-84313B1480CB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3F948-1C21-4D05-A115-8ED928074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A615-B3EF-49AE-B338-99B70B7B5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1E468-8507-4C3B-A795-D9015AD04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48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85C6-D6B3-44C8-B9F4-2F56A15992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Working in a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6E32E-987D-435F-9508-2D9242FEF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1800" b="0" i="0" u="none" strike="noStrike" baseline="0" dirty="0">
                <a:solidFill>
                  <a:srgbClr val="333333"/>
                </a:solidFill>
                <a:latin typeface="TTE213E668t00"/>
              </a:rPr>
              <a:t>Based on original materials developed by Learning to Learn Project, The Hong Kong</a:t>
            </a:r>
          </a:p>
          <a:p>
            <a:r>
              <a:rPr lang="en-GB" sz="1800" b="0" i="0" u="none" strike="noStrike" baseline="0" dirty="0">
                <a:solidFill>
                  <a:srgbClr val="333333"/>
                </a:solidFill>
                <a:latin typeface="TTE213E668t00"/>
              </a:rPr>
              <a:t>Polytechnic University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2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BA3E-EFA5-4F12-98B7-16701344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78651-A3A1-4C58-956D-1CE36BB93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elements of effective group work</a:t>
            </a:r>
          </a:p>
          <a:p>
            <a:r>
              <a:rPr lang="en-GB" dirty="0"/>
              <a:t>Team building</a:t>
            </a:r>
          </a:p>
          <a:p>
            <a:r>
              <a:rPr lang="en-GB" dirty="0"/>
              <a:t>Communication</a:t>
            </a:r>
          </a:p>
          <a:p>
            <a:r>
              <a:rPr lang="en-GB" dirty="0"/>
              <a:t>Decision making</a:t>
            </a:r>
          </a:p>
          <a:p>
            <a:r>
              <a:rPr lang="en-GB" dirty="0"/>
              <a:t>Interpersonal conflicts</a:t>
            </a:r>
          </a:p>
          <a:p>
            <a:r>
              <a:rPr lang="en-GB" dirty="0"/>
              <a:t>Leadership</a:t>
            </a:r>
          </a:p>
          <a:p>
            <a:r>
              <a:rPr lang="en-GB" dirty="0"/>
              <a:t>Reflect on your group work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389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24E3-2702-4A97-84B1-A9789322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elements of effective group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8B59-AFC2-4F9F-85BA-955AA1E5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92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236C-77EE-4EDF-B2AE-EBB258BF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07BE-BE5F-49E1-8309-BA5F1316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355A2-6DD6-4D93-976A-3A87B046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27" y="0"/>
            <a:ext cx="8932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4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0575-2B82-4ED7-8CC5-2A05F02E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building</a:t>
            </a:r>
          </a:p>
        </p:txBody>
      </p:sp>
    </p:spTree>
    <p:extLst>
      <p:ext uri="{BB962C8B-B14F-4D97-AF65-F5344CB8AC3E}">
        <p14:creationId xmlns:p14="http://schemas.microsoft.com/office/powerpoint/2010/main" val="150337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49D09-7988-45E0-B640-F9C6E31A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545"/>
            <a:ext cx="12192000" cy="228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9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7BC9-F183-45CB-AFB7-4C071647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1674-FD19-482B-9DF7-693A9FB88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19944-847F-4A0E-9069-3CE12ED7B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23"/>
            <a:ext cx="12192000" cy="666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6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0575-2B82-4ED7-8CC5-2A05F02E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21FC-D09A-48FE-BE75-BB84E366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14E96-E7A6-462A-B2B9-BD24E1CD3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4" y="1954471"/>
            <a:ext cx="11726520" cy="26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2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430D-1392-49EF-9D47-BA41BFD0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75002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9EB1-E455-4C94-89AA-E48F8683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8A91-5F7B-421C-BA5A-8BD476AE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41AE9-9DD2-4248-8193-5FB4EECAC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9" y="100153"/>
            <a:ext cx="11795610" cy="657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18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F3952E-4C2B-4A88-AD4B-156663E83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02" y="1862051"/>
            <a:ext cx="11913517" cy="294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1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8B04-682B-4B29-B527-6E6F0FD5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20757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9DD0-2A08-4CE7-B6BD-4CF427FB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26A9-2010-4147-A9CA-A8697D96D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F6987-3B84-4EF3-9B3A-F8ADA6C7B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7" y="127109"/>
            <a:ext cx="11705698" cy="660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45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67C88-914C-4214-8310-3636F434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44" y="2028306"/>
            <a:ext cx="11643371" cy="282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372-D6D6-4210-8C98-028BD3B4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Interpersonal Conflict</a:t>
            </a:r>
          </a:p>
        </p:txBody>
      </p:sp>
    </p:spTree>
    <p:extLst>
      <p:ext uri="{BB962C8B-B14F-4D97-AF65-F5344CB8AC3E}">
        <p14:creationId xmlns:p14="http://schemas.microsoft.com/office/powerpoint/2010/main" val="284183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22AE-361E-45F4-A6A0-8ADD0024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0C34-1B47-4374-842C-62335924F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03F78-2644-48DE-B634-91E9CB668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122"/>
            <a:ext cx="12192000" cy="65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61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5D8E2-D9C6-4C82-8180-277BD730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C1A0A-CC34-403F-91C1-61D6AD2CD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06" y="1690688"/>
            <a:ext cx="10456697" cy="45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24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D1F6-0060-4020-A878-6C18F3A9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Leadership</a:t>
            </a:r>
          </a:p>
        </p:txBody>
      </p:sp>
    </p:spTree>
    <p:extLst>
      <p:ext uri="{BB962C8B-B14F-4D97-AF65-F5344CB8AC3E}">
        <p14:creationId xmlns:p14="http://schemas.microsoft.com/office/powerpoint/2010/main" val="3572717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C704-7B68-4E96-A175-D214A602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6B54-7FB9-431A-A58A-37A62F579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3BB3C-DEF4-4EC7-9386-B4AADA87F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04" y="147151"/>
            <a:ext cx="11741557" cy="656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31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D632A-F1A6-433F-AC29-CBA55C296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91" y="2182349"/>
            <a:ext cx="10411818" cy="249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2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E4C4-11FD-4F4F-8093-D42D2214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 on your group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5C26-0750-4F0D-AA0D-3E5CB5F5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91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AC6F-4A67-4B30-BDE3-5F23C4C5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70157-7B89-4636-9D45-62948846A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FF35D-F6A0-4F08-9099-0CDA8888A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10" y="0"/>
            <a:ext cx="11697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5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59</Words>
  <Application>Microsoft Office PowerPoint</Application>
  <PresentationFormat>Widescreen</PresentationFormat>
  <Paragraphs>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TTE213E668t00</vt:lpstr>
      <vt:lpstr>Arial</vt:lpstr>
      <vt:lpstr>Calibri</vt:lpstr>
      <vt:lpstr>Calibri Light</vt:lpstr>
      <vt:lpstr>Office Theme</vt:lpstr>
      <vt:lpstr>Working in a group</vt:lpstr>
      <vt:lpstr>Outline</vt:lpstr>
      <vt:lpstr>Basic elements of effective group work</vt:lpstr>
      <vt:lpstr>PowerPoint Presentation</vt:lpstr>
      <vt:lpstr>Team building</vt:lpstr>
      <vt:lpstr>PowerPoint Presentation</vt:lpstr>
      <vt:lpstr>PowerPoint Presentation</vt:lpstr>
      <vt:lpstr>PowerPoint Presentation</vt:lpstr>
      <vt:lpstr>Communication</vt:lpstr>
      <vt:lpstr>PowerPoint Presentation</vt:lpstr>
      <vt:lpstr>PowerPoint Presentation</vt:lpstr>
      <vt:lpstr>Decision Making</vt:lpstr>
      <vt:lpstr>PowerPoint Presentation</vt:lpstr>
      <vt:lpstr>PowerPoint Presentation</vt:lpstr>
      <vt:lpstr>Interpersonal Conflict</vt:lpstr>
      <vt:lpstr>PowerPoint Presentation</vt:lpstr>
      <vt:lpstr>PowerPoint Presentation</vt:lpstr>
      <vt:lpstr>Leadership</vt:lpstr>
      <vt:lpstr>PowerPoint Presentation</vt:lpstr>
      <vt:lpstr>PowerPoint Presentation</vt:lpstr>
      <vt:lpstr>Reflect on your group work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in a group</dc:title>
  <dc:creator>Joanna Siebert</dc:creator>
  <cp:lastModifiedBy>Joanna Siebert</cp:lastModifiedBy>
  <cp:revision>10</cp:revision>
  <dcterms:created xsi:type="dcterms:W3CDTF">2025-10-09T01:15:00Z</dcterms:created>
  <dcterms:modified xsi:type="dcterms:W3CDTF">2026-05-06T02:44:52Z</dcterms:modified>
</cp:coreProperties>
</file>