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698" r:id="rId2"/>
    <p:sldId id="1932" r:id="rId3"/>
  </p:sldIdLst>
  <p:sldSz cx="12192000" cy="6858000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7B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57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79868-BDA9-4441-B20B-68D0617E5C8E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CA833-6E71-4E0E-A695-7044B802CC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3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66FD4-870D-41D4-A76E-DC48774E844B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B433F-8F9F-4754-B27A-D9BD2E9FA4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200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8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1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8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85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9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4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1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03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84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CCE18E-E857-41C6-8ABF-8EF966758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Homework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2CC11C-037B-4A21-98B1-91807D006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A. Group task</a:t>
            </a:r>
          </a:p>
          <a:p>
            <a:pPr lvl="1"/>
            <a:r>
              <a:rPr lang="en-GB" dirty="0"/>
              <a:t> ---&gt; Meet with your group members, discuss and decide what research you will work on this semester</a:t>
            </a:r>
          </a:p>
          <a:p>
            <a:r>
              <a:rPr lang="en-GB" dirty="0"/>
              <a:t>B. Individual work: </a:t>
            </a:r>
          </a:p>
          <a:p>
            <a:pPr lvl="1"/>
            <a:r>
              <a:rPr lang="en-GB" dirty="0"/>
              <a:t>Use online resources to </a:t>
            </a:r>
            <a:r>
              <a:rPr lang="en-GB" dirty="0">
                <a:highlight>
                  <a:srgbClr val="FFFF00"/>
                </a:highlight>
              </a:rPr>
              <a:t>find and read 3 research papers </a:t>
            </a:r>
            <a:r>
              <a:rPr lang="en-GB" dirty="0"/>
              <a:t>that can help you to understand and describe the research area of your group</a:t>
            </a:r>
          </a:p>
          <a:p>
            <a:pPr lvl="1"/>
            <a:r>
              <a:rPr lang="en-GB" dirty="0"/>
              <a:t>Based on your paper reading, </a:t>
            </a:r>
            <a:r>
              <a:rPr lang="en-GB" dirty="0">
                <a:highlight>
                  <a:srgbClr val="FFFF00"/>
                </a:highlight>
              </a:rPr>
              <a:t>write a short summary </a:t>
            </a:r>
            <a:r>
              <a:rPr lang="en-GB" dirty="0"/>
              <a:t>of this research area - interpret what you have read, expressing your own understanding in your own words.</a:t>
            </a:r>
          </a:p>
          <a:p>
            <a:pPr lvl="1"/>
            <a:r>
              <a:rPr lang="en-GB" dirty="0"/>
              <a:t>There is no word limit on the length of the summary</a:t>
            </a:r>
          </a:p>
          <a:p>
            <a:pPr lvl="1"/>
            <a:r>
              <a:rPr lang="en-GB" dirty="0"/>
              <a:t>Make sure </a:t>
            </a:r>
            <a:r>
              <a:rPr lang="en-GB" dirty="0">
                <a:highlight>
                  <a:srgbClr val="FFFF00"/>
                </a:highlight>
              </a:rPr>
              <a:t>to include a reference list </a:t>
            </a:r>
            <a:r>
              <a:rPr lang="en-GB" dirty="0"/>
              <a:t>at the end of your summary</a:t>
            </a:r>
          </a:p>
        </p:txBody>
      </p:sp>
    </p:spTree>
    <p:extLst>
      <p:ext uri="{BB962C8B-B14F-4D97-AF65-F5344CB8AC3E}">
        <p14:creationId xmlns:p14="http://schemas.microsoft.com/office/powerpoint/2010/main" val="2849616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Homework 2 Submission details - individual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1 file in a *.doc format</a:t>
            </a:r>
          </a:p>
          <a:p>
            <a:pPr lvl="1"/>
            <a:r>
              <a:rPr lang="en-GB" dirty="0"/>
              <a:t>File title</a:t>
            </a:r>
          </a:p>
          <a:p>
            <a:pPr lvl="2"/>
            <a:r>
              <a:rPr lang="en-GB" dirty="0"/>
              <a:t>Student </a:t>
            </a:r>
            <a:r>
              <a:rPr lang="en-GB" dirty="0" err="1"/>
              <a:t>number_RCS_homework</a:t>
            </a:r>
            <a:r>
              <a:rPr lang="en-GB" dirty="0"/>
              <a:t> 2; example: </a:t>
            </a:r>
          </a:p>
          <a:p>
            <a:pPr lvl="3"/>
            <a:r>
              <a:rPr lang="en-GB" dirty="0">
                <a:solidFill>
                  <a:srgbClr val="FF0000"/>
                </a:solidFill>
              </a:rPr>
              <a:t>2010555179_RCS_homework 2.doc</a:t>
            </a:r>
          </a:p>
          <a:p>
            <a:pPr lvl="1"/>
            <a:r>
              <a:rPr lang="en-GB" dirty="0"/>
              <a:t>First page</a:t>
            </a:r>
          </a:p>
          <a:p>
            <a:pPr lvl="2"/>
            <a:r>
              <a:rPr lang="en-GB" dirty="0"/>
              <a:t>Your name</a:t>
            </a:r>
          </a:p>
          <a:p>
            <a:pPr lvl="2"/>
            <a:r>
              <a:rPr lang="en-GB" dirty="0"/>
              <a:t>Your student number</a:t>
            </a:r>
          </a:p>
          <a:p>
            <a:pPr lvl="2"/>
            <a:r>
              <a:rPr lang="en-GB" dirty="0"/>
              <a:t>Homework number</a:t>
            </a:r>
          </a:p>
          <a:p>
            <a:pPr lvl="1"/>
            <a:r>
              <a:rPr lang="en-GB" dirty="0"/>
              <a:t>Following pages</a:t>
            </a:r>
          </a:p>
          <a:p>
            <a:pPr lvl="2"/>
            <a:r>
              <a:rPr lang="en-GB" dirty="0"/>
              <a:t>Your homework content</a:t>
            </a:r>
          </a:p>
          <a:p>
            <a:r>
              <a:rPr lang="en-GB" dirty="0"/>
              <a:t>Submit by the end of </a:t>
            </a:r>
            <a:r>
              <a:rPr lang="en-GB" dirty="0">
                <a:highlight>
                  <a:srgbClr val="00FFFF"/>
                </a:highlight>
              </a:rPr>
              <a:t>September 18</a:t>
            </a:r>
            <a:r>
              <a:rPr lang="en-GB" baseline="30000" dirty="0">
                <a:highlight>
                  <a:srgbClr val="00FFFF"/>
                </a:highlight>
              </a:rPr>
              <a:t>th</a:t>
            </a:r>
            <a:r>
              <a:rPr lang="en-GB" dirty="0">
                <a:highlight>
                  <a:srgbClr val="00FFFF"/>
                </a:highlight>
              </a:rPr>
              <a:t>   </a:t>
            </a:r>
            <a:r>
              <a:rPr lang="en-GB" dirty="0"/>
              <a:t>on WeChat (directly to me)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E33CF8-3C96-4A1C-91DE-578530B929DA}"/>
              </a:ext>
            </a:extLst>
          </p:cNvPr>
          <p:cNvSpPr txBox="1"/>
          <p:nvPr/>
        </p:nvSpPr>
        <p:spPr>
          <a:xfrm>
            <a:off x="1446662" y="6176963"/>
            <a:ext cx="8848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rgbClr val="FF0000"/>
                </a:solidFill>
                <a:highlight>
                  <a:srgbClr val="DFFCFD"/>
                </a:highlight>
              </a:rPr>
              <a:t>*** Failure to meet any of the submission rules on this page will lead to automatic rejection and a failing grade for the assignment. ***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7124</TotalTime>
  <Words>195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Office Theme</vt:lpstr>
      <vt:lpstr>Homework 2</vt:lpstr>
      <vt:lpstr>Homework 2 Submission details - individual</vt:lpstr>
    </vt:vector>
  </TitlesOfParts>
  <Company>HKPU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hkpuadmin</dc:creator>
  <cp:lastModifiedBy>Joanna Siebert</cp:lastModifiedBy>
  <cp:revision>327</cp:revision>
  <cp:lastPrinted>2019-09-03T08:34:37Z</cp:lastPrinted>
  <dcterms:created xsi:type="dcterms:W3CDTF">2014-08-14T09:54:55Z</dcterms:created>
  <dcterms:modified xsi:type="dcterms:W3CDTF">2026-09-09T04:45:41Z</dcterms:modified>
</cp:coreProperties>
</file>