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700" r:id="rId2"/>
    <p:sldId id="1935" r:id="rId3"/>
    <p:sldId id="1936" r:id="rId4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7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50" y="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EAC8F-6121-4ED8-AD5E-074C06CD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2A88C-0E72-4386-ABFB-6DFF55AE4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Follow the process we discussed to </a:t>
            </a:r>
            <a:r>
              <a:rPr lang="en-GB" sz="4400" dirty="0">
                <a:highlight>
                  <a:srgbClr val="FFFF00"/>
                </a:highlight>
              </a:rPr>
              <a:t>find 5 additional research papers </a:t>
            </a:r>
            <a:r>
              <a:rPr lang="en-GB" sz="4400" dirty="0"/>
              <a:t>closely related to the topic of your group </a:t>
            </a:r>
          </a:p>
          <a:p>
            <a:pPr lvl="1"/>
            <a:r>
              <a:rPr lang="en-GB" sz="4000" dirty="0">
                <a:highlight>
                  <a:srgbClr val="FFFF00"/>
                </a:highlight>
              </a:rPr>
              <a:t>Write a reference list </a:t>
            </a:r>
            <a:r>
              <a:rPr lang="en-GB" sz="4000" dirty="0"/>
              <a:t>for these 5 papers.</a:t>
            </a:r>
          </a:p>
          <a:p>
            <a:pPr lvl="1"/>
            <a:r>
              <a:rPr lang="en-GB" sz="4000" dirty="0">
                <a:highlight>
                  <a:srgbClr val="FFFF00"/>
                </a:highlight>
              </a:rPr>
              <a:t>Download</a:t>
            </a:r>
            <a:r>
              <a:rPr lang="en-GB" sz="4000" dirty="0"/>
              <a:t> the papers</a:t>
            </a:r>
          </a:p>
        </p:txBody>
      </p:sp>
    </p:spTree>
    <p:extLst>
      <p:ext uri="{BB962C8B-B14F-4D97-AF65-F5344CB8AC3E}">
        <p14:creationId xmlns:p14="http://schemas.microsoft.com/office/powerpoint/2010/main" val="2793359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 3 Submission details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Submit by the end of </a:t>
            </a:r>
            <a:r>
              <a:rPr lang="en-GB" dirty="0">
                <a:highlight>
                  <a:srgbClr val="00FFFF"/>
                </a:highlight>
              </a:rPr>
              <a:t>September 23</a:t>
            </a:r>
            <a:r>
              <a:rPr lang="en-GB" baseline="30000" dirty="0">
                <a:highlight>
                  <a:srgbClr val="00FFFF"/>
                </a:highlight>
              </a:rPr>
              <a:t>rd</a:t>
            </a:r>
            <a:r>
              <a:rPr lang="en-GB" dirty="0">
                <a:highlight>
                  <a:srgbClr val="00FFFF"/>
                </a:highlight>
              </a:rPr>
              <a:t> </a:t>
            </a:r>
            <a:r>
              <a:rPr lang="en-GB" dirty="0"/>
              <a:t>on WeChat (directly to me)</a:t>
            </a:r>
          </a:p>
          <a:p>
            <a:pPr lvl="1"/>
            <a:r>
              <a:rPr lang="en-GB" dirty="0"/>
              <a:t>1 file in a *.doc format</a:t>
            </a:r>
          </a:p>
          <a:p>
            <a:pPr lvl="2"/>
            <a:r>
              <a:rPr lang="en-GB" dirty="0"/>
              <a:t>File title</a:t>
            </a:r>
          </a:p>
          <a:p>
            <a:pPr lvl="3"/>
            <a:r>
              <a:rPr lang="en-GB" dirty="0"/>
              <a:t>Student number_RCS1_homework 3; example: </a:t>
            </a:r>
          </a:p>
          <a:p>
            <a:pPr lvl="4"/>
            <a:r>
              <a:rPr lang="en-GB" dirty="0">
                <a:solidFill>
                  <a:srgbClr val="FF0000"/>
                </a:solidFill>
              </a:rPr>
              <a:t>2010555179_RCS1_homework 3.doc</a:t>
            </a:r>
          </a:p>
          <a:p>
            <a:pPr lvl="2"/>
            <a:r>
              <a:rPr lang="en-GB" dirty="0"/>
              <a:t>First page</a:t>
            </a:r>
          </a:p>
          <a:p>
            <a:pPr lvl="3"/>
            <a:r>
              <a:rPr lang="en-GB" dirty="0"/>
              <a:t>Your name</a:t>
            </a:r>
          </a:p>
          <a:p>
            <a:pPr lvl="3"/>
            <a:r>
              <a:rPr lang="en-GB" dirty="0"/>
              <a:t>Your student number</a:t>
            </a:r>
          </a:p>
          <a:p>
            <a:pPr lvl="3"/>
            <a:r>
              <a:rPr lang="en-GB" dirty="0"/>
              <a:t>Homework number</a:t>
            </a:r>
          </a:p>
          <a:p>
            <a:pPr lvl="2"/>
            <a:r>
              <a:rPr lang="en-GB" dirty="0"/>
              <a:t>Following pages</a:t>
            </a:r>
          </a:p>
          <a:p>
            <a:pPr lvl="3"/>
            <a:r>
              <a:rPr lang="en-GB" dirty="0"/>
              <a:t>Your homework content</a:t>
            </a:r>
          </a:p>
          <a:p>
            <a:pPr lvl="1"/>
            <a:r>
              <a:rPr lang="en-GB" dirty="0"/>
              <a:t>5 PDF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76370-30A1-4A14-8BF0-D9E6F378F680}"/>
              </a:ext>
            </a:extLst>
          </p:cNvPr>
          <p:cNvSpPr txBox="1"/>
          <p:nvPr/>
        </p:nvSpPr>
        <p:spPr>
          <a:xfrm>
            <a:off x="1446662" y="6176963"/>
            <a:ext cx="88482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rgbClr val="FF0000"/>
                </a:solidFill>
                <a:highlight>
                  <a:srgbClr val="DFFCFD"/>
                </a:highlight>
              </a:rPr>
              <a:t>*** Failure to meet any of the submission rules on this page will lead to automatic rejection and a failing grade for the assignment. *** </a:t>
            </a:r>
          </a:p>
        </p:txBody>
      </p:sp>
    </p:spTree>
    <p:extLst>
      <p:ext uri="{BB962C8B-B14F-4D97-AF65-F5344CB8AC3E}">
        <p14:creationId xmlns:p14="http://schemas.microsoft.com/office/powerpoint/2010/main" val="51363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 3 Submission details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Bring the papers to the class on </a:t>
            </a:r>
            <a:r>
              <a:rPr lang="en-GB" dirty="0">
                <a:highlight>
                  <a:srgbClr val="FFFF00"/>
                </a:highlight>
              </a:rPr>
              <a:t>September  24</a:t>
            </a:r>
            <a:r>
              <a:rPr lang="en-GB" baseline="30000" dirty="0">
                <a:highlight>
                  <a:srgbClr val="FFFF00"/>
                </a:highlight>
              </a:rPr>
              <a:t>th</a:t>
            </a:r>
            <a:r>
              <a:rPr lang="en-GB" dirty="0">
                <a:highlight>
                  <a:srgbClr val="FFFF00"/>
                </a:highlight>
              </a:rPr>
              <a:t>  </a:t>
            </a:r>
            <a:r>
              <a:rPr lang="en-GB" dirty="0"/>
              <a:t>(not on your phone)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7000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7124</TotalTime>
  <Words>146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Office Theme</vt:lpstr>
      <vt:lpstr>Homework 3</vt:lpstr>
      <vt:lpstr>Homework 3 Submission details – part 1</vt:lpstr>
      <vt:lpstr>Homework 3 Submission details – part 2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330</cp:revision>
  <cp:lastPrinted>2019-09-03T08:34:37Z</cp:lastPrinted>
  <dcterms:created xsi:type="dcterms:W3CDTF">2014-08-14T09:54:55Z</dcterms:created>
  <dcterms:modified xsi:type="dcterms:W3CDTF">2026-09-21T09:50:30Z</dcterms:modified>
</cp:coreProperties>
</file>