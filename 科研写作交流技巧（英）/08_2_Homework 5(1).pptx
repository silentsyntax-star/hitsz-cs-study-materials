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066" r:id="rId2"/>
    <p:sldId id="1932" r:id="rId3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4DDC"/>
    <a:srgbClr val="FAE2F9"/>
    <a:srgbClr val="DF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20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Write a 2 page overview of your group’s topic. Include:</a:t>
            </a:r>
          </a:p>
          <a:p>
            <a:pPr lvl="1"/>
            <a:r>
              <a:rPr lang="en-GB" sz="2800" dirty="0"/>
              <a:t>background information</a:t>
            </a:r>
          </a:p>
          <a:p>
            <a:pPr lvl="1"/>
            <a:r>
              <a:rPr lang="en-GB" sz="2800" dirty="0"/>
              <a:t>proposed structure of your paper</a:t>
            </a:r>
          </a:p>
          <a:p>
            <a:r>
              <a:rPr lang="en-GB" sz="3200" dirty="0"/>
              <a:t>You can consider this overview as a draft of the Introduction section of </a:t>
            </a:r>
            <a:r>
              <a:rPr lang="en-GB" sz="3200"/>
              <a:t>your group’s </a:t>
            </a:r>
            <a:r>
              <a:rPr lang="en-GB" sz="3200" dirty="0"/>
              <a:t>paper. </a:t>
            </a:r>
          </a:p>
          <a:p>
            <a:r>
              <a:rPr lang="en-GB" sz="3200" dirty="0"/>
              <a:t>Remember to reference properly (in text references + reference list)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91461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 5 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1 file in a *.doc format</a:t>
            </a:r>
          </a:p>
          <a:p>
            <a:pPr lvl="1"/>
            <a:r>
              <a:rPr lang="en-GB" dirty="0"/>
              <a:t>File title</a:t>
            </a:r>
          </a:p>
          <a:p>
            <a:pPr lvl="2"/>
            <a:r>
              <a:rPr lang="en-GB" dirty="0"/>
              <a:t>Student </a:t>
            </a:r>
            <a:r>
              <a:rPr lang="en-GB" dirty="0" err="1"/>
              <a:t>number_RCS_homework</a:t>
            </a:r>
            <a:r>
              <a:rPr lang="en-GB" dirty="0"/>
              <a:t> 5; example: </a:t>
            </a:r>
          </a:p>
          <a:p>
            <a:pPr lvl="3"/>
            <a:r>
              <a:rPr lang="en-GB" dirty="0">
                <a:solidFill>
                  <a:srgbClr val="FF0000"/>
                </a:solidFill>
              </a:rPr>
              <a:t>2010555179_RCS_homework 5.doc</a:t>
            </a:r>
          </a:p>
          <a:p>
            <a:pPr lvl="1"/>
            <a:r>
              <a:rPr lang="en-GB" dirty="0"/>
              <a:t>First page</a:t>
            </a:r>
          </a:p>
          <a:p>
            <a:pPr lvl="2"/>
            <a:r>
              <a:rPr lang="en-GB" dirty="0"/>
              <a:t>Your name</a:t>
            </a:r>
          </a:p>
          <a:p>
            <a:pPr lvl="2"/>
            <a:r>
              <a:rPr lang="en-GB" dirty="0"/>
              <a:t>Your student number</a:t>
            </a:r>
          </a:p>
          <a:p>
            <a:pPr lvl="2"/>
            <a:r>
              <a:rPr lang="en-GB" dirty="0"/>
              <a:t>Homework number</a:t>
            </a:r>
          </a:p>
          <a:p>
            <a:pPr lvl="1"/>
            <a:r>
              <a:rPr lang="en-GB" dirty="0"/>
              <a:t>Following pages</a:t>
            </a:r>
          </a:p>
          <a:p>
            <a:pPr lvl="2"/>
            <a:r>
              <a:rPr lang="en-GB" dirty="0"/>
              <a:t>Your homework content</a:t>
            </a:r>
          </a:p>
          <a:p>
            <a:r>
              <a:rPr lang="en-GB" dirty="0"/>
              <a:t>Submit by the end of </a:t>
            </a:r>
            <a:r>
              <a:rPr lang="en-GB" dirty="0">
                <a:highlight>
                  <a:srgbClr val="FFFF00"/>
                </a:highlight>
              </a:rPr>
              <a:t>October 9</a:t>
            </a:r>
            <a:r>
              <a:rPr lang="en-GB" baseline="30000" dirty="0">
                <a:highlight>
                  <a:srgbClr val="FFFF00"/>
                </a:highlight>
              </a:rPr>
              <a:t>th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/>
              <a:t>on WeChat (directly to me)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E5428-1E06-419D-A6B2-D7A743D13DBA}"/>
              </a:ext>
            </a:extLst>
          </p:cNvPr>
          <p:cNvSpPr txBox="1"/>
          <p:nvPr/>
        </p:nvSpPr>
        <p:spPr>
          <a:xfrm>
            <a:off x="1446662" y="6176963"/>
            <a:ext cx="8848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rgbClr val="FF0000"/>
                </a:solidFill>
                <a:highlight>
                  <a:srgbClr val="DFFCFD"/>
                </a:highlight>
              </a:rPr>
              <a:t>*** Failure to meet any of the submission rules on this page will lead to automatic rejection and a failing grade for the assignment. ***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9423</TotalTime>
  <Words>135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Office Theme</vt:lpstr>
      <vt:lpstr>Homework 5</vt:lpstr>
      <vt:lpstr>Homework 5 Submission details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427</cp:revision>
  <cp:lastPrinted>2019-09-03T08:34:37Z</cp:lastPrinted>
  <dcterms:created xsi:type="dcterms:W3CDTF">2014-08-14T09:54:55Z</dcterms:created>
  <dcterms:modified xsi:type="dcterms:W3CDTF">2026-09-28T10:14:36Z</dcterms:modified>
</cp:coreProperties>
</file>