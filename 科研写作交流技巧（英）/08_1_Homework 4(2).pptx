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069" r:id="rId2"/>
    <p:sldId id="1932" r:id="rId3"/>
    <p:sldId id="1095" r:id="rId4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DDC"/>
    <a:srgbClr val="FAE2F9"/>
    <a:srgbClr val="DF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20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0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4A - Individual task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Collect 8-12 papers about  your group’s topic</a:t>
            </a:r>
          </a:p>
          <a:p>
            <a:pPr lvl="1"/>
            <a:r>
              <a:rPr lang="en-GB" sz="3200" dirty="0"/>
              <a:t>Identify in what ways those papers are related to each other or what fields they are in</a:t>
            </a:r>
          </a:p>
          <a:p>
            <a:pPr lvl="1"/>
            <a:r>
              <a:rPr lang="en-GB" sz="3200" dirty="0"/>
              <a:t> Categorise them into  several categories – give a title to each category – you can use </a:t>
            </a:r>
            <a:r>
              <a:rPr lang="en-GB" sz="3200" dirty="0">
                <a:highlight>
                  <a:srgbClr val="FFFF00"/>
                </a:highlight>
              </a:rPr>
              <a:t>a table or a tree </a:t>
            </a:r>
            <a:r>
              <a:rPr lang="en-GB" sz="3200" dirty="0"/>
              <a:t>to categorize the existing works</a:t>
            </a:r>
          </a:p>
          <a:p>
            <a:endParaRPr lang="en-GB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59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4A 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1 file in a *.doc format</a:t>
            </a:r>
          </a:p>
          <a:p>
            <a:pPr lvl="1"/>
            <a:r>
              <a:rPr lang="en-GB" dirty="0"/>
              <a:t>File title</a:t>
            </a:r>
          </a:p>
          <a:p>
            <a:pPr lvl="2"/>
            <a:r>
              <a:rPr lang="en-GB" dirty="0"/>
              <a:t>Student </a:t>
            </a:r>
            <a:r>
              <a:rPr lang="en-GB" dirty="0" err="1"/>
              <a:t>number_RCS_homework</a:t>
            </a:r>
            <a:r>
              <a:rPr lang="en-GB" dirty="0"/>
              <a:t> 4A; example: </a:t>
            </a:r>
          </a:p>
          <a:p>
            <a:pPr lvl="3"/>
            <a:r>
              <a:rPr lang="en-GB" dirty="0">
                <a:solidFill>
                  <a:srgbClr val="FF0000"/>
                </a:solidFill>
              </a:rPr>
              <a:t>2010555179_RCS_homework 4A.doc</a:t>
            </a:r>
          </a:p>
          <a:p>
            <a:pPr lvl="1"/>
            <a:r>
              <a:rPr lang="en-GB" dirty="0"/>
              <a:t>First page</a:t>
            </a:r>
          </a:p>
          <a:p>
            <a:pPr lvl="2"/>
            <a:r>
              <a:rPr lang="en-GB" dirty="0"/>
              <a:t>Your name</a:t>
            </a:r>
          </a:p>
          <a:p>
            <a:pPr lvl="2"/>
            <a:r>
              <a:rPr lang="en-GB" dirty="0"/>
              <a:t>Your student number</a:t>
            </a:r>
          </a:p>
          <a:p>
            <a:pPr lvl="2"/>
            <a:r>
              <a:rPr lang="en-GB" dirty="0"/>
              <a:t>Homework number</a:t>
            </a:r>
          </a:p>
          <a:p>
            <a:pPr lvl="1"/>
            <a:r>
              <a:rPr lang="en-GB" dirty="0"/>
              <a:t>Following pages</a:t>
            </a:r>
          </a:p>
          <a:p>
            <a:pPr lvl="2"/>
            <a:r>
              <a:rPr lang="en-GB" dirty="0"/>
              <a:t>Your homework content</a:t>
            </a:r>
          </a:p>
          <a:p>
            <a:r>
              <a:rPr lang="en-GB" dirty="0"/>
              <a:t>Submit by the end of </a:t>
            </a:r>
            <a:r>
              <a:rPr lang="en-GB" dirty="0">
                <a:highlight>
                  <a:srgbClr val="00FFFF"/>
                </a:highlight>
              </a:rPr>
              <a:t>October 9</a:t>
            </a:r>
            <a:r>
              <a:rPr lang="en-GB" baseline="30000" dirty="0">
                <a:highlight>
                  <a:srgbClr val="00FFFF"/>
                </a:highlight>
              </a:rPr>
              <a:t>th</a:t>
            </a:r>
            <a:r>
              <a:rPr lang="en-GB" dirty="0">
                <a:highlight>
                  <a:srgbClr val="00FFFF"/>
                </a:highlight>
              </a:rPr>
              <a:t> </a:t>
            </a:r>
            <a:r>
              <a:rPr lang="en-GB" dirty="0"/>
              <a:t>on WeChat (directly to 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3BF78-B715-4905-B2EC-109BD1D3EF55}"/>
              </a:ext>
            </a:extLst>
          </p:cNvPr>
          <p:cNvSpPr txBox="1"/>
          <p:nvPr/>
        </p:nvSpPr>
        <p:spPr>
          <a:xfrm>
            <a:off x="1446662" y="6176963"/>
            <a:ext cx="8848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FF0000"/>
                </a:solidFill>
                <a:highlight>
                  <a:srgbClr val="DFFCFD"/>
                </a:highlight>
              </a:rPr>
              <a:t>*** Failure to meet any of the submission rules on this page will lead to automatic rejection and a failing grade for the assignment. ***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4B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Bring to the next class</a:t>
            </a:r>
            <a:endParaRPr lang="en-GB" sz="4400" dirty="0">
              <a:highlight>
                <a:srgbClr val="FFFF00"/>
              </a:highlight>
            </a:endParaRPr>
          </a:p>
          <a:p>
            <a:pPr lvl="1"/>
            <a:r>
              <a:rPr lang="en-GB" sz="4000" dirty="0"/>
              <a:t>Topic/survey title of your group</a:t>
            </a:r>
          </a:p>
          <a:p>
            <a:pPr lvl="1"/>
            <a:r>
              <a:rPr lang="en-GB" sz="4000" dirty="0"/>
              <a:t>Important papers related to your topic</a:t>
            </a:r>
          </a:p>
          <a:p>
            <a:r>
              <a:rPr lang="en-US" sz="4400" dirty="0"/>
              <a:t>We will keep reading papers and creating an overview for your survey </a:t>
            </a:r>
          </a:p>
          <a:p>
            <a:endParaRPr lang="en-GB" sz="44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49810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9720</TotalTime>
  <Words>173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Office Theme</vt:lpstr>
      <vt:lpstr>Homework 4A - Individual task </vt:lpstr>
      <vt:lpstr>Homework 4A Submission details</vt:lpstr>
      <vt:lpstr>Homework 4B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432</cp:revision>
  <cp:lastPrinted>2019-09-03T08:34:37Z</cp:lastPrinted>
  <dcterms:created xsi:type="dcterms:W3CDTF">2014-08-14T09:54:55Z</dcterms:created>
  <dcterms:modified xsi:type="dcterms:W3CDTF">2026-09-24T04:06:10Z</dcterms:modified>
</cp:coreProperties>
</file>