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0"/>
  </p:notesMasterIdLst>
  <p:sldIdLst>
    <p:sldId id="357" r:id="rId4"/>
    <p:sldId id="257" r:id="rId5"/>
    <p:sldId id="356" r:id="rId6"/>
    <p:sldId id="293" r:id="rId7"/>
    <p:sldId id="294" r:id="rId8"/>
    <p:sldId id="258" r:id="rId9"/>
    <p:sldId id="259" r:id="rId11"/>
    <p:sldId id="262" r:id="rId12"/>
    <p:sldId id="263" r:id="rId13"/>
    <p:sldId id="296" r:id="rId14"/>
    <p:sldId id="260" r:id="rId15"/>
    <p:sldId id="305" r:id="rId16"/>
    <p:sldId id="298" r:id="rId17"/>
    <p:sldId id="299" r:id="rId18"/>
    <p:sldId id="300" r:id="rId19"/>
    <p:sldId id="301" r:id="rId20"/>
    <p:sldId id="302" r:id="rId21"/>
    <p:sldId id="303" r:id="rId22"/>
    <p:sldId id="304" r:id="rId23"/>
    <p:sldId id="297" r:id="rId24"/>
    <p:sldId id="307" r:id="rId25"/>
    <p:sldId id="308" r:id="rId26"/>
    <p:sldId id="313" r:id="rId27"/>
    <p:sldId id="309" r:id="rId28"/>
    <p:sldId id="310" r:id="rId29"/>
    <p:sldId id="311" r:id="rId30"/>
    <p:sldId id="312" r:id="rId31"/>
    <p:sldId id="306" r:id="rId32"/>
    <p:sldId id="318" r:id="rId33"/>
    <p:sldId id="314" r:id="rId34"/>
    <p:sldId id="315" r:id="rId35"/>
    <p:sldId id="316" r:id="rId36"/>
    <p:sldId id="317" r:id="rId37"/>
    <p:sldId id="261" r:id="rId38"/>
    <p:sldId id="319" r:id="rId39"/>
    <p:sldId id="365" r:id="rId40"/>
    <p:sldId id="366" r:id="rId41"/>
    <p:sldId id="361" r:id="rId42"/>
    <p:sldId id="349" r:id="rId43"/>
    <p:sldId id="350" r:id="rId44"/>
    <p:sldId id="325" r:id="rId45"/>
    <p:sldId id="265" r:id="rId46"/>
    <p:sldId id="320" r:id="rId47"/>
    <p:sldId id="266" r:id="rId48"/>
    <p:sldId id="364" r:id="rId49"/>
    <p:sldId id="359" r:id="rId50"/>
    <p:sldId id="360" r:id="rId51"/>
    <p:sldId id="321" r:id="rId52"/>
    <p:sldId id="362" r:id="rId53"/>
    <p:sldId id="352" r:id="rId54"/>
    <p:sldId id="353" r:id="rId55"/>
    <p:sldId id="326" r:id="rId56"/>
    <p:sldId id="327" r:id="rId57"/>
    <p:sldId id="328" r:id="rId58"/>
    <p:sldId id="335" r:id="rId59"/>
    <p:sldId id="331" r:id="rId60"/>
    <p:sldId id="340" r:id="rId61"/>
    <p:sldId id="341" r:id="rId62"/>
    <p:sldId id="342" r:id="rId63"/>
    <p:sldId id="343" r:id="rId64"/>
    <p:sldId id="344" r:id="rId65"/>
    <p:sldId id="271" r:id="rId66"/>
    <p:sldId id="272" r:id="rId67"/>
    <p:sldId id="275" r:id="rId68"/>
    <p:sldId id="276" r:id="rId69"/>
    <p:sldId id="345" r:id="rId70"/>
    <p:sldId id="329" r:id="rId71"/>
    <p:sldId id="354" r:id="rId72"/>
    <p:sldId id="346" r:id="rId73"/>
    <p:sldId id="348" r:id="rId74"/>
    <p:sldId id="363" r:id="rId75"/>
    <p:sldId id="358" r:id="rId76"/>
    <p:sldId id="292" r:id="rId77"/>
  </p:sldIdLst>
  <p:sldSz cx="9144000" cy="6858000" type="screen4x3"/>
  <p:notesSz cx="6858000" cy="9144000"/>
  <p:custDataLst>
    <p:tags r:id="rId8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 Yifeng" initials="Z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84322" autoAdjust="0"/>
  </p:normalViewPr>
  <p:slideViewPr>
    <p:cSldViewPr snapToGrid="0">
      <p:cViewPr>
        <p:scale>
          <a:sx n="89" d="100"/>
          <a:sy n="89" d="100"/>
        </p:scale>
        <p:origin x="1194" y="-39"/>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gs" Target="tags/tag43.xml"/><Relationship Id="rId81" Type="http://schemas.openxmlformats.org/officeDocument/2006/relationships/commentAuthors" Target="commentAuthors.xml"/><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3DEA-197C-4542-87C0-981212C4EFB2}" type="datetimeFigureOut">
              <a:rPr lang="en-AU" smtClean="0"/>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7A903-3A42-486D-A3BC-854A05CABB63}" type="slidenum">
              <a:rPr lang="en-AU" smtClean="0"/>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Sigma</a:t>
            </a:r>
            <a:r>
              <a:rPr lang="zh-CN" altLang="en-US" dirty="0"/>
              <a:t>是输入的符号串所在的字母表。</a:t>
            </a:r>
            <a:endParaRPr lang="en-AU" altLang="zh-CN" dirty="0"/>
          </a:p>
          <a:p>
            <a:endParaRPr lang="en-AU" dirty="0"/>
          </a:p>
          <a:p>
            <a:r>
              <a:rPr lang="zh-CN" altLang="en-US" dirty="0"/>
              <a:t>而</a:t>
            </a:r>
            <a:r>
              <a:rPr lang="en-US" altLang="zh-CN" dirty="0"/>
              <a:t>gamma</a:t>
            </a:r>
            <a:r>
              <a:rPr lang="zh-CN" altLang="en-US" dirty="0"/>
              <a:t>表示的是整个带上的符号串所在的字母表，注意带上除了输入的符号串外，还有特殊符号，比如空格符号。</a:t>
            </a:r>
            <a:endParaRPr lang="en-AU" altLang="zh-CN" dirty="0"/>
          </a:p>
          <a:p>
            <a:endParaRPr lang="en-AU" dirty="0"/>
          </a:p>
          <a:p>
            <a:r>
              <a:rPr lang="en-AU" dirty="0"/>
              <a:t>Delta</a:t>
            </a:r>
            <a:r>
              <a:rPr lang="zh-CN" altLang="en-US" dirty="0"/>
              <a:t>：根据当前的状态和读入的符号进行状态的转移，同时修改读写头下的单元格，并且将读写头向左或向右移动一个单元格。</a:t>
            </a:r>
            <a:endParaRPr lang="en-AU" altLang="zh-CN" dirty="0"/>
          </a:p>
          <a:p>
            <a:endParaRPr lang="en-AU" dirty="0"/>
          </a:p>
          <a:p>
            <a:pPr marL="228600" indent="-228600">
              <a:buAutoNum type="arabicPeriod"/>
            </a:pPr>
            <a:r>
              <a:rPr lang="zh-CN" altLang="en-US" dirty="0"/>
              <a:t>一个新状态</a:t>
            </a:r>
            <a:endParaRPr lang="en-AU" altLang="zh-CN" dirty="0"/>
          </a:p>
          <a:p>
            <a:pPr marL="228600" indent="-228600">
              <a:buAutoNum type="arabicPeriod"/>
            </a:pPr>
            <a:r>
              <a:rPr lang="zh-CN" altLang="en-US" dirty="0"/>
              <a:t>一个新的</a:t>
            </a:r>
            <a:r>
              <a:rPr lang="en-AU" altLang="zh-CN" dirty="0"/>
              <a:t>tape symbol</a:t>
            </a:r>
            <a:endParaRPr lang="en-AU" altLang="zh-CN" dirty="0"/>
          </a:p>
          <a:p>
            <a:pPr marL="228600" indent="-228600">
              <a:buAutoNum type="arabicPeriod"/>
            </a:pPr>
            <a:r>
              <a:rPr lang="zh-CN" altLang="en-US" dirty="0"/>
              <a:t>向左或者向右移动</a:t>
            </a:r>
            <a:endParaRPr lang="en-AU" dirty="0"/>
          </a:p>
          <a:p>
            <a:endParaRPr lang="en-AU" dirty="0"/>
          </a:p>
          <a:p>
            <a:r>
              <a:rPr lang="en-AU" dirty="0"/>
              <a:t>B</a:t>
            </a:r>
            <a:r>
              <a:rPr lang="zh-CN" altLang="en-US" dirty="0"/>
              <a:t>是在有穷带符号集中</a:t>
            </a:r>
            <a:r>
              <a:rPr lang="en-US" altLang="zh-CN" dirty="0"/>
              <a:t>gamma</a:t>
            </a:r>
            <a:r>
              <a:rPr lang="zh-CN" altLang="en-US" dirty="0"/>
              <a:t>中，不在输入符号集</a:t>
            </a:r>
            <a:r>
              <a:rPr lang="en-US" altLang="zh-CN" dirty="0"/>
              <a:t>sigma</a:t>
            </a:r>
            <a:r>
              <a:rPr lang="zh-CN" altLang="en-US" dirty="0"/>
              <a:t>中的一个特殊符号，我们称为空格符号。</a:t>
            </a:r>
            <a:endParaRPr lang="en-AU" altLang="zh-CN" dirty="0"/>
          </a:p>
          <a:p>
            <a:endParaRPr lang="en-AU" dirty="0"/>
          </a:p>
          <a:p>
            <a:r>
              <a:rPr lang="zh-CN" altLang="en-US" dirty="0"/>
              <a:t>最初的时候，输入带上，除了输入的符号外，其他的无穷多个单元格放置的都是空格符号，用来指示输入数据的边界，因为输入带是无穷的。</a:t>
            </a:r>
            <a:endParaRPr lang="en-AU" altLang="zh-CN" dirty="0"/>
          </a:p>
          <a:p>
            <a:endParaRPr lang="en-AU" dirty="0"/>
          </a:p>
          <a:p>
            <a:r>
              <a:rPr lang="en-AU" dirty="0"/>
              <a:t>Tape</a:t>
            </a:r>
            <a:r>
              <a:rPr lang="zh-CN" altLang="en-US" dirty="0"/>
              <a:t>相当于内存，有穷控制器相当于</a:t>
            </a:r>
            <a:r>
              <a:rPr lang="en-AU" altLang="zh-CN" dirty="0"/>
              <a:t>CPU</a:t>
            </a:r>
            <a:r>
              <a:rPr lang="zh-CN" altLang="en-US" dirty="0"/>
              <a:t>和程序计数器。</a:t>
            </a:r>
            <a:endParaRPr lang="en-AU" altLang="zh-CN" dirty="0"/>
          </a:p>
          <a:p>
            <a:endParaRPr lang="en-AU" dirty="0"/>
          </a:p>
          <a:p>
            <a:endParaRPr lang="en-AU" dirty="0"/>
          </a:p>
          <a:p>
            <a:endParaRPr lang="en-AU" dirty="0"/>
          </a:p>
          <a:p>
            <a:r>
              <a:rPr lang="zh-CN" altLang="en-US" dirty="0"/>
              <a:t>初始的时候，</a:t>
            </a:r>
            <a:r>
              <a:rPr lang="en-AU" altLang="zh-CN" dirty="0"/>
              <a:t>tape head</a:t>
            </a:r>
            <a:r>
              <a:rPr lang="zh-CN" altLang="en-US" dirty="0"/>
              <a:t>指向最左边的第一个输入符号，</a:t>
            </a:r>
            <a:r>
              <a:rPr lang="en-AU" altLang="zh-CN" dirty="0"/>
              <a:t>leftmost input symbol</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带头是指向</a:t>
            </a:r>
            <a:r>
              <a:rPr lang="en-AU" altLang="zh-CN" dirty="0"/>
              <a:t>X</a:t>
            </a:r>
            <a:r>
              <a:rPr lang="en-US" altLang="zh-CN" dirty="0"/>
              <a:t>_</a:t>
            </a:r>
            <a:r>
              <a:rPr lang="en-US" altLang="zh-CN" dirty="0" err="1"/>
              <a:t>i</a:t>
            </a:r>
            <a:r>
              <a:rPr lang="zh-CN" altLang="en-US" dirty="0"/>
              <a:t>上。</a:t>
            </a:r>
            <a:endParaRPr lang="en-AU" altLang="zh-CN" dirty="0"/>
          </a:p>
          <a:p>
            <a:endParaRPr lang="en-AU" dirty="0"/>
          </a:p>
          <a:p>
            <a:r>
              <a:rPr lang="en-AU" dirty="0"/>
              <a:t>q</a:t>
            </a:r>
            <a:r>
              <a:rPr lang="zh-CN" altLang="en-US" dirty="0"/>
              <a:t>是</a:t>
            </a:r>
            <a:r>
              <a:rPr lang="en-US" altLang="zh-CN" dirty="0"/>
              <a:t>TM</a:t>
            </a:r>
            <a:r>
              <a:rPr lang="zh-CN" altLang="en-US" dirty="0"/>
              <a:t>的当前状态，直接写在带头所指向的符号前面。</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altLang="zh-CN" i="1" dirty="0">
                    <a:latin typeface="Cambria Math" panose="02040503050406030204" pitchFamily="18" charset="0"/>
                  </a:rPr>
                  <a:t>q</a:t>
                </a:r>
                <a:r>
                  <a:rPr lang="zh-CN" altLang="en-US" i="1" dirty="0">
                    <a:latin typeface="Cambria Math" panose="02040503050406030204" pitchFamily="18" charset="0"/>
                  </a:rPr>
                  <a:t>表示</a:t>
                </a:r>
                <a:endParaRPr lang="en-US" altLang="zh-CN" i="1" dirty="0">
                  <a:latin typeface="Cambria Math" panose="02040503050406030204" pitchFamily="18" charset="0"/>
                </a:endParaRPr>
              </a:p>
              <a:p>
                <a14:m>
                  <m:oMath xmlns:m="http://schemas.openxmlformats.org/officeDocument/2006/math">
                    <m:r>
                      <a:rPr lang="en-US" altLang="zh-CN" i="1" dirty="0" smtClean="0">
                        <a:latin typeface="Cambria Math" panose="02040503050406030204" pitchFamily="18" charset="0"/>
                      </a:rPr>
                      <m:t>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𝑞</m:t>
                    </m:r>
                    <m:r>
                      <a:rPr lang="en-US" altLang="zh-CN"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𝑋</m:t>
                        </m:r>
                      </m:e>
                      <m:sub>
                        <m:r>
                          <a:rPr lang="en-AU" altLang="zh-CN" b="0" i="1" dirty="0" smtClean="0">
                            <a:latin typeface="Cambria Math" panose="02040503050406030204" pitchFamily="18" charset="0"/>
                          </a:rPr>
                          <m:t>𝑖</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𝑝</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𝑌</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oMath>
                </a14:m>
                <a:r>
                  <a:rPr lang="en-US" altLang="zh-CN" dirty="0"/>
                  <a:t>,</a:t>
                </a:r>
                <a:r>
                  <a:rPr lang="zh-CN" altLang="en-US" dirty="0"/>
                  <a:t>当前指向</a:t>
                </a:r>
                <a:r>
                  <a:rPr lang="en-AU" altLang="zh-CN" dirty="0" err="1"/>
                  <a:t>X_i</a:t>
                </a:r>
                <a:r>
                  <a:rPr lang="zh-CN" altLang="en-US" dirty="0"/>
                  <a:t>，读入当前符号后，把</a:t>
                </a:r>
                <a:r>
                  <a:rPr lang="en-AU" altLang="zh-CN" dirty="0"/>
                  <a:t>X</a:t>
                </a:r>
                <a:r>
                  <a:rPr lang="en-US" altLang="zh-CN" dirty="0"/>
                  <a:t>_</a:t>
                </a:r>
                <a:r>
                  <a:rPr lang="en-US" altLang="zh-CN" dirty="0" err="1"/>
                  <a:t>i</a:t>
                </a:r>
                <a:r>
                  <a:rPr lang="zh-CN" altLang="en-US" dirty="0"/>
                  <a:t>改为</a:t>
                </a:r>
                <a:r>
                  <a:rPr lang="en-AU" altLang="zh-CN" dirty="0"/>
                  <a:t>Y,</a:t>
                </a:r>
                <a:r>
                  <a:rPr lang="zh-CN" altLang="en-US" dirty="0"/>
                  <a:t>同时向左移动带头，此时指向</a:t>
                </a:r>
                <a:r>
                  <a:rPr lang="en-AU" altLang="zh-CN" dirty="0"/>
                  <a:t>X_(i-1)</a:t>
                </a:r>
                <a:r>
                  <a:rPr lang="zh-CN" altLang="en-US" dirty="0"/>
                  <a:t>，因此新的状态</a:t>
                </a:r>
                <a:r>
                  <a:rPr lang="en-AU" altLang="zh-CN" dirty="0"/>
                  <a:t>p</a:t>
                </a:r>
                <a:r>
                  <a:rPr lang="zh-CN" altLang="en-US" dirty="0"/>
                  <a:t>应该放在</a:t>
                </a:r>
                <a:r>
                  <a:rPr lang="en-AU" altLang="zh-CN" dirty="0"/>
                  <a:t>X_(i-1)</a:t>
                </a:r>
                <a:r>
                  <a:rPr lang="zh-CN" altLang="en-US" dirty="0"/>
                  <a:t>前面，即</a:t>
                </a:r>
                <a14:m>
                  <m:oMath xmlns:m="http://schemas.openxmlformats.org/officeDocument/2006/math">
                    <m:sSub>
                      <m:sSubPr>
                        <m:ctrlPr>
                          <a:rPr lang="en-AU" altLang="zh-CN" i="1" smtClean="0">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i="1">
                            <a:latin typeface="Cambria Math" panose="02040503050406030204" pitchFamily="18" charset="0"/>
                          </a:rPr>
                          <m:t>−</m:t>
                        </m:r>
                        <m:r>
                          <a:rPr lang="en-AU" altLang="zh-CN" i="1">
                            <a:latin typeface="Cambria Math" panose="02040503050406030204" pitchFamily="18" charset="0"/>
                          </a:rPr>
                          <m:t>2</m:t>
                        </m:r>
                      </m:sub>
                    </m:sSub>
                    <m:r>
                      <a:rPr lang="en-AU" altLang="zh-CN" b="0" i="1" smtClean="0">
                        <a:latin typeface="Cambria Math" panose="02040503050406030204" pitchFamily="18" charset="0"/>
                      </a:rPr>
                      <m:t>𝑝</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r>
                      <a:rPr lang="en-AU" altLang="zh-CN" b="0" i="1" smtClean="0">
                        <a:latin typeface="Cambria Math" panose="02040503050406030204" pitchFamily="18" charset="0"/>
                      </a:rPr>
                      <m:t>𝑌</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b="0" i="1" smtClean="0">
                            <a:latin typeface="Cambria Math" panose="02040503050406030204" pitchFamily="18" charset="0"/>
                          </a:rPr>
                          <m:t>+</m:t>
                        </m:r>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oMath>
                </a14:m>
                <a:endParaRPr lang="en-AU" dirty="0"/>
              </a:p>
            </p:txBody>
          </p:sp>
        </mc:Choice>
        <mc:Fallback>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altLang="zh-CN" i="1" dirty="0">
                    <a:latin typeface="Cambria Math" panose="02040503050406030204" pitchFamily="18" charset="0"/>
                  </a:rPr>
                  <a:t>q</a:t>
                </a:r>
                <a:r>
                  <a:rPr lang="zh-CN" altLang="en-US" i="1" dirty="0">
                    <a:latin typeface="Cambria Math" panose="02040503050406030204" pitchFamily="18" charset="0"/>
                  </a:rPr>
                  <a:t>表示</a:t>
                </a:r>
                <a:endParaRPr lang="en-US" altLang="zh-CN" i="1" dirty="0">
                  <a:latin typeface="Cambria Math" panose="02040503050406030204" pitchFamily="18" charset="0"/>
                </a:endParaRPr>
              </a:p>
              <a:p>
                <a14:m>
                  <m:oMath xmlns:m="http://schemas.openxmlformats.org/officeDocument/2006/math">
                    <m:r>
                      <a:rPr lang="en-US" altLang="zh-CN" i="1" dirty="0" smtClean="0">
                        <a:latin typeface="Cambria Math" panose="02040503050406030204" pitchFamily="18" charset="0"/>
                      </a:rPr>
                      <m:t>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𝑞</m:t>
                    </m:r>
                    <m:r>
                      <a:rPr lang="en-US" altLang="zh-CN"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𝑋</m:t>
                        </m:r>
                      </m:e>
                      <m:sub>
                        <m:r>
                          <a:rPr lang="en-AU" altLang="zh-CN" b="0" i="1" dirty="0" smtClean="0">
                            <a:latin typeface="Cambria Math" panose="02040503050406030204" pitchFamily="18" charset="0"/>
                          </a:rPr>
                          <m:t>𝑖</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𝑝</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𝑌</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oMath>
                </a14:m>
                <a:r>
                  <a:rPr lang="en-US" altLang="zh-CN" dirty="0"/>
                  <a:t>,</a:t>
                </a:r>
                <a:r>
                  <a:rPr lang="zh-CN" altLang="en-US" dirty="0"/>
                  <a:t>当前指向</a:t>
                </a:r>
                <a:r>
                  <a:rPr lang="en-AU" altLang="zh-CN" dirty="0" err="1"/>
                  <a:t>X_i</a:t>
                </a:r>
                <a:r>
                  <a:rPr lang="zh-CN" altLang="en-US" dirty="0"/>
                  <a:t>，读入当前符号后，把</a:t>
                </a:r>
                <a:r>
                  <a:rPr lang="en-AU" altLang="zh-CN" dirty="0"/>
                  <a:t>X</a:t>
                </a:r>
                <a:r>
                  <a:rPr lang="en-US" altLang="zh-CN" dirty="0"/>
                  <a:t>_</a:t>
                </a:r>
                <a:r>
                  <a:rPr lang="en-US" altLang="zh-CN" dirty="0" err="1"/>
                  <a:t>i</a:t>
                </a:r>
                <a:r>
                  <a:rPr lang="zh-CN" altLang="en-US" dirty="0"/>
                  <a:t>改为</a:t>
                </a:r>
                <a:r>
                  <a:rPr lang="en-AU" altLang="zh-CN" dirty="0"/>
                  <a:t>Y,</a:t>
                </a:r>
                <a:r>
                  <a:rPr lang="zh-CN" altLang="en-US" dirty="0"/>
                  <a:t>同时向左移动带头，此时指向</a:t>
                </a:r>
                <a:r>
                  <a:rPr lang="en-AU" altLang="zh-CN" dirty="0"/>
                  <a:t>X_(i-1)</a:t>
                </a:r>
                <a:r>
                  <a:rPr lang="zh-CN" altLang="en-US" dirty="0"/>
                  <a:t>，因此新的状态</a:t>
                </a:r>
                <a:r>
                  <a:rPr lang="en-AU" altLang="zh-CN" dirty="0"/>
                  <a:t>p</a:t>
                </a:r>
                <a:r>
                  <a:rPr lang="zh-CN" altLang="en-US" dirty="0"/>
                  <a:t>应该放在</a:t>
                </a:r>
                <a:r>
                  <a:rPr lang="en-AU" altLang="zh-CN" dirty="0"/>
                  <a:t>X_(i-1)</a:t>
                </a:r>
                <a:r>
                  <a:rPr lang="zh-CN" altLang="en-US" dirty="0"/>
                  <a:t>前面，即</a:t>
                </a:r>
                <a14:m>
                  <m:oMath xmlns:m="http://schemas.openxmlformats.org/officeDocument/2006/math">
                    <m:sSub>
                      <m:sSubPr>
                        <m:ctrlPr>
                          <a:rPr lang="en-AU" altLang="zh-CN" i="1" smtClean="0">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i="1">
                            <a:latin typeface="Cambria Math" panose="02040503050406030204" pitchFamily="18" charset="0"/>
                          </a:rPr>
                          <m:t>−</m:t>
                        </m:r>
                        <m:r>
                          <a:rPr lang="en-AU" altLang="zh-CN" i="1">
                            <a:latin typeface="Cambria Math" panose="02040503050406030204" pitchFamily="18" charset="0"/>
                          </a:rPr>
                          <m:t>2</m:t>
                        </m:r>
                      </m:sub>
                    </m:sSub>
                    <m:r>
                      <a:rPr lang="en-AU" altLang="zh-CN" b="0" i="1" smtClean="0">
                        <a:latin typeface="Cambria Math" panose="02040503050406030204" pitchFamily="18" charset="0"/>
                      </a:rPr>
                      <m:t>𝑝</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r>
                      <a:rPr lang="en-AU" altLang="zh-CN" b="0" i="1" smtClean="0">
                        <a:latin typeface="Cambria Math" panose="02040503050406030204" pitchFamily="18" charset="0"/>
                      </a:rPr>
                      <m:t>𝑌</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b="0" i="1" smtClean="0">
                            <a:latin typeface="Cambria Math" panose="02040503050406030204" pitchFamily="18" charset="0"/>
                          </a:rPr>
                          <m:t>+</m:t>
                        </m:r>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oMath>
                </a14:m>
                <a:endParaRPr lang="en-AU" dirty="0"/>
              </a:p>
            </p:txBody>
          </p:sp>
        </mc:Choice>
        <mc:Fallback>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注意，当在搜寻</a:t>
            </a:r>
            <a:r>
              <a:rPr lang="en-AU" altLang="zh-CN" dirty="0"/>
              <a:t>1</a:t>
            </a:r>
            <a:r>
              <a:rPr lang="zh-CN" altLang="en-US" dirty="0"/>
              <a:t>时，如果图灵机找到了空格符</a:t>
            </a:r>
            <a:r>
              <a:rPr lang="en-AU" altLang="zh-CN" dirty="0"/>
              <a:t>B</a:t>
            </a:r>
            <a:r>
              <a:rPr lang="zh-CN" altLang="en-US" dirty="0"/>
              <a:t>，则</a:t>
            </a:r>
            <a:r>
              <a:rPr lang="en-US" altLang="zh-CN" dirty="0"/>
              <a:t>M</a:t>
            </a:r>
            <a:r>
              <a:rPr lang="zh-CN" altLang="en-US" dirty="0"/>
              <a:t>停止，不接受该串（此时，</a:t>
            </a:r>
            <a:r>
              <a:rPr lang="en-AU" altLang="zh-CN" dirty="0"/>
              <a:t>a</a:t>
            </a:r>
            <a:r>
              <a:rPr lang="zh-CN" altLang="en-US" dirty="0"/>
              <a:t>的个数大于</a:t>
            </a:r>
            <a:r>
              <a:rPr lang="en-AU" altLang="zh-CN" dirty="0"/>
              <a:t>b</a:t>
            </a:r>
            <a:r>
              <a:rPr lang="zh-CN" altLang="en-US" dirty="0"/>
              <a:t>的个数）</a:t>
            </a:r>
            <a:endParaRPr lang="en-AU" altLang="zh-CN" dirty="0"/>
          </a:p>
          <a:p>
            <a:endParaRPr lang="en-AU" dirty="0"/>
          </a:p>
          <a:p>
            <a:r>
              <a:rPr lang="zh-CN" altLang="en-US" dirty="0"/>
              <a:t>当将</a:t>
            </a:r>
            <a:r>
              <a:rPr lang="en-AU" altLang="zh-CN" dirty="0"/>
              <a:t>1</a:t>
            </a:r>
            <a:r>
              <a:rPr lang="zh-CN" altLang="en-US" dirty="0"/>
              <a:t>改为</a:t>
            </a:r>
            <a:r>
              <a:rPr lang="en-US" altLang="zh-CN" dirty="0"/>
              <a:t>y</a:t>
            </a:r>
            <a:r>
              <a:rPr lang="zh-CN" altLang="en-US" dirty="0"/>
              <a:t>后，左边再也找不到</a:t>
            </a:r>
            <a:r>
              <a:rPr lang="en-US" altLang="zh-CN" dirty="0"/>
              <a:t>0</a:t>
            </a:r>
            <a:r>
              <a:rPr lang="zh-CN" altLang="en-US" dirty="0"/>
              <a:t>，此时，若右边再无</a:t>
            </a:r>
            <a:r>
              <a:rPr lang="en-AU" altLang="zh-CN" dirty="0"/>
              <a:t>1</a:t>
            </a:r>
            <a:r>
              <a:rPr lang="zh-CN" altLang="en-US" dirty="0"/>
              <a:t>，则接受；若仍有</a:t>
            </a:r>
            <a:r>
              <a:rPr lang="en-US" altLang="zh-CN" dirty="0"/>
              <a:t>1</a:t>
            </a:r>
            <a:r>
              <a:rPr lang="zh-CN" altLang="en-US" dirty="0"/>
              <a:t>，则</a:t>
            </a:r>
            <a:r>
              <a:rPr lang="en-US" altLang="zh-CN" dirty="0"/>
              <a:t>1</a:t>
            </a:r>
            <a:r>
              <a:rPr lang="zh-CN" altLang="en-US" dirty="0"/>
              <a:t>的个数大于</a:t>
            </a:r>
            <a:r>
              <a:rPr lang="en-AU" altLang="zh-CN" dirty="0"/>
              <a:t>0</a:t>
            </a:r>
            <a:r>
              <a:rPr lang="zh-CN" altLang="en-US" dirty="0"/>
              <a:t>的个数，不接受。</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AU" altLang="zh-CN" dirty="0"/>
              <a:t>q1</a:t>
            </a:r>
            <a:r>
              <a:rPr lang="zh-CN" altLang="en-US" dirty="0"/>
              <a:t>的时候，除了跳过</a:t>
            </a:r>
            <a:r>
              <a:rPr lang="en-AU" altLang="zh-CN" dirty="0"/>
              <a:t>0</a:t>
            </a:r>
            <a:r>
              <a:rPr lang="zh-CN" altLang="en-US" dirty="0"/>
              <a:t>之外，还需要跳过</a:t>
            </a:r>
            <a:r>
              <a:rPr lang="en-US" altLang="zh-CN" dirty="0"/>
              <a:t>Y</a:t>
            </a:r>
            <a:r>
              <a:rPr lang="zh-CN" altLang="en-US" dirty="0"/>
              <a:t>（如果之前已经有标记过一些</a:t>
            </a:r>
            <a:r>
              <a:rPr lang="en-AU" altLang="zh-CN" dirty="0"/>
              <a:t>1</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最后的</a:t>
            </a:r>
            <a:r>
              <a:rPr lang="en-US" altLang="zh-CN" dirty="0"/>
              <a:t>ID</a:t>
            </a:r>
            <a:r>
              <a:rPr lang="zh-CN" altLang="en-US" dirty="0"/>
              <a:t>序列，</a:t>
            </a:r>
            <a:r>
              <a:rPr lang="en-AU" altLang="zh-CN" dirty="0"/>
              <a:t>XXYYB</a:t>
            </a:r>
            <a:r>
              <a:rPr lang="en-US" altLang="zh-CN" dirty="0"/>
              <a:t>q4B, </a:t>
            </a:r>
            <a:r>
              <a:rPr lang="zh-CN" altLang="en-US" dirty="0"/>
              <a:t>处于</a:t>
            </a:r>
            <a:r>
              <a:rPr lang="en-AU" altLang="zh-CN" dirty="0"/>
              <a:t>q4</a:t>
            </a:r>
            <a:r>
              <a:rPr lang="zh-CN" altLang="en-US" dirty="0"/>
              <a:t>状态的时候，读头指向一个空格符号</a:t>
            </a:r>
            <a:r>
              <a:rPr lang="en-AU" altLang="zh-CN" dirty="0"/>
              <a:t>B</a:t>
            </a:r>
            <a:r>
              <a:rPr lang="zh-CN" altLang="en-US" dirty="0"/>
              <a:t>，后面也是一个空格符，因此要把两个空格符号都写出来，清楚表明读头指向符号串后面的第一个空格符</a:t>
            </a:r>
            <a:r>
              <a:rPr lang="en-US" altLang="zh-CN" dirty="0"/>
              <a:t>B</a:t>
            </a:r>
            <a:r>
              <a:rPr lang="zh-CN" altLang="en-US" dirty="0"/>
              <a:t>。</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需要注意的时，</a:t>
            </a:r>
            <a:r>
              <a:rPr lang="zh-CN" altLang="en-US" b="0" i="0" dirty="0">
                <a:solidFill>
                  <a:srgbClr val="000000"/>
                </a:solidFill>
                <a:effectLst/>
                <a:latin typeface="楷体" panose="02010609060101010101" pitchFamily="49" charset="-122"/>
                <a:ea typeface="楷体" panose="02010609060101010101" pitchFamily="49" charset="-122"/>
              </a:rPr>
              <a:t>对于不接受的输入</a:t>
            </a:r>
            <a:r>
              <a:rPr lang="en-US" altLang="zh-CN" b="0" i="0" dirty="0">
                <a:solidFill>
                  <a:srgbClr val="000000"/>
                </a:solidFill>
                <a:effectLst/>
                <a:latin typeface="LMRoman12-Regular-Identity-H"/>
              </a:rPr>
              <a:t>, </a:t>
            </a:r>
            <a:r>
              <a:rPr lang="zh-CN" altLang="en-US" b="0" i="0" dirty="0">
                <a:solidFill>
                  <a:srgbClr val="000000"/>
                </a:solidFill>
                <a:effectLst/>
                <a:latin typeface="楷体" panose="02010609060101010101" pitchFamily="49" charset="-122"/>
                <a:ea typeface="楷体" panose="02010609060101010101" pitchFamily="49" charset="-122"/>
              </a:rPr>
              <a:t>图灵机可能永远不停止</a:t>
            </a:r>
            <a:r>
              <a:rPr lang="zh-CN" altLang="en-US" dirty="0">
                <a:solidFill>
                  <a:srgbClr val="000000"/>
                </a:solidFill>
                <a:latin typeface="LMRoman12-Regular-Identity-H"/>
                <a:ea typeface="楷体" panose="02010609060101010101" pitchFamily="49" charset="-122"/>
              </a:rPr>
              <a:t>。我们没有办法判断到底是因为运行的时间不够长而没有接受呢，还是根本就不会停机。这也是图灵机这样的装置和其他装置不一样的地方。</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停机是指图灵机不存在下一个移动步</a:t>
            </a:r>
            <a:r>
              <a:rPr lang="en-AU" altLang="zh-CN" dirty="0"/>
              <a:t>(move)</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重复以下流程：</a:t>
            </a:r>
            <a:endParaRPr lang="en-AU" altLang="zh-CN" dirty="0"/>
          </a:p>
          <a:p>
            <a:endParaRPr lang="en-AU" dirty="0"/>
          </a:p>
          <a:p>
            <a:r>
              <a:rPr lang="zh-CN" altLang="en-US" dirty="0"/>
              <a:t>对于最左边的</a:t>
            </a:r>
            <a:r>
              <a:rPr lang="en-AU" altLang="zh-CN" dirty="0"/>
              <a:t>0</a:t>
            </a:r>
            <a:r>
              <a:rPr lang="zh-CN" altLang="en-US" dirty="0"/>
              <a:t>，把它替换为空格符号。</a:t>
            </a:r>
            <a:endParaRPr lang="en-AU" altLang="zh-CN" dirty="0"/>
          </a:p>
          <a:p>
            <a:r>
              <a:rPr lang="zh-CN" altLang="en-US" dirty="0"/>
              <a:t>然后向右，找到</a:t>
            </a:r>
            <a:r>
              <a:rPr lang="en-AU" altLang="zh-CN" dirty="0"/>
              <a:t>1</a:t>
            </a:r>
            <a:r>
              <a:rPr lang="zh-CN" altLang="en-US" dirty="0"/>
              <a:t>之后，继续向右，把遇到的第一个</a:t>
            </a:r>
            <a:r>
              <a:rPr lang="en-AU" altLang="zh-CN" dirty="0"/>
              <a:t>0</a:t>
            </a:r>
            <a:r>
              <a:rPr lang="zh-CN" altLang="en-US" dirty="0"/>
              <a:t>变为</a:t>
            </a:r>
            <a:r>
              <a:rPr lang="en-AU" altLang="zh-CN" dirty="0"/>
              <a:t>1</a:t>
            </a:r>
            <a:r>
              <a:rPr lang="zh-CN" altLang="en-US" dirty="0"/>
              <a:t>。</a:t>
            </a:r>
            <a:endParaRPr lang="en-AU" altLang="zh-CN" dirty="0"/>
          </a:p>
          <a:p>
            <a:endParaRPr lang="en-AU" dirty="0"/>
          </a:p>
          <a:p>
            <a:r>
              <a:rPr lang="zh-CN" altLang="en-US" dirty="0"/>
              <a:t>然后再回头，找到最左边的</a:t>
            </a:r>
            <a:r>
              <a:rPr lang="en-AU" altLang="zh-CN" dirty="0"/>
              <a:t>0</a:t>
            </a:r>
            <a:r>
              <a:rPr lang="zh-CN" altLang="en-US" dirty="0"/>
              <a:t>（和前面的例子类似，先找到空格符，然后向右移动一个单元格，找到</a:t>
            </a:r>
            <a:r>
              <a:rPr lang="en-AU" altLang="zh-CN" dirty="0"/>
              <a:t>0</a:t>
            </a:r>
            <a:r>
              <a:rPr lang="zh-CN" altLang="en-US" dirty="0"/>
              <a:t>）</a:t>
            </a:r>
            <a:endParaRPr lang="en-AU" altLang="zh-CN" dirty="0"/>
          </a:p>
          <a:p>
            <a:endParaRPr lang="en-AU" dirty="0"/>
          </a:p>
          <a:p>
            <a:r>
              <a:rPr lang="zh-CN" altLang="en-US" dirty="0"/>
              <a:t>如果发生以下情况，则该循环结束：</a:t>
            </a:r>
            <a:endParaRPr lang="en-AU" altLang="zh-CN" dirty="0"/>
          </a:p>
          <a:p>
            <a:endParaRPr lang="en-AU" dirty="0"/>
          </a:p>
          <a:p>
            <a:r>
              <a:rPr lang="en-AU" dirty="0"/>
              <a:t>1.</a:t>
            </a:r>
            <a:r>
              <a:rPr lang="zh-CN" altLang="en-US" dirty="0"/>
              <a:t>向右移动的时候，遇到一个空格符号，此时说明</a:t>
            </a:r>
            <a:r>
              <a:rPr lang="en-AU" altLang="zh-CN" dirty="0"/>
              <a:t>1</a:t>
            </a:r>
            <a:r>
              <a:rPr lang="zh-CN" altLang="en-US" dirty="0"/>
              <a:t>右边的</a:t>
            </a:r>
            <a:r>
              <a:rPr lang="en-AU" altLang="zh-CN" dirty="0"/>
              <a:t>n</a:t>
            </a:r>
            <a:r>
              <a:rPr lang="zh-CN" altLang="en-US" dirty="0"/>
              <a:t>个</a:t>
            </a:r>
            <a:r>
              <a:rPr lang="en-AU" altLang="zh-CN" dirty="0"/>
              <a:t>0</a:t>
            </a:r>
            <a:r>
              <a:rPr lang="zh-CN" altLang="en-US" dirty="0"/>
              <a:t>全部改为了</a:t>
            </a:r>
            <a:r>
              <a:rPr lang="en-AU" altLang="zh-CN" dirty="0"/>
              <a:t>1</a:t>
            </a:r>
            <a:r>
              <a:rPr lang="zh-CN" altLang="en-US" dirty="0"/>
              <a:t>（此时左边已经改了</a:t>
            </a:r>
            <a:r>
              <a:rPr lang="en-AU" altLang="zh-CN" dirty="0"/>
              <a:t>n+1</a:t>
            </a:r>
            <a:r>
              <a:rPr lang="zh-CN" altLang="en-US" dirty="0"/>
              <a:t>个</a:t>
            </a:r>
            <a:r>
              <a:rPr lang="en-AU" altLang="zh-CN" dirty="0"/>
              <a:t>0</a:t>
            </a:r>
            <a:r>
              <a:rPr lang="zh-CN" altLang="en-US" dirty="0"/>
              <a:t>，注意每次是先改左边才改右边，所以这里是</a:t>
            </a:r>
            <a:r>
              <a:rPr lang="en-AU" altLang="zh-CN" dirty="0"/>
              <a:t>n+1</a:t>
            </a:r>
            <a:r>
              <a:rPr lang="zh-CN" altLang="en-US" dirty="0"/>
              <a:t>）。这个时候，图灵机把</a:t>
            </a:r>
            <a:r>
              <a:rPr lang="en-AU" altLang="zh-CN" dirty="0"/>
              <a:t>n+1</a:t>
            </a:r>
            <a:r>
              <a:rPr lang="zh-CN" altLang="en-US" dirty="0"/>
              <a:t>个</a:t>
            </a:r>
            <a:r>
              <a:rPr lang="en-AU" altLang="zh-CN" dirty="0"/>
              <a:t>1</a:t>
            </a:r>
            <a:r>
              <a:rPr lang="zh-CN" altLang="en-US" dirty="0"/>
              <a:t>改为一个</a:t>
            </a:r>
            <a:r>
              <a:rPr lang="en-AU" altLang="zh-CN" dirty="0"/>
              <a:t>0</a:t>
            </a:r>
            <a:r>
              <a:rPr lang="zh-CN" altLang="en-US" dirty="0"/>
              <a:t>和</a:t>
            </a:r>
            <a:r>
              <a:rPr lang="en-AU" altLang="zh-CN" dirty="0"/>
              <a:t>n</a:t>
            </a:r>
            <a:r>
              <a:rPr lang="zh-CN" altLang="en-US" dirty="0"/>
              <a:t>个</a:t>
            </a:r>
            <a:r>
              <a:rPr lang="en-US" altLang="zh-CN" dirty="0"/>
              <a:t>B</a:t>
            </a:r>
            <a:r>
              <a:rPr lang="zh-CN" altLang="en-US" dirty="0"/>
              <a:t>，这样带上剩下</a:t>
            </a:r>
            <a:r>
              <a:rPr lang="en-AU" altLang="zh-CN" dirty="0"/>
              <a:t>m-n</a:t>
            </a:r>
            <a:r>
              <a:rPr lang="zh-CN" altLang="en-US" dirty="0"/>
              <a:t>个</a:t>
            </a:r>
            <a:r>
              <a:rPr lang="en-AU" altLang="zh-CN" dirty="0"/>
              <a:t>0</a:t>
            </a:r>
            <a:r>
              <a:rPr lang="zh-CN" altLang="en-US" dirty="0"/>
              <a:t>。（这种情况对应</a:t>
            </a:r>
            <a:r>
              <a:rPr lang="en-AU" altLang="zh-CN" dirty="0"/>
              <a:t>m&gt;=n</a:t>
            </a:r>
            <a:r>
              <a:rPr lang="zh-CN" altLang="en-US" dirty="0"/>
              <a:t>）</a:t>
            </a:r>
            <a:endParaRPr lang="en-AU" altLang="zh-CN" dirty="0"/>
          </a:p>
          <a:p>
            <a:endParaRPr lang="en-AU" altLang="zh-CN" dirty="0"/>
          </a:p>
          <a:p>
            <a:endParaRPr lang="en-AU" altLang="zh-CN" dirty="0"/>
          </a:p>
          <a:p>
            <a:r>
              <a:rPr lang="en-AU" altLang="zh-CN" dirty="0"/>
              <a:t>2.  </a:t>
            </a:r>
            <a:r>
              <a:rPr lang="zh-CN" altLang="en-US" dirty="0"/>
              <a:t>在循环一开始，图灵机在左边找不到可以变为空格符号的</a:t>
            </a:r>
            <a:r>
              <a:rPr lang="en-AU" altLang="zh-CN" dirty="0"/>
              <a:t>0</a:t>
            </a:r>
            <a:r>
              <a:rPr lang="zh-CN" altLang="en-US" dirty="0"/>
              <a:t>（即左边的</a:t>
            </a:r>
            <a:r>
              <a:rPr lang="en-AU" altLang="zh-CN" dirty="0"/>
              <a:t>0</a:t>
            </a:r>
            <a:r>
              <a:rPr lang="zh-CN" altLang="en-US" dirty="0"/>
              <a:t>已经全部被变为空格符号，此时对应</a:t>
            </a:r>
            <a:r>
              <a:rPr lang="en-US" altLang="zh-CN" dirty="0"/>
              <a:t>m</a:t>
            </a:r>
            <a:r>
              <a:rPr lang="en-AU" altLang="zh-CN" dirty="0"/>
              <a:t>&lt;n</a:t>
            </a:r>
            <a:r>
              <a:rPr lang="zh-CN" altLang="en-US" dirty="0"/>
              <a:t>）</a:t>
            </a:r>
            <a:r>
              <a:rPr lang="en-AU" altLang="zh-CN" dirty="0"/>
              <a:t>,</a:t>
            </a:r>
            <a:r>
              <a:rPr lang="zh-CN" altLang="en-US" dirty="0"/>
              <a:t>这个时候图灵机把带上剩下的</a:t>
            </a:r>
            <a:r>
              <a:rPr lang="en-AU" altLang="zh-CN" dirty="0"/>
              <a:t>1</a:t>
            </a:r>
            <a:r>
              <a:rPr lang="zh-CN" altLang="en-US" dirty="0"/>
              <a:t>和</a:t>
            </a:r>
            <a:r>
              <a:rPr lang="en-AU" altLang="zh-CN" dirty="0"/>
              <a:t>0 </a:t>
            </a:r>
            <a:r>
              <a:rPr lang="zh-CN" altLang="en-US" dirty="0"/>
              <a:t>全部变为空格符号，留下一个只有空格符号的带（即表示结果为</a:t>
            </a:r>
            <a:r>
              <a:rPr lang="en-AU" altLang="zh-CN" dirty="0"/>
              <a:t>0</a:t>
            </a:r>
            <a:r>
              <a:rPr lang="zh-CN" altLang="en-US" dirty="0"/>
              <a:t>，注意如果带上有</a:t>
            </a:r>
            <a:r>
              <a:rPr lang="en-AU" altLang="zh-CN" dirty="0"/>
              <a:t>1</a:t>
            </a:r>
            <a:r>
              <a:rPr lang="zh-CN" altLang="en-US" dirty="0"/>
              <a:t>个</a:t>
            </a:r>
            <a:r>
              <a:rPr lang="en-AU" altLang="zh-CN" dirty="0"/>
              <a:t>0</a:t>
            </a:r>
            <a:r>
              <a:rPr lang="zh-CN" altLang="en-US" dirty="0"/>
              <a:t>的话就表示结果为</a:t>
            </a:r>
            <a:r>
              <a:rPr lang="en-AU" altLang="zh-CN" dirty="0"/>
              <a:t>1</a:t>
            </a:r>
            <a:r>
              <a:rPr lang="zh-CN" altLang="en-US" dirty="0"/>
              <a:t>了）</a:t>
            </a:r>
            <a:endParaRPr lang="en-AU" altLang="zh-CN"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下面我们来看几种图灵机的变形。</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我们来看第一种，在状态中存储符号。如果我们在设计图灵机的时候，想要利用有穷控制器去记住一些输入带上的内容的话，可以通过这样的一种设计的方法。就是将有穷控制器中，除了状态之外，我们存储一个有限长的缓冲，去存储输入带上的一些符号。</a:t>
            </a:r>
            <a:endParaRPr lang="en-AU" altLang="zh-CN" dirty="0"/>
          </a:p>
          <a:p>
            <a:endParaRPr lang="en-AU" altLang="zh-CN" dirty="0"/>
          </a:p>
          <a:p>
            <a:r>
              <a:rPr lang="zh-CN" altLang="en-US" dirty="0"/>
              <a:t>对图灵机的这种修改，只需要将有穷控制器的状态由原来的状态</a:t>
            </a:r>
            <a:r>
              <a:rPr lang="en-AU" altLang="zh-CN" dirty="0"/>
              <a:t>q,</a:t>
            </a:r>
            <a:r>
              <a:rPr lang="zh-CN" altLang="en-US" dirty="0"/>
              <a:t>变为一个元组就可以了，也就是状态和存储中的符号串。而初始状态可以定义为</a:t>
            </a:r>
            <a:r>
              <a:rPr lang="en-US" altLang="zh-CN" dirty="0"/>
              <a:t>q0</a:t>
            </a:r>
            <a:r>
              <a:rPr lang="zh-CN" altLang="en-US" dirty="0"/>
              <a:t>和它的缓冲，全是空格符。</a:t>
            </a:r>
            <a:endParaRPr lang="en-AU" altLang="zh-CN" dirty="0"/>
          </a:p>
          <a:p>
            <a:endParaRPr lang="en-AU" altLang="zh-CN" dirty="0"/>
          </a:p>
          <a:p>
            <a:r>
              <a:rPr lang="zh-CN" altLang="en-US" dirty="0"/>
              <a:t>因为图灵机的七元组的形式没有改变，这种修改其实和基本的图灵机是完全一样的，显然是等价的。</a:t>
            </a:r>
            <a:endParaRPr lang="en-AU" altLang="zh-CN" dirty="0"/>
          </a:p>
          <a:p>
            <a:endParaRPr lang="en-AU" altLang="zh-CN" dirty="0"/>
          </a:p>
          <a:p>
            <a:r>
              <a:rPr lang="en-AU" sz="1800" b="0" i="0" dirty="0">
                <a:solidFill>
                  <a:srgbClr val="404040"/>
                </a:solidFill>
                <a:effectLst/>
                <a:latin typeface="BookAntiqua"/>
              </a:rPr>
              <a:t>This doesn’t change the fact that the TM has a finite number of states!</a:t>
            </a:r>
            <a:r>
              <a:rPr lang="en-AU" dirty="0"/>
              <a:t> </a:t>
            </a:r>
            <a:br>
              <a:rPr lang="en-AU" dirty="0"/>
            </a:br>
            <a:endParaRPr lang="en-AU" altLang="zh-CN" dirty="0"/>
          </a:p>
          <a:p>
            <a:endParaRPr lang="en-AU" altLang="zh-CN"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我们再来看多道技术。</a:t>
            </a:r>
            <a:endParaRPr lang="en-AU" altLang="zh-CN" dirty="0"/>
          </a:p>
          <a:p>
            <a:endParaRPr lang="en-AU" dirty="0"/>
          </a:p>
          <a:p>
            <a:r>
              <a:rPr lang="zh-CN" altLang="en-US" dirty="0"/>
              <a:t>如果我们希望输入带的单元格能多存储一些字符，我们可以使用多道的技术。</a:t>
            </a:r>
            <a:endParaRPr lang="en-AU" altLang="zh-CN" dirty="0"/>
          </a:p>
          <a:p>
            <a:endParaRPr lang="en-AU" dirty="0"/>
          </a:p>
          <a:p>
            <a:endParaRPr lang="en-AU" dirty="0"/>
          </a:p>
          <a:p>
            <a:r>
              <a:rPr lang="zh-CN" altLang="en-US" dirty="0"/>
              <a:t>也就是，我们可以把输入带划分为多条道，每条道都可以放置一个字符，那么这样的话，输入带上一个单元格就变成了一个单元格的元组。那么，每一个单元格的符号，就变成了一个</a:t>
            </a:r>
            <a:r>
              <a:rPr lang="en-US" altLang="zh-CN" dirty="0"/>
              <a:t>n</a:t>
            </a:r>
            <a:r>
              <a:rPr lang="zh-CN" altLang="en-US" dirty="0"/>
              <a:t>元的元组。如果有</a:t>
            </a:r>
            <a:r>
              <a:rPr lang="en-US" altLang="zh-CN" dirty="0"/>
              <a:t>k</a:t>
            </a:r>
            <a:r>
              <a:rPr lang="zh-CN" altLang="en-US" dirty="0"/>
              <a:t>条道的话，那么每个单元格就可以放置</a:t>
            </a:r>
            <a:r>
              <a:rPr lang="en-US" altLang="zh-CN" dirty="0"/>
              <a:t>k</a:t>
            </a:r>
            <a:r>
              <a:rPr lang="zh-CN" altLang="en-US" dirty="0"/>
              <a:t>个符号，而有穷控制器和读头都没有变化。因为七元组的形式显然和基本图灵机还是一样的，因此这种多道图灵机和基本图灵机还是等价的。</a:t>
            </a:r>
            <a:endParaRPr lang="en-AU" altLang="zh-CN" dirty="0"/>
          </a:p>
          <a:p>
            <a:endParaRPr lang="en-AU"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en-AU" sz="1200" b="0" i="0" dirty="0">
                <a:solidFill>
                  <a:srgbClr val="404040"/>
                </a:solidFill>
                <a:effectLst/>
                <a:latin typeface="BookAntiqua"/>
              </a:rPr>
              <a:t>This doesn’t change the fact that there are a </a:t>
            </a:r>
            <a:r>
              <a:rPr lang="en-AU" sz="1200" b="0" i="1" dirty="0">
                <a:solidFill>
                  <a:srgbClr val="404040"/>
                </a:solidFill>
                <a:effectLst/>
                <a:latin typeface="BookAntiqua-Italic"/>
              </a:rPr>
              <a:t>finite </a:t>
            </a:r>
            <a:r>
              <a:rPr lang="en-AU" sz="1200" b="0" i="0" dirty="0">
                <a:solidFill>
                  <a:srgbClr val="404040"/>
                </a:solidFill>
                <a:effectLst/>
                <a:latin typeface="BookAntiqua"/>
              </a:rPr>
              <a:t>number of possible tape symbols!</a:t>
            </a:r>
            <a:r>
              <a:rPr lang="en-AU" dirty="0"/>
              <a:t> </a:t>
            </a:r>
            <a:br>
              <a:rPr lang="en-AU" dirty="0"/>
            </a:br>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那么利用状态中存储和多道技术，我们可以更方便的设计识别一些语言。比方说，我们想识别</a:t>
            </a:r>
            <a:r>
              <a:rPr lang="en-AU" altLang="zh-CN" dirty="0" err="1"/>
              <a:t>wcw</a:t>
            </a:r>
            <a:r>
              <a:rPr lang="zh-CN" altLang="en-US" dirty="0"/>
              <a:t>这样的语言。这样的语言，它的字母表是</a:t>
            </a:r>
            <a:r>
              <a:rPr lang="en-AU" altLang="zh-CN" dirty="0"/>
              <a:t>a, b</a:t>
            </a:r>
            <a:r>
              <a:rPr lang="zh-CN" altLang="en-US" dirty="0"/>
              <a:t>和</a:t>
            </a:r>
            <a:r>
              <a:rPr lang="en-AU" altLang="zh-CN" dirty="0"/>
              <a:t>c</a:t>
            </a:r>
            <a:r>
              <a:rPr lang="zh-CN" altLang="en-US" dirty="0"/>
              <a:t>。</a:t>
            </a:r>
            <a:r>
              <a:rPr lang="en-US" altLang="zh-CN" dirty="0"/>
              <a:t>W</a:t>
            </a:r>
            <a:r>
              <a:rPr lang="zh-CN" altLang="en-US" dirty="0"/>
              <a:t>由</a:t>
            </a:r>
            <a:r>
              <a:rPr lang="en-AU" altLang="zh-CN" dirty="0" err="1"/>
              <a:t>a,b</a:t>
            </a:r>
            <a:r>
              <a:rPr lang="zh-CN" altLang="en-US" dirty="0"/>
              <a:t>组成，</a:t>
            </a:r>
            <a:r>
              <a:rPr lang="en-AU" altLang="zh-CN" dirty="0"/>
              <a:t>c</a:t>
            </a:r>
            <a:r>
              <a:rPr lang="zh-CN" altLang="en-US" dirty="0"/>
              <a:t>是一个特殊符号，表示中间位置的符号。我们可以利用这样的方式，利用两条道的图灵机，在状态存储中可以存储一个符号。最初状态</a:t>
            </a:r>
            <a:r>
              <a:rPr lang="en-AU" altLang="zh-CN" dirty="0"/>
              <a:t>q0,</a:t>
            </a:r>
            <a:r>
              <a:rPr lang="zh-CN" altLang="en-US" dirty="0"/>
              <a:t>读头在第一个符号之下，我们可以这样的方式识别这个语言。我们读入读头下的一个字符，读入到有穷控制器中，然后标记被读入的这个符号，然后跳过所有的符号，直到我们找到</a:t>
            </a:r>
            <a:r>
              <a:rPr lang="en-AU" altLang="zh-CN" dirty="0"/>
              <a:t>c</a:t>
            </a:r>
            <a:r>
              <a:rPr lang="zh-CN" altLang="en-US" dirty="0"/>
              <a:t>，表示我们去寻找下一个</a:t>
            </a:r>
            <a:r>
              <a:rPr lang="en-AU" altLang="zh-CN" dirty="0"/>
              <a:t>w</a:t>
            </a:r>
            <a:r>
              <a:rPr lang="zh-CN" altLang="en-US" dirty="0"/>
              <a:t>对应的符号。然后我们跳过</a:t>
            </a:r>
            <a:r>
              <a:rPr lang="en-US" altLang="zh-CN" dirty="0"/>
              <a:t>c</a:t>
            </a:r>
            <a:r>
              <a:rPr lang="zh-CN" altLang="en-US" dirty="0"/>
              <a:t>去寻找没有标记的第一个符号，那么发现是字符</a:t>
            </a:r>
            <a:r>
              <a:rPr lang="en-US" altLang="zh-CN" dirty="0"/>
              <a:t>a</a:t>
            </a:r>
            <a:r>
              <a:rPr lang="zh-CN" altLang="en-US" dirty="0"/>
              <a:t>，与有穷控制器中的符号是一样的，说明我们完成了一次配对的寻找，我们标记寻找到了。然后我们回头去寻找下一个字符，把下一个字符</a:t>
            </a:r>
            <a:r>
              <a:rPr lang="en-AU" altLang="zh-CN" dirty="0"/>
              <a:t>b</a:t>
            </a:r>
            <a:r>
              <a:rPr lang="zh-CN" altLang="en-US" dirty="0"/>
              <a:t>放入有穷控制器，同样的方式去循环，不停的标记，当所有的符号被配对的标记后，则说明该符号串符合</a:t>
            </a:r>
            <a:r>
              <a:rPr lang="en-AU" altLang="zh-CN" dirty="0" err="1"/>
              <a:t>wcw</a:t>
            </a:r>
            <a:r>
              <a:rPr lang="zh-CN" altLang="en-US" dirty="0"/>
              <a:t>的形式。</a:t>
            </a:r>
            <a:endParaRPr lang="en-AU" altLang="zh-CN" dirty="0"/>
          </a:p>
          <a:p>
            <a:endParaRPr lang="en-AU" dirty="0"/>
          </a:p>
          <a:p>
            <a:endParaRPr lang="en-AU" dirty="0"/>
          </a:p>
          <a:p>
            <a:r>
              <a:rPr lang="zh-CN" altLang="en-US" dirty="0"/>
              <a:t>那么，利用这样的方式，我们可以更加方便的去识别一些语言。</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多带图灵机是这样的一种装置。它有一个有穷控制器，</a:t>
            </a:r>
            <a:r>
              <a:rPr lang="en-US" altLang="zh-CN" dirty="0"/>
              <a:t>k</a:t>
            </a:r>
            <a:r>
              <a:rPr lang="zh-CN" altLang="en-US" dirty="0"/>
              <a:t>个带，</a:t>
            </a:r>
            <a:r>
              <a:rPr lang="en-US" altLang="zh-CN" dirty="0"/>
              <a:t>k</a:t>
            </a:r>
            <a:r>
              <a:rPr lang="zh-CN" altLang="en-US" dirty="0"/>
              <a:t>个读头，每个读头可以向左向右移动，也可以保持不动。每个动作，根据当前的状态以及每一个读头下的符号，去进行状态的改变。</a:t>
            </a:r>
            <a:endParaRPr lang="en-AU" altLang="zh-CN" dirty="0"/>
          </a:p>
          <a:p>
            <a:endParaRPr lang="en-AU" altLang="zh-CN" dirty="0"/>
          </a:p>
          <a:p>
            <a:r>
              <a:rPr lang="zh-CN" altLang="en-US" dirty="0"/>
              <a:t>因为它的形式定义非常繁琐，我们这里省略。</a:t>
            </a:r>
            <a:endParaRPr lang="en-AU" altLang="zh-CN" dirty="0"/>
          </a:p>
          <a:p>
            <a:endParaRPr lang="en-AU" altLang="zh-CN" dirty="0"/>
          </a:p>
          <a:p>
            <a:r>
              <a:rPr lang="zh-CN" altLang="en-US" dirty="0"/>
              <a:t>开始时，</a:t>
            </a:r>
            <a:r>
              <a:rPr lang="en-US" sz="1200" dirty="0"/>
              <a:t>The input is in tape #1 surrounded by blanks</a:t>
            </a:r>
            <a:endParaRPr lang="en-US" sz="1200" dirty="0"/>
          </a:p>
          <a:p>
            <a:pPr lvl="1" eaLnBrk="1" hangingPunct="1">
              <a:lnSpc>
                <a:spcPct val="90000"/>
              </a:lnSpc>
            </a:pPr>
            <a:r>
              <a:rPr lang="en-US" sz="1200" dirty="0"/>
              <a:t>All other tapes contain only blanks</a:t>
            </a:r>
            <a:endParaRPr lang="en-US" sz="1200" dirty="0"/>
          </a:p>
          <a:p>
            <a:pPr lvl="1" eaLnBrk="1" hangingPunct="1">
              <a:lnSpc>
                <a:spcPct val="90000"/>
              </a:lnSpc>
            </a:pPr>
            <a:r>
              <a:rPr lang="en-US" sz="1200" dirty="0"/>
              <a:t>The tape head for tape #1 points to the 1</a:t>
            </a:r>
            <a:r>
              <a:rPr lang="en-US" sz="1200" baseline="30000" dirty="0"/>
              <a:t>st</a:t>
            </a:r>
            <a:r>
              <a:rPr lang="en-US" sz="1200" dirty="0"/>
              <a:t> symbol of the input</a:t>
            </a:r>
            <a:endParaRPr lang="en-US" sz="1200" dirty="0"/>
          </a:p>
          <a:p>
            <a:pPr lvl="1" eaLnBrk="1" hangingPunct="1">
              <a:lnSpc>
                <a:spcPct val="90000"/>
              </a:lnSpc>
            </a:pPr>
            <a:r>
              <a:rPr lang="en-US" sz="1200" dirty="0"/>
              <a:t>The heads for all other tapes point at an arbitrary cell (doesn’t matter because they are all blanks anyway)</a:t>
            </a:r>
            <a:endParaRPr lang="en-AU" altLang="zh-CN"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多道图灵机为了模拟多带图灵机的一个动作，它需要从左到右扫描一次全部的读头，并且收集读头上的全部的符号，根据模拟的多带图灵机的状态转移函数去判断它的跳转。然后再从右到左扫描一次所有的读头去更新所有的符号并且修改读头位置就可以。</a:t>
            </a:r>
            <a:endParaRPr lang="en-AU" altLang="zh-CN" dirty="0"/>
          </a:p>
          <a:p>
            <a:endParaRPr lang="en-AU" dirty="0"/>
          </a:p>
          <a:p>
            <a:r>
              <a:rPr lang="en-US" dirty="0"/>
              <a:t>Track 1</a:t>
            </a:r>
            <a:r>
              <a:rPr lang="zh-CN" altLang="en-US" dirty="0"/>
              <a:t>中的</a:t>
            </a:r>
            <a:r>
              <a:rPr lang="en-US" altLang="zh-CN" dirty="0"/>
              <a:t>x</a:t>
            </a:r>
            <a:r>
              <a:rPr lang="zh-CN" altLang="en-US" dirty="0"/>
              <a:t>是标记读头的</a:t>
            </a:r>
            <a:r>
              <a:rPr lang="en-AU" altLang="zh-CN" dirty="0"/>
              <a:t>marker</a:t>
            </a:r>
            <a:r>
              <a:rPr lang="zh-CN" altLang="en-US" dirty="0"/>
              <a:t>， </a:t>
            </a:r>
            <a:r>
              <a:rPr lang="en-US" altLang="zh-CN" dirty="0"/>
              <a:t>Track 2</a:t>
            </a:r>
            <a:r>
              <a:rPr lang="zh-CN" altLang="en-US" dirty="0"/>
              <a:t>是</a:t>
            </a:r>
            <a:r>
              <a:rPr lang="en-AU" altLang="zh-CN" dirty="0"/>
              <a:t>tape 1</a:t>
            </a:r>
            <a:r>
              <a:rPr lang="zh-CN" altLang="en-US" dirty="0"/>
              <a:t>的内容。</a:t>
            </a: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下面我们来看另外一个图灵机的变形。非确定图灵机。非确定性在图灵机的使用上有非常重要的意义。</a:t>
            </a:r>
            <a:endParaRPr lang="en-AU" altLang="zh-CN" dirty="0"/>
          </a:p>
          <a:p>
            <a:endParaRPr lang="en-AU" altLang="zh-CN" dirty="0"/>
          </a:p>
          <a:p>
            <a:r>
              <a:rPr lang="zh-CN" altLang="en-US" dirty="0"/>
              <a:t>那么我们来看下什么是非确定图灵机。</a:t>
            </a:r>
            <a:endParaRPr lang="en-AU" altLang="zh-CN" dirty="0"/>
          </a:p>
          <a:p>
            <a:endParaRPr lang="en-AU" altLang="zh-CN" dirty="0"/>
          </a:p>
          <a:p>
            <a:r>
              <a:rPr lang="zh-CN" altLang="en-US" dirty="0"/>
              <a:t>如果图灵机在每个状态</a:t>
            </a:r>
            <a:r>
              <a:rPr lang="en-AU" altLang="zh-CN" dirty="0"/>
              <a:t>q,</a:t>
            </a:r>
            <a:r>
              <a:rPr lang="zh-CN" altLang="en-US" dirty="0"/>
              <a:t>输入带的符号</a:t>
            </a:r>
            <a:r>
              <a:rPr lang="en-AU" altLang="zh-CN" dirty="0"/>
              <a:t>X</a:t>
            </a:r>
            <a:r>
              <a:rPr lang="zh-CN" altLang="en-US" dirty="0"/>
              <a:t>的时候，它的动作的定义有超过一个可能。就是它可以由</a:t>
            </a:r>
            <a:r>
              <a:rPr lang="en-AU" altLang="zh-CN" dirty="0"/>
              <a:t>q</a:t>
            </a:r>
            <a:r>
              <a:rPr lang="zh-CN" altLang="en-US" dirty="0"/>
              <a:t>变为</a:t>
            </a:r>
            <a:r>
              <a:rPr lang="en-AU" altLang="zh-CN" dirty="0"/>
              <a:t>q1,</a:t>
            </a:r>
            <a:r>
              <a:rPr lang="zh-CN" altLang="en-US" dirty="0"/>
              <a:t>把</a:t>
            </a:r>
            <a:r>
              <a:rPr lang="en-AU" altLang="zh-CN" dirty="0"/>
              <a:t>X</a:t>
            </a:r>
            <a:r>
              <a:rPr lang="zh-CN" altLang="en-US" dirty="0"/>
              <a:t>修改为</a:t>
            </a:r>
            <a:r>
              <a:rPr lang="en-AU" altLang="zh-CN" dirty="0"/>
              <a:t>Y1, </a:t>
            </a:r>
            <a:r>
              <a:rPr lang="zh-CN" altLang="en-US" dirty="0"/>
              <a:t>向</a:t>
            </a:r>
            <a:r>
              <a:rPr lang="en-AU" altLang="zh-CN" dirty="0"/>
              <a:t>D1</a:t>
            </a:r>
            <a:r>
              <a:rPr lang="zh-CN" altLang="en-US" dirty="0"/>
              <a:t>方向移动，左或右。有</a:t>
            </a:r>
            <a:r>
              <a:rPr lang="en-AU" altLang="zh-CN" dirty="0"/>
              <a:t>k</a:t>
            </a:r>
            <a:r>
              <a:rPr lang="zh-CN" altLang="en-US" dirty="0"/>
              <a:t>个可能的移动。</a:t>
            </a:r>
            <a:endParaRPr lang="en-AU" altLang="zh-CN" dirty="0"/>
          </a:p>
          <a:p>
            <a:endParaRPr lang="en-AU" altLang="zh-CN" dirty="0"/>
          </a:p>
          <a:p>
            <a:r>
              <a:rPr lang="en-US" altLang="zh-CN" dirty="0">
                <a:latin typeface="Times New Roman" panose="02020603050405020304" pitchFamily="18" charset="0"/>
                <a:cs typeface="Times New Roman" panose="02020603050405020304" pitchFamily="18" charset="0"/>
              </a:rPr>
              <a:t>NTM</a:t>
            </a:r>
            <a:r>
              <a:rPr lang="zh-CN" altLang="en-US" dirty="0"/>
              <a:t>接受语言的方式</a:t>
            </a:r>
            <a:r>
              <a:rPr lang="en-US" altLang="zh-CN" dirty="0"/>
              <a:t>, </a:t>
            </a:r>
            <a:r>
              <a:rPr lang="zh-CN" altLang="en-US" dirty="0"/>
              <a:t>与</a:t>
            </a:r>
            <a:r>
              <a:rPr lang="en-US" altLang="zh-CN" dirty="0">
                <a:latin typeface="Times New Roman" panose="02020603050405020304" pitchFamily="18" charset="0"/>
                <a:cs typeface="Times New Roman" panose="02020603050405020304" pitchFamily="18" charset="0"/>
              </a:rPr>
              <a:t>NFA</a:t>
            </a:r>
            <a:r>
              <a:rPr lang="zh-CN" altLang="en-US" dirty="0"/>
              <a:t>和</a:t>
            </a:r>
            <a:r>
              <a:rPr lang="en-US" altLang="zh-CN" dirty="0">
                <a:latin typeface="Times New Roman" panose="02020603050405020304" pitchFamily="18" charset="0"/>
                <a:cs typeface="Times New Roman" panose="02020603050405020304" pitchFamily="18" charset="0"/>
              </a:rPr>
              <a:t>PDA</a:t>
            </a:r>
            <a:r>
              <a:rPr lang="zh-CN" altLang="en-US" dirty="0"/>
              <a:t>是类似的。</a:t>
            </a:r>
            <a:endParaRPr lang="en-AU" altLang="zh-CN" dirty="0"/>
          </a:p>
          <a:p>
            <a:endParaRPr lang="en-AU" altLang="zh-CN" dirty="0"/>
          </a:p>
          <a:p>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图灵机增加非确定性并未使这个装置接受新的语言。</a:t>
            </a:r>
            <a:endParaRPr lang="en-AU" altLang="zh-CN" dirty="0"/>
          </a:p>
          <a:p>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我们用确定的图灵机的多带技术去模拟一个单带的非确定的图灵机。</a:t>
            </a:r>
            <a:endParaRPr lang="en-AU" altLang="zh-CN" dirty="0"/>
          </a:p>
          <a:p>
            <a:endParaRPr lang="en-AU"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b="0" i="0" dirty="0">
                <a:solidFill>
                  <a:srgbClr val="000000"/>
                </a:solidFill>
                <a:effectLst/>
                <a:latin typeface="T3"/>
              </a:rPr>
              <a:t>Now we shall consider some examples of apparent</a:t>
            </a:r>
            <a:br>
              <a:rPr lang="en-AU" sz="1800" b="0" i="0" dirty="0">
                <a:solidFill>
                  <a:srgbClr val="000000"/>
                </a:solidFill>
                <a:effectLst/>
                <a:latin typeface="T3"/>
              </a:rPr>
            </a:br>
            <a:r>
              <a:rPr lang="en-AU" sz="1800" b="0" i="0" dirty="0">
                <a:solidFill>
                  <a:srgbClr val="000000"/>
                </a:solidFill>
                <a:effectLst/>
                <a:latin typeface="T3"/>
              </a:rPr>
              <a:t>restrictions on the TM that also give exactly the same language recognizing</a:t>
            </a:r>
            <a:br>
              <a:rPr lang="en-AU" sz="1800" b="0" i="0" dirty="0">
                <a:solidFill>
                  <a:srgbClr val="000000"/>
                </a:solidFill>
                <a:effectLst/>
                <a:latin typeface="T3"/>
              </a:rPr>
            </a:br>
            <a:r>
              <a:rPr lang="en-AU" sz="1800" b="0" i="0" dirty="0">
                <a:solidFill>
                  <a:srgbClr val="000000"/>
                </a:solidFill>
                <a:effectLst/>
                <a:latin typeface="T3"/>
              </a:rPr>
              <a:t>power</a:t>
            </a:r>
            <a:r>
              <a:rPr lang="en-AU" dirty="0"/>
              <a:t> </a:t>
            </a:r>
            <a:br>
              <a:rPr lang="en-AU" dirty="0"/>
            </a:b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那么，前面的两种修改都没有改变基本的图灵机的定义。我们再来看下这一种图灵机的变形</a:t>
            </a:r>
            <a:r>
              <a:rPr lang="en-AU" altLang="zh-CN" dirty="0"/>
              <a:t>: </a:t>
            </a:r>
            <a:r>
              <a:rPr lang="zh-CN" altLang="en-US" dirty="0"/>
              <a:t>就是我们限制它的输入带只有一端是无穷的。一边是无穷的，一边是有限的。那么这样的图灵机实际上和基本图灵机也是等价的。</a:t>
            </a:r>
            <a:endParaRPr lang="en-AU" altLang="zh-CN" dirty="0"/>
          </a:p>
          <a:p>
            <a:endParaRPr lang="en-AU" dirty="0"/>
          </a:p>
          <a:p>
            <a:endParaRPr lang="en-AU" dirty="0"/>
          </a:p>
          <a:p>
            <a:r>
              <a:rPr lang="zh-CN" altLang="en-US" dirty="0"/>
              <a:t>可以利用前面的多道技术，让半无穷带图灵机去模拟双侧无穷的图灵机。</a:t>
            </a:r>
            <a:endParaRPr lang="en-AU" altLang="zh-CN" dirty="0"/>
          </a:p>
          <a:p>
            <a:endParaRPr lang="en-AU" altLang="zh-CN" dirty="0"/>
          </a:p>
          <a:p>
            <a:r>
              <a:rPr lang="zh-CN" altLang="en-US" dirty="0"/>
              <a:t>模拟的方式就是，半无穷带图灵机当越过边界的时候，通过一个特定的符号，去使用另外一条带就好了。</a:t>
            </a:r>
            <a:endParaRPr lang="en-AU" altLang="zh-CN" dirty="0"/>
          </a:p>
          <a:p>
            <a:endParaRPr lang="en-AU" altLang="zh-CN" dirty="0"/>
          </a:p>
          <a:p>
            <a:r>
              <a:rPr lang="zh-CN" altLang="en-US" dirty="0"/>
              <a:t>当双侧无穷图灵机向右移动的时候，半无穷带图灵机也正常向右移动。</a:t>
            </a:r>
            <a:endParaRPr lang="en-AU" altLang="zh-CN" dirty="0"/>
          </a:p>
          <a:p>
            <a:endParaRPr lang="en-AU" dirty="0"/>
          </a:p>
          <a:p>
            <a:r>
              <a:rPr lang="zh-CN" altLang="en-US" dirty="0"/>
              <a:t>当双侧无穷图灵机向左移动的时候，半无穷带图灵机正常也向左移动，而需要越过左边边界位置的时候，我们通过特定的符号，让半无穷带图灵机进行跳转，向右移动，且使用另一条道即可。那么因为半边图灵机可以模拟基本图灵机，而基本图灵机显然可以模拟半边图灵机，因此半边图灵机和基本图灵机是等价的。</a:t>
            </a:r>
            <a:endParaRPr lang="en-AU" dirty="0"/>
          </a:p>
          <a:p>
            <a:endParaRPr lang="en-AU" dirty="0"/>
          </a:p>
          <a:p>
            <a:endParaRPr lang="en-AU" dirty="0"/>
          </a:p>
          <a:p>
            <a:r>
              <a:rPr lang="en-AU" sz="1800" b="0" i="0" dirty="0">
                <a:solidFill>
                  <a:srgbClr val="404040"/>
                </a:solidFill>
                <a:effectLst/>
                <a:latin typeface="BookAntiqua"/>
              </a:rPr>
              <a:t>Assume that trying to move left from the</a:t>
            </a:r>
            <a:br>
              <a:rPr lang="en-AU" sz="1800" b="0" i="0" dirty="0">
                <a:solidFill>
                  <a:srgbClr val="404040"/>
                </a:solidFill>
                <a:effectLst/>
                <a:latin typeface="BookAntiqua"/>
              </a:rPr>
            </a:br>
            <a:r>
              <a:rPr lang="en-AU" sz="1800" b="0" i="0" dirty="0">
                <a:solidFill>
                  <a:srgbClr val="404040"/>
                </a:solidFill>
                <a:effectLst/>
                <a:latin typeface="BookAntiqua"/>
              </a:rPr>
              <a:t>leftmost cell causes execution to die.</a:t>
            </a:r>
            <a:r>
              <a:rPr lang="en-AU" dirty="0"/>
              <a:t> </a:t>
            </a:r>
            <a:br>
              <a:rPr lang="en-AU" dirty="0"/>
            </a:br>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endParaRPr lang="en-US" altLang="zh-TW" sz="1200" dirty="0"/>
          </a:p>
          <a:p>
            <a:endParaRPr lang="en-AU" dirty="0"/>
          </a:p>
        </p:txBody>
      </p:sp>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endParaRPr lang="en-US" altLang="zh-TW" sz="1200" dirty="0"/>
              </a:p>
              <a:p>
                <a:endParaRPr lang="en-AU" dirty="0"/>
              </a:p>
              <a:p>
                <a:endParaRPr lang="en-AU" dirty="0"/>
              </a:p>
              <a:p>
                <a:r>
                  <a:rPr lang="zh-CN" altLang="en-US" dirty="0"/>
                  <a:t>初始的时候，先扫描整个输入符号串并压入一个栈，然后再依次弹出，压入另外一个栈。这样之后，一个栈为空，一个栈为整个输入串（最左边的符号在栈顶），这样也就表示了一开始图灵机的带头指向第一个符号，且左边全是空格符号</a:t>
                </a:r>
                <a:r>
                  <a:rPr lang="en-AU" altLang="zh-CN" dirty="0"/>
                  <a:t>(</a:t>
                </a:r>
                <a:r>
                  <a:rPr lang="zh-CN" altLang="en-US" dirty="0"/>
                  <a:t>第一个栈为空</a:t>
                </a:r>
                <a:r>
                  <a:rPr lang="en-AU" altLang="zh-CN" dirty="0"/>
                  <a:t>)</a:t>
                </a:r>
                <a:r>
                  <a:rPr lang="zh-CN" altLang="en-US" dirty="0"/>
                  <a:t>。</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带头的移动用两个栈分别弹栈和压栈模拟。若带头修改字符</a:t>
                </a:r>
                <a14:m>
                  <m:oMath xmlns:m="http://schemas.openxmlformats.org/officeDocument/2006/math">
                    <m:r>
                      <a:rPr lang="en-US" altLang="zh-CN" i="1" dirty="0" smtClean="0">
                        <a:latin typeface="Cambria Math" panose="02040503050406030204" pitchFamily="18" charset="0"/>
                      </a:rPr>
                      <m:t>𝐴</m:t>
                    </m:r>
                  </m:oMath>
                </a14:m>
                <a:r>
                  <a:rPr lang="zh-CN" altLang="en-US" dirty="0"/>
                  <a:t>为</a:t>
                </a:r>
                <a14:m>
                  <m:oMath xmlns:m="http://schemas.openxmlformats.org/officeDocument/2006/math">
                    <m:r>
                      <a:rPr lang="en-US" altLang="zh-CN" i="1" dirty="0" smtClean="0">
                        <a:latin typeface="Cambria Math" panose="02040503050406030204" pitchFamily="18" charset="0"/>
                      </a:rPr>
                      <m:t>𝐵</m:t>
                    </m:r>
                  </m:oMath>
                </a14:m>
                <a:r>
                  <a:rPr lang="zh-CN" altLang="en-US" dirty="0"/>
                  <a:t>，用一个栈弹出的字符</a:t>
                </a:r>
                <a14:m>
                  <m:oMath xmlns:m="http://schemas.openxmlformats.org/officeDocument/2006/math">
                    <m:r>
                      <a:rPr lang="en-US" altLang="zh-CN" i="1" dirty="0" smtClean="0">
                        <a:latin typeface="Cambria Math" panose="02040503050406030204" pitchFamily="18" charset="0"/>
                      </a:rPr>
                      <m:t>𝐴</m:t>
                    </m:r>
                  </m:oMath>
                </a14:m>
                <a:r>
                  <a:rPr lang="zh-CN" altLang="en-US" dirty="0"/>
                  <a:t>而另一个栈压入</a:t>
                </a:r>
                <a14:m>
                  <m:oMath xmlns:m="http://schemas.openxmlformats.org/officeDocument/2006/math">
                    <m:r>
                      <a:rPr lang="en-US" altLang="zh-CN" i="1" dirty="0" smtClean="0">
                        <a:latin typeface="Cambria Math" panose="02040503050406030204" pitchFamily="18" charset="0"/>
                      </a:rPr>
                      <m:t>𝐵</m:t>
                    </m:r>
                  </m:oMath>
                </a14:m>
                <a:r>
                  <a:rPr lang="zh-CN" altLang="en-US" dirty="0"/>
                  <a:t>来模拟。</a:t>
                </a:r>
                <a:endParaRPr lang="en-AU" altLang="zh-CN" dirty="0"/>
              </a:p>
              <a:p>
                <a:endParaRPr lang="en-AU" dirty="0"/>
              </a:p>
              <a:p>
                <a:r>
                  <a:rPr lang="zh-CN" altLang="en-US" dirty="0"/>
                  <a:t>带头修改符号</a:t>
                </a:r>
                <a:r>
                  <a:rPr lang="en-AU" altLang="zh-CN" dirty="0"/>
                  <a:t>A</a:t>
                </a:r>
                <a:r>
                  <a:rPr lang="zh-CN" altLang="en-US" dirty="0"/>
                  <a:t>为</a:t>
                </a:r>
                <a:r>
                  <a:rPr lang="en-US" altLang="zh-CN" dirty="0"/>
                  <a:t>B</a:t>
                </a:r>
                <a:r>
                  <a:rPr lang="zh-CN" altLang="en-US" dirty="0"/>
                  <a:t>，这个时候要考虑带头向哪个方向移动。如果向右移动，则要把</a:t>
                </a:r>
                <a:r>
                  <a:rPr lang="en-AU" altLang="zh-CN" dirty="0"/>
                  <a:t>B</a:t>
                </a:r>
                <a:r>
                  <a:rPr lang="zh-CN" altLang="en-US" dirty="0"/>
                  <a:t>压入存储读头左边内容的栈，然后把</a:t>
                </a:r>
                <a:r>
                  <a:rPr lang="en-AU" altLang="zh-CN" dirty="0"/>
                  <a:t>A</a:t>
                </a:r>
                <a:r>
                  <a:rPr lang="zh-CN" altLang="en-US" dirty="0"/>
                  <a:t>从另外一个存储右边内容的栈弹出。</a:t>
                </a:r>
                <a:endParaRPr lang="en-AU" altLang="zh-CN" dirty="0"/>
              </a:p>
              <a:p>
                <a:endParaRPr lang="en-AU" dirty="0"/>
              </a:p>
              <a:p>
                <a:r>
                  <a:rPr lang="zh-CN" altLang="en-US" dirty="0"/>
                  <a:t>有穷控制器就还是存储着和图灵机一样的状态。</a:t>
                </a:r>
                <a:endParaRPr lang="en-AU" dirty="0"/>
              </a:p>
            </p:txBody>
          </p:sp>
        </mc:Choice>
        <mc:Fallback>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Actually, a PDA with two stacks has the same computation power as a </a:t>
                </a:r>
                <a:r>
                  <a:rPr lang="en-US" sz="1200" dirty="0"/>
                  <a:t>Turing Machine</a:t>
                </a:r>
                <a:r>
                  <a:rPr lang="en-US" altLang="zh-TW" sz="1200" dirty="0"/>
                  <a:t>.</a:t>
                </a:r>
                <a:endParaRPr lang="en-US" altLang="zh-TW" sz="1200" dirty="0"/>
              </a:p>
              <a:p>
                <a:endParaRPr lang="en-AU" dirty="0"/>
              </a:p>
              <a:p>
                <a:endParaRPr lang="en-AU" dirty="0"/>
              </a:p>
              <a:p>
                <a:r>
                  <a:rPr lang="zh-CN" altLang="en-US" dirty="0"/>
                  <a:t>初始的时候，先扫描整个输入符号串并压入一个栈，然后再依次弹出，压入另外一个栈。这样之后，一个栈为空，一个栈为整个输入串（最左边的符号在栈顶），这样也就表示了一开始图灵机的带头指向第一个符号，且左边全是空格符号</a:t>
                </a:r>
                <a:r>
                  <a:rPr lang="en-AU" altLang="zh-CN" dirty="0"/>
                  <a:t>(</a:t>
                </a:r>
                <a:r>
                  <a:rPr lang="zh-CN" altLang="en-US" dirty="0"/>
                  <a:t>第一个栈为空</a:t>
                </a:r>
                <a:r>
                  <a:rPr lang="en-AU" altLang="zh-CN" dirty="0"/>
                  <a:t>)</a:t>
                </a:r>
                <a:r>
                  <a:rPr lang="zh-CN" altLang="en-US" dirty="0"/>
                  <a:t>。</a:t>
                </a:r>
                <a:endParaRPr lang="en-AU" altLang="zh-CN" dirty="0"/>
              </a:p>
              <a:p>
                <a:endParaRPr lang="en-AU"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带头的移动用两个栈分别弹栈和压栈模拟。若带头修改字符</a:t>
                </a:r>
                <a14:m>
                  <m:oMath xmlns:m="http://schemas.openxmlformats.org/officeDocument/2006/math">
                    <m:r>
                      <a:rPr lang="en-US" altLang="zh-CN" i="1" dirty="0" smtClean="0">
                        <a:latin typeface="Cambria Math" panose="02040503050406030204" pitchFamily="18" charset="0"/>
                      </a:rPr>
                      <m:t>𝐴</m:t>
                    </m:r>
                  </m:oMath>
                </a14:m>
                <a:r>
                  <a:rPr lang="zh-CN" altLang="en-US" dirty="0"/>
                  <a:t>为</a:t>
                </a:r>
                <a14:m>
                  <m:oMath xmlns:m="http://schemas.openxmlformats.org/officeDocument/2006/math">
                    <m:r>
                      <a:rPr lang="en-US" altLang="zh-CN" i="1" dirty="0" smtClean="0">
                        <a:latin typeface="Cambria Math" panose="02040503050406030204" pitchFamily="18" charset="0"/>
                      </a:rPr>
                      <m:t>𝐵</m:t>
                    </m:r>
                  </m:oMath>
                </a14:m>
                <a:r>
                  <a:rPr lang="zh-CN" altLang="en-US" dirty="0"/>
                  <a:t>，用一个栈弹出的字符</a:t>
                </a:r>
                <a14:m>
                  <m:oMath xmlns:m="http://schemas.openxmlformats.org/officeDocument/2006/math">
                    <m:r>
                      <a:rPr lang="en-US" altLang="zh-CN" i="1" dirty="0" smtClean="0">
                        <a:latin typeface="Cambria Math" panose="02040503050406030204" pitchFamily="18" charset="0"/>
                      </a:rPr>
                      <m:t>𝐴</m:t>
                    </m:r>
                  </m:oMath>
                </a14:m>
                <a:r>
                  <a:rPr lang="zh-CN" altLang="en-US" dirty="0"/>
                  <a:t>而另一个栈压入</a:t>
                </a:r>
                <a14:m>
                  <m:oMath xmlns:m="http://schemas.openxmlformats.org/officeDocument/2006/math">
                    <m:r>
                      <a:rPr lang="en-US" altLang="zh-CN" i="1" dirty="0" smtClean="0">
                        <a:latin typeface="Cambria Math" panose="02040503050406030204" pitchFamily="18" charset="0"/>
                      </a:rPr>
                      <m:t>𝐵</m:t>
                    </m:r>
                  </m:oMath>
                </a14:m>
                <a:r>
                  <a:rPr lang="zh-CN" altLang="en-US" dirty="0"/>
                  <a:t>来模拟。</a:t>
                </a:r>
                <a:endParaRPr lang="en-AU" altLang="zh-CN" dirty="0"/>
              </a:p>
              <a:p>
                <a:endParaRPr lang="en-AU" dirty="0"/>
              </a:p>
              <a:p>
                <a:r>
                  <a:rPr lang="zh-CN" altLang="en-US" dirty="0"/>
                  <a:t>带头修改符号</a:t>
                </a:r>
                <a:r>
                  <a:rPr lang="en-AU" altLang="zh-CN" dirty="0"/>
                  <a:t>A</a:t>
                </a:r>
                <a:r>
                  <a:rPr lang="zh-CN" altLang="en-US" dirty="0"/>
                  <a:t>为</a:t>
                </a:r>
                <a:r>
                  <a:rPr lang="en-US" altLang="zh-CN" dirty="0"/>
                  <a:t>B</a:t>
                </a:r>
                <a:r>
                  <a:rPr lang="zh-CN" altLang="en-US" dirty="0"/>
                  <a:t>，这个时候要考虑带头向哪个方向移动。如果向右移动，则要把</a:t>
                </a:r>
                <a:r>
                  <a:rPr lang="en-AU" altLang="zh-CN" dirty="0"/>
                  <a:t>B</a:t>
                </a:r>
                <a:r>
                  <a:rPr lang="zh-CN" altLang="en-US" dirty="0"/>
                  <a:t>压入存储读头左边内容的栈，然后把</a:t>
                </a:r>
                <a:r>
                  <a:rPr lang="en-AU" altLang="zh-CN" dirty="0"/>
                  <a:t>A</a:t>
                </a:r>
                <a:r>
                  <a:rPr lang="zh-CN" altLang="en-US" dirty="0"/>
                  <a:t>从另外一个存储右边内容的栈弹出。</a:t>
                </a:r>
                <a:endParaRPr lang="en-AU" altLang="zh-CN" dirty="0"/>
              </a:p>
              <a:p>
                <a:endParaRPr lang="en-AU" dirty="0"/>
              </a:p>
              <a:p>
                <a:r>
                  <a:rPr lang="zh-CN" altLang="en-US" dirty="0"/>
                  <a:t>有穷控制器就还是存储着和图灵机一样的状态。</a:t>
                </a:r>
                <a:endParaRPr lang="en-AU" dirty="0"/>
              </a:p>
            </p:txBody>
          </p:sp>
        </mc:Choice>
        <mc:Fallback>
          <p:sp>
            <p:nvSpPr>
              <p:cNvPr id="3" name="Notes Placeholder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5"/>
          </p:nvPr>
        </p:nvSpPr>
        <p:spPr/>
        <p:txBody>
          <a:bodyPr/>
          <a:lstStyle/>
          <a:p>
            <a:fld id="{FA67A903-3A42-486D-A3BC-854A05CABB63}" type="slidenum">
              <a:rPr lang="en-AU" smtClean="0"/>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fld id="{FEF7AF06-D15C-44CE-AFF9-B535D7A7E491}" type="datetime1">
              <a:rPr lang="en-AU" smtClean="0"/>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8"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9" name="直接连接符 8"/>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685800" y="152400"/>
            <a:ext cx="8229600" cy="393065"/>
          </a:xfrm>
        </p:spPr>
        <p:txBody>
          <a:bodyPr/>
          <a:lstStyle>
            <a:lvl1pPr algn="r">
              <a:defRPr sz="3600" b="1">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lvl1pPr>
              <a:defRPr sz="2800" b="1">
                <a:latin typeface="黑体" panose="02010609060101010101" pitchFamily="49" charset="-122"/>
                <a:ea typeface="黑体" panose="02010609060101010101" pitchFamily="49" charset="-122"/>
              </a:defRPr>
            </a:lvl1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EE97ABBC-CB91-4AB7-BC4F-CDF5D93DCE92}" type="datetime1">
              <a:rPr lang="en-AU" smtClean="0"/>
            </a:fld>
            <a:endParaRPr lang="en-AU"/>
          </a:p>
        </p:txBody>
      </p:sp>
      <p:sp>
        <p:nvSpPr>
          <p:cNvPr id="5" name="页脚占位符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fld>
            <a:endParaRPr lang="en-AU"/>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fld id="{3A735BA6-A5FF-4E65-AE0C-1E50375BDD5F}" type="datetime1">
              <a:rPr lang="en-AU" smtClean="0"/>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fld id="{ABB773E6-6A1F-436B-8144-FF3C9086A383}" type="datetime1">
              <a:rPr lang="en-AU" smtClean="0"/>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fld id="{4576D12A-ADDB-44AF-8AC5-359048C64A2A}" type="datetime1">
              <a:rPr lang="en-AU" smtClean="0"/>
            </a:fld>
            <a:endParaRPr lang="en-AU"/>
          </a:p>
        </p:txBody>
      </p:sp>
      <p:sp>
        <p:nvSpPr>
          <p:cNvPr id="8" name="页脚占位符 7"/>
          <p:cNvSpPr>
            <a:spLocks noGrp="1"/>
          </p:cNvSpPr>
          <p:nvPr>
            <p:ph type="ftr" sz="quarter" idx="11"/>
          </p:nvPr>
        </p:nvSpPr>
        <p:spPr/>
        <p:txBody>
          <a:bodyPr/>
          <a:lstStyle/>
          <a:p>
            <a:endParaRPr lang="en-AU"/>
          </a:p>
        </p:txBody>
      </p:sp>
      <p:sp>
        <p:nvSpPr>
          <p:cNvPr id="9" name="灯片编号占位符 8"/>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6"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8" name="直接连接符 7"/>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3589040" y="0"/>
            <a:ext cx="5554960" cy="692696"/>
          </a:xfrm>
        </p:spPr>
        <p:txBody>
          <a:bodyPr>
            <a:noAutofit/>
          </a:bodyPr>
          <a:lstStyle>
            <a:lvl1pPr algn="r">
              <a:defRPr sz="3600">
                <a:solidFill>
                  <a:schemeClr val="bg1"/>
                </a:solidFill>
                <a:effectLst>
                  <a:outerShdw blurRad="38100" dist="38100" dir="2700000" algn="tl">
                    <a:srgbClr val="000000">
                      <a:alpha val="43137"/>
                    </a:srgbClr>
                  </a:outerShdw>
                </a:effectLst>
              </a:defRPr>
            </a:lvl1p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FF58F817-8D47-42DC-82E6-EB0318065E82}" type="datetime1">
              <a:rPr lang="en-AU" smtClean="0"/>
            </a:fld>
            <a:endParaRPr lang="en-AU"/>
          </a:p>
        </p:txBody>
      </p:sp>
      <p:sp>
        <p:nvSpPr>
          <p:cNvPr id="4" name="页脚占位符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fld>
            <a:endParaRPr lang="en-AU"/>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pattFill prst="smGrid">
          <a:fgClr>
            <a:srgbClr val="F2F2F2"/>
          </a:fgClr>
          <a:bgClr>
            <a:schemeClr val="bg1"/>
          </a:bgClr>
        </a:pattFill>
        <a:effectLst/>
      </p:bgPr>
    </p:bg>
    <p:spTree>
      <p:nvGrpSpPr>
        <p:cNvPr id="1" name=""/>
        <p:cNvGrpSpPr/>
        <p:nvPr/>
      </p:nvGrpSpPr>
      <p:grpSpPr>
        <a:xfrm>
          <a:off x="0" y="0"/>
          <a:ext cx="0" cy="0"/>
          <a:chOff x="0" y="0"/>
          <a:chExt cx="0" cy="0"/>
        </a:xfrm>
      </p:grpSpPr>
      <p:cxnSp>
        <p:nvCxnSpPr>
          <p:cNvPr id="7" name="直接连接符 6"/>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fld id="{B2EB3307-46BC-4AF0-ADCD-404101DA4E80}" type="datetime1">
              <a:rPr lang="en-AU" smtClean="0"/>
            </a:fld>
            <a:endParaRPr lang="en-AU"/>
          </a:p>
        </p:txBody>
      </p:sp>
      <p:sp>
        <p:nvSpPr>
          <p:cNvPr id="3" name="页脚占位符 2"/>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endParaRPr lang="en-AU"/>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fld id="{0662E1F6-9BD6-474C-A82E-E07C3DB67AAE}" type="slidenum">
              <a:rPr lang="en-AU" smtClean="0"/>
            </a:fld>
            <a:endParaRPr lang="en-AU"/>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fld id="{B54B3FB5-824B-41CC-AA79-434048191D89}" type="datetime1">
              <a:rPr lang="en-AU" smtClean="0"/>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fld id="{0CA2684C-D6AE-4A0B-8975-33836B18EDD0}" type="datetime1">
              <a:rPr lang="en-AU" smtClean="0"/>
            </a:fld>
            <a:endParaRPr lang="en-AU"/>
          </a:p>
        </p:txBody>
      </p:sp>
      <p:sp>
        <p:nvSpPr>
          <p:cNvPr id="6" name="页脚占位符 5"/>
          <p:cNvSpPr>
            <a:spLocks noGrp="1"/>
          </p:cNvSpPr>
          <p:nvPr>
            <p:ph type="ftr" sz="quarter" idx="11"/>
          </p:nvPr>
        </p:nvSpPr>
        <p:spPr/>
        <p:txBody>
          <a:bodyPr/>
          <a:lstStyle/>
          <a:p>
            <a:endParaRPr lang="en-AU"/>
          </a:p>
        </p:txBody>
      </p:sp>
      <p:sp>
        <p:nvSpPr>
          <p:cNvPr id="7" name="灯片编号占位符 6"/>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fld id="{81813374-06A7-4F9E-92B1-10D8A7479A01}" type="datetime1">
              <a:rPr lang="en-AU" smtClean="0"/>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fld id="{B3180633-F82C-45F8-9561-D151F4CE1AED}" type="datetime1">
              <a:rPr lang="en-AU" smtClean="0"/>
            </a:fld>
            <a:endParaRPr lang="en-AU"/>
          </a:p>
        </p:txBody>
      </p:sp>
      <p:sp>
        <p:nvSpPr>
          <p:cNvPr id="5" name="页脚占位符 4"/>
          <p:cNvSpPr>
            <a:spLocks noGrp="1"/>
          </p:cNvSpPr>
          <p:nvPr>
            <p:ph type="ftr" sz="quarter" idx="11"/>
          </p:nvPr>
        </p:nvSpPr>
        <p:spPr/>
        <p:txBody>
          <a:bodyPr/>
          <a:lstStyle/>
          <a:p>
            <a:endParaRPr lang="en-AU"/>
          </a:p>
        </p:txBody>
      </p:sp>
      <p:sp>
        <p:nvSpPr>
          <p:cNvPr id="6" name="灯片编号占位符 5"/>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sp>
        <p:nvSpPr>
          <p:cNvPr id="8"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cxnSp>
        <p:nvCxnSpPr>
          <p:cNvPr id="9" name="直接连接符 8"/>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lvl1pPr>
              <a:defRPr b="1">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lvl1pPr>
              <a:defRPr sz="2800" b="1">
                <a:latin typeface="黑体" panose="02010609060101010101" pitchFamily="49" charset="-122"/>
                <a:ea typeface="黑体" panose="02010609060101010101" pitchFamily="49" charset="-122"/>
              </a:defRPr>
            </a:lvl1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E03C2985-DA0A-423A-A02E-2E38F06C445F}"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8" name="页脚占位符 7"/>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9" name="灯片编号占位符 8"/>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sp>
        <p:nvSpPr>
          <p:cNvPr id="6"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solidFill>
                <a:prstClr val="white"/>
              </a:solidFill>
            </a:endParaRPr>
          </a:p>
        </p:txBody>
      </p:sp>
      <p:cxnSp>
        <p:nvCxnSpPr>
          <p:cNvPr id="8" name="直接连接符 7"/>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3589040" y="0"/>
            <a:ext cx="5554960" cy="692696"/>
          </a:xfrm>
        </p:spPr>
        <p:txBody>
          <a:bodyPr>
            <a:noAutofit/>
          </a:bodyPr>
          <a:lstStyle>
            <a:lvl1pPr algn="r">
              <a:defRPr sz="360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702554A5-A581-4AB9-AEA0-FA3C5F0DF619}"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4" name="页脚占位符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pattFill prst="smGrid">
          <a:fgClr>
            <a:srgbClr val="F2F2F2"/>
          </a:fgClr>
          <a:bgClr>
            <a:schemeClr val="bg1"/>
          </a:bgClr>
        </a:pattFill>
        <a:effectLst/>
      </p:bgPr>
    </p:bg>
    <p:spTree>
      <p:nvGrpSpPr>
        <p:cNvPr id="1" name=""/>
        <p:cNvGrpSpPr/>
        <p:nvPr/>
      </p:nvGrpSpPr>
      <p:grpSpPr>
        <a:xfrm>
          <a:off x="0" y="0"/>
          <a:ext cx="0" cy="0"/>
          <a:chOff x="0" y="0"/>
          <a:chExt cx="0" cy="0"/>
        </a:xfrm>
      </p:grpSpPr>
      <p:cxnSp>
        <p:nvCxnSpPr>
          <p:cNvPr id="7" name="直接连接符 6"/>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fontAlgn="auto">
              <a:defRPr/>
            </a:pPr>
            <a:fld id="{9891A0AF-8D07-42A7-B1EB-C2BD93C0D5E5}"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3" name="页脚占位符 2"/>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fontAlgn="auto">
              <a:defRPr/>
            </a:pPr>
            <a:endParaRPr lang="en-US" altLang="zh-CN" strike="noStrike" noProof="1">
              <a:solidFill>
                <a:prstClr val="black">
                  <a:tint val="75000"/>
                </a:prstClr>
              </a:solidFill>
            </a:endParaRPr>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6" name="页脚占位符 5"/>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7" name="灯片编号占位符 6"/>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11"/>
          </p:nvPr>
        </p:nvSpPr>
        <p:spPr/>
        <p:txBody>
          <a:body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12"/>
          </p:nvPr>
        </p:nvSpPr>
        <p:spPr/>
        <p:txBody>
          <a:body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vert="horz" lIns="91440" tIns="45720" rIns="91440" bIns="45720" anchor="ctr" anchorCtr="0"/>
          <a:lstStyle/>
          <a:p>
            <a:pPr lvl="0"/>
            <a:r>
              <a:rPr lang="zh-CN" altLang="en-US"/>
              <a:t>单击此处编辑母版标题样式</a:t>
            </a:r>
            <a:endParaRPr lang="zh-CN" altLang="en-US"/>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vert="horz" lIns="91440" tIns="45720" rIns="91440" bIns="45720" anchor="t" anchorCtr="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8E1B8E-D3EF-4A64-A14B-C8223E125E11}" type="datetime1">
              <a:rPr lang="en-AU" smtClean="0"/>
            </a:fld>
            <a:endParaRPr lang="en-AU"/>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62E1F6-9BD6-474C-A82E-E07C3DB67AAE}" type="slidenum">
              <a:rPr lang="en-AU" smtClean="0"/>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457200" y="274638"/>
            <a:ext cx="8229600" cy="1143000"/>
          </a:xfrm>
          <a:prstGeom prst="rect">
            <a:avLst/>
          </a:prstGeom>
          <a:noFill/>
          <a:ln w="9525">
            <a:noFill/>
          </a:ln>
        </p:spPr>
        <p:txBody>
          <a:bodyPr vert="horz" lIns="91440" tIns="45720" rIns="91440" bIns="45720" anchor="ctr" anchorCtr="0"/>
          <a:lstStyle/>
          <a:p>
            <a:pPr lvl="0"/>
            <a:r>
              <a:rPr lang="zh-CN" altLang="en-US" dirty="0"/>
              <a:t>单击此处编辑母版标题样式</a:t>
            </a:r>
            <a:endParaRPr lang="zh-CN" altLang="en-US" dirty="0"/>
          </a:p>
        </p:txBody>
      </p:sp>
      <p:sp>
        <p:nvSpPr>
          <p:cNvPr id="2051" name="文本占位符 2"/>
          <p:cNvSpPr>
            <a:spLocks noGrp="1"/>
          </p:cNvSpPr>
          <p:nvPr>
            <p:ph type="body"/>
          </p:nvPr>
        </p:nvSpPr>
        <p:spPr>
          <a:xfrm>
            <a:off x="457200" y="1600200"/>
            <a:ext cx="8229600" cy="4525963"/>
          </a:xfrm>
          <a:prstGeom prst="rect">
            <a:avLst/>
          </a:prstGeom>
          <a:noFill/>
          <a:ln w="9525">
            <a:noFill/>
          </a:ln>
        </p:spPr>
        <p:txBody>
          <a:bodyPr vert="horz" lIns="91440" tIns="45720" rIns="91440" bIns="45720" anchor="t" anchorCtr="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defRPr/>
            </a:pPr>
            <a:fld id="{77332379-8504-4B52-80B8-13CE9A735353}" type="datetime1">
              <a:rPr lang="zh-CN" altLang="en-US"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defRPr/>
            </a:pPr>
            <a:endParaRPr lang="en-US" altLang="zh-CN" strike="noStrike" noProof="1">
              <a:solidFill>
                <a:prstClr val="black">
                  <a:tint val="75000"/>
                </a:prst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defRPr/>
            </a:pPr>
            <a:fld id="{A60C455B-B212-44F5-BDE5-4E865130930B}" type="slidenum">
              <a:rPr lang="en-US" altLang="zh-CN" strike="noStrike" noProof="1" smtClean="0">
                <a:solidFill>
                  <a:prstClr val="black">
                    <a:tint val="75000"/>
                  </a:prstClr>
                </a:solidFill>
                <a:latin typeface="+mn-lt"/>
                <a:ea typeface="+mn-ea"/>
                <a:cs typeface="+mn-cs"/>
              </a:rPr>
            </a:fld>
            <a:endParaRPr lang="en-US" altLang="zh-CN" strike="noStrike" noProof="1">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2.xml"/><Relationship Id="rId7" Type="http://schemas.openxmlformats.org/officeDocument/2006/relationships/image" Target="../media/image23.png"/><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2.xml"/><Relationship Id="rId7" Type="http://schemas.openxmlformats.org/officeDocument/2006/relationships/image" Target="../media/image23.png"/><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7.png"/><Relationship Id="rId7" Type="http://schemas.openxmlformats.org/officeDocument/2006/relationships/image" Target="../media/image23.png"/><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0" Type="http://schemas.openxmlformats.org/officeDocument/2006/relationships/notesSlide" Target="../notesSlides/notesSlide12.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1.png"/><Relationship Id="rId7" Type="http://schemas.openxmlformats.org/officeDocument/2006/relationships/image" Target="../media/image25.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2" Type="http://schemas.openxmlformats.org/officeDocument/2006/relationships/notesSlide" Target="../notesSlides/notesSlide13.xml"/><Relationship Id="rId11" Type="http://schemas.openxmlformats.org/officeDocument/2006/relationships/slideLayout" Target="../slideLayouts/slideLayout2.xml"/><Relationship Id="rId10" Type="http://schemas.openxmlformats.org/officeDocument/2006/relationships/image" Target="../media/image27.png"/><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5.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3" Type="http://schemas.openxmlformats.org/officeDocument/2006/relationships/notesSlide" Target="../notesSlides/notesSlide14.xml"/><Relationship Id="rId12" Type="http://schemas.openxmlformats.org/officeDocument/2006/relationships/slideLayout" Target="../slideLayouts/slideLayout2.xml"/><Relationship Id="rId11" Type="http://schemas.openxmlformats.org/officeDocument/2006/relationships/image" Target="../media/image27.png"/><Relationship Id="rId10" Type="http://schemas.openxmlformats.org/officeDocument/2006/relationships/image" Target="../media/image23.png"/><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5.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3" Type="http://schemas.openxmlformats.org/officeDocument/2006/relationships/notesSlide" Target="../notesSlides/notesSlide15.xml"/><Relationship Id="rId12" Type="http://schemas.openxmlformats.org/officeDocument/2006/relationships/slideLayout" Target="../slideLayouts/slideLayout2.xml"/><Relationship Id="rId11" Type="http://schemas.openxmlformats.org/officeDocument/2006/relationships/image" Target="../media/image27.png"/><Relationship Id="rId10" Type="http://schemas.openxmlformats.org/officeDocument/2006/relationships/image" Target="../media/image23.png"/><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5.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4" Type="http://schemas.openxmlformats.org/officeDocument/2006/relationships/notesSlide" Target="../notesSlides/notesSlide16.xml"/><Relationship Id="rId13" Type="http://schemas.openxmlformats.org/officeDocument/2006/relationships/slideLayout" Target="../slideLayouts/slideLayout2.xml"/><Relationship Id="rId12" Type="http://schemas.openxmlformats.org/officeDocument/2006/relationships/image" Target="../media/image31.png"/><Relationship Id="rId11" Type="http://schemas.openxmlformats.org/officeDocument/2006/relationships/image" Target="../media/image27.png"/><Relationship Id="rId10" Type="http://schemas.openxmlformats.org/officeDocument/2006/relationships/image" Target="../media/image23.png"/><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5.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4" Type="http://schemas.openxmlformats.org/officeDocument/2006/relationships/notesSlide" Target="../notesSlides/notesSlide17.xml"/><Relationship Id="rId13" Type="http://schemas.openxmlformats.org/officeDocument/2006/relationships/slideLayout" Target="../slideLayouts/slideLayout2.xml"/><Relationship Id="rId12" Type="http://schemas.openxmlformats.org/officeDocument/2006/relationships/image" Target="../media/image31.png"/><Relationship Id="rId11" Type="http://schemas.openxmlformats.org/officeDocument/2006/relationships/image" Target="../media/image27.png"/><Relationship Id="rId10" Type="http://schemas.openxmlformats.org/officeDocument/2006/relationships/image" Target="../media/image23.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5.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4" Type="http://schemas.openxmlformats.org/officeDocument/2006/relationships/notesSlide" Target="../notesSlides/notesSlide18.xml"/><Relationship Id="rId13" Type="http://schemas.openxmlformats.org/officeDocument/2006/relationships/slideLayout" Target="../slideLayouts/slideLayout2.xml"/><Relationship Id="rId12" Type="http://schemas.openxmlformats.org/officeDocument/2006/relationships/image" Target="../media/image31.png"/><Relationship Id="rId11" Type="http://schemas.openxmlformats.org/officeDocument/2006/relationships/image" Target="../media/image27.png"/><Relationship Id="rId10" Type="http://schemas.openxmlformats.org/officeDocument/2006/relationships/image" Target="../media/image23.png"/><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25.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5" Type="http://schemas.openxmlformats.org/officeDocument/2006/relationships/notesSlide" Target="../notesSlides/notesSlide19.xml"/><Relationship Id="rId14" Type="http://schemas.openxmlformats.org/officeDocument/2006/relationships/slideLayout" Target="../slideLayouts/slideLayout2.xml"/><Relationship Id="rId13" Type="http://schemas.openxmlformats.org/officeDocument/2006/relationships/image" Target="../media/image31.png"/><Relationship Id="rId12" Type="http://schemas.openxmlformats.org/officeDocument/2006/relationships/image" Target="../media/image27.png"/><Relationship Id="rId11" Type="http://schemas.openxmlformats.org/officeDocument/2006/relationships/image" Target="../media/image23.png"/><Relationship Id="rId10" Type="http://schemas.openxmlformats.org/officeDocument/2006/relationships/image" Target="../media/image33.png"/><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25.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24.png"/><Relationship Id="rId2" Type="http://schemas.openxmlformats.org/officeDocument/2006/relationships/image" Target="../media/image22.png"/><Relationship Id="rId14" Type="http://schemas.openxmlformats.org/officeDocument/2006/relationships/slideLayout" Target="../slideLayouts/slideLayout2.xml"/><Relationship Id="rId13" Type="http://schemas.openxmlformats.org/officeDocument/2006/relationships/image" Target="../media/image31.png"/><Relationship Id="rId12" Type="http://schemas.openxmlformats.org/officeDocument/2006/relationships/image" Target="../media/image27.png"/><Relationship Id="rId11" Type="http://schemas.openxmlformats.org/officeDocument/2006/relationships/image" Target="../media/image23.png"/><Relationship Id="rId10" Type="http://schemas.openxmlformats.org/officeDocument/2006/relationships/image" Target="../media/image33.png"/><Relationship Id="rId1" Type="http://schemas.openxmlformats.org/officeDocument/2006/relationships/image" Target="../media/image39.png"/></Relationships>
</file>

<file path=ppt/slides/_rels/slide3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40.png"/><Relationship Id="rId2" Type="http://schemas.openxmlformats.org/officeDocument/2006/relationships/tags" Target="../tags/tag2.xml"/><Relationship Id="rId14" Type="http://schemas.openxmlformats.org/officeDocument/2006/relationships/slideLayout" Target="../slideLayouts/slideLayout7.xml"/><Relationship Id="rId13" Type="http://schemas.openxmlformats.org/officeDocument/2006/relationships/tags" Target="../tags/tag11.xml"/><Relationship Id="rId12" Type="http://schemas.openxmlformats.org/officeDocument/2006/relationships/image" Target="../media/image41.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40.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22.png"/><Relationship Id="rId13" Type="http://schemas.openxmlformats.org/officeDocument/2006/relationships/slideLayout" Target="../slideLayouts/slideLayout2.xml"/><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2" Type="http://schemas.openxmlformats.org/officeDocument/2006/relationships/slideLayout" Target="../slideLayouts/slideLayout7.xml"/><Relationship Id="rId11" Type="http://schemas.openxmlformats.org/officeDocument/2006/relationships/tags" Target="../tags/tag21.xml"/><Relationship Id="rId10" Type="http://schemas.openxmlformats.org/officeDocument/2006/relationships/image" Target="../media/image41.png"/><Relationship Id="rId1" Type="http://schemas.openxmlformats.org/officeDocument/2006/relationships/tags" Target="../tags/tag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49.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image" Target="../media/image58.png"/><Relationship Id="rId2" Type="http://schemas.openxmlformats.org/officeDocument/2006/relationships/tags" Target="../tags/tag23.xml"/><Relationship Id="rId14" Type="http://schemas.openxmlformats.org/officeDocument/2006/relationships/slideLayout" Target="../slideLayouts/slideLayout7.xml"/><Relationship Id="rId13" Type="http://schemas.openxmlformats.org/officeDocument/2006/relationships/tags" Target="../tags/tag32.xml"/><Relationship Id="rId12" Type="http://schemas.openxmlformats.org/officeDocument/2006/relationships/image" Target="../media/image41.png"/><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6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70.xml.rels><?xml version="1.0" encoding="UTF-8" standalone="yes"?>
<Relationships xmlns="http://schemas.openxmlformats.org/package/2006/relationships"><Relationship Id="rId9" Type="http://schemas.openxmlformats.org/officeDocument/2006/relationships/notesSlide" Target="../notesSlides/notesSlide41.xml"/><Relationship Id="rId8" Type="http://schemas.openxmlformats.org/officeDocument/2006/relationships/slideLayout" Target="../slideLayouts/slideLayout2.xml"/><Relationship Id="rId7" Type="http://schemas.openxmlformats.org/officeDocument/2006/relationships/image" Target="../media/image80.png"/><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6.png"/></Relationships>
</file>

<file path=ppt/slides/_rels/slide71.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2" Type="http://schemas.openxmlformats.org/officeDocument/2006/relationships/slideLayout" Target="../slideLayouts/slideLayout7.xml"/><Relationship Id="rId11" Type="http://schemas.openxmlformats.org/officeDocument/2006/relationships/tags" Target="../tags/tag42.xml"/><Relationship Id="rId10" Type="http://schemas.openxmlformats.org/officeDocument/2006/relationships/image" Target="../media/image41.png"/><Relationship Id="rId1" Type="http://schemas.openxmlformats.org/officeDocument/2006/relationships/tags" Target="../tags/tag3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470025"/>
          </a:xfrm>
          <a:ln>
            <a:miter lim="800000"/>
          </a:ln>
        </p:spPr>
        <p:txBody>
          <a:bodyPr vert="horz" wrap="square" lIns="91440" tIns="45720" rIns="91440" bIns="45720" numCol="1" rtlCol="0" anchor="ctr" anchorCtr="0" compatLnSpc="1">
            <a:noAutofit/>
          </a:bodyPr>
          <a:lstStyle/>
          <a:p>
            <a:pPr lvl="0">
              <a:defRPr/>
            </a:pPr>
            <a:r>
              <a:rPr lang="zh-CN" altLang="en-US" b="1" dirty="0">
                <a:solidFill>
                  <a:srgbClr val="2C2C2C"/>
                </a:solidFill>
                <a:effectLst>
                  <a:outerShdw blurRad="38100" dist="38100" dir="2700000" algn="tl">
                    <a:srgbClr val="000000">
                      <a:alpha val="43137"/>
                    </a:srgbClr>
                  </a:outerShdw>
                </a:effectLst>
              </a:rPr>
              <a:t>图灵机</a:t>
            </a:r>
            <a:endParaRPr kumimoji="0" lang="en-US" altLang="zh-CN" sz="4400" b="1" i="0" u="none" strike="noStrike" kern="1200" cap="none" spc="0" normalizeH="0" baseline="0" noProof="0" dirty="0">
              <a:ln>
                <a:noFill/>
              </a:ln>
              <a:solidFill>
                <a:srgbClr val="2C2C2C"/>
              </a:solidFill>
              <a:effectLst>
                <a:outerShdw blurRad="38100" dist="38100" dir="2700000" algn="tl">
                  <a:srgbClr val="000000">
                    <a:alpha val="43137"/>
                  </a:srgbClr>
                </a:outerShdw>
              </a:effectLst>
              <a:uLnTx/>
              <a:uFillTx/>
              <a:latin typeface="+mj-lt"/>
              <a:ea typeface="+mj-ea"/>
              <a:cs typeface="+mj-cs"/>
            </a:endParaRPr>
          </a:p>
        </p:txBody>
      </p:sp>
      <p:sp>
        <p:nvSpPr>
          <p:cNvPr id="5122" name="灯片编号占位符 2"/>
          <p:cNvSpPr>
            <a:spLocks noGrp="1"/>
          </p:cNvSpPr>
          <p:nvPr>
            <p:ph type="sldNum" sz="quarter" idx="12"/>
          </p:nvPr>
        </p:nvSpPr>
        <p:spPr>
          <a:noFill/>
          <a:ln>
            <a:noFill/>
          </a:ln>
        </p:spPr>
        <p:txBody>
          <a:bodyPr wrap="square" lIns="91440" tIns="45720" rIns="91440" bIns="45720" anchor="ctr"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a:fld id="{9A0DB2DC-4C9A-4742-B13C-FB6460FD3503}" type="slidenum">
              <a:rPr lang="en-US" altLang="zh-CN" sz="1200" dirty="0">
                <a:solidFill>
                  <a:srgbClr val="FFFFFF"/>
                </a:solidFill>
              </a:rPr>
            </a:fld>
            <a:endParaRPr lang="en-US" altLang="zh-CN" sz="1200" dirty="0">
              <a:solidFill>
                <a:srgbClr val="FFFFFF"/>
              </a:solidFill>
            </a:endParaRPr>
          </a:p>
        </p:txBody>
      </p:sp>
      <p:grpSp>
        <p:nvGrpSpPr>
          <p:cNvPr id="5126" name="组合 9"/>
          <p:cNvGrpSpPr/>
          <p:nvPr/>
        </p:nvGrpSpPr>
        <p:grpSpPr>
          <a:xfrm>
            <a:off x="0" y="5030788"/>
            <a:ext cx="8699500" cy="1117600"/>
            <a:chOff x="0" y="5030681"/>
            <a:chExt cx="8700121" cy="1116947"/>
          </a:xfrm>
        </p:grpSpPr>
        <p:sp>
          <p:nvSpPr>
            <p:cNvPr id="11" name="矩形 10"/>
            <p:cNvSpPr/>
            <p:nvPr/>
          </p:nvSpPr>
          <p:spPr>
            <a:xfrm>
              <a:off x="0" y="5030681"/>
              <a:ext cx="8700121" cy="1116947"/>
            </a:xfrm>
            <a:prstGeom prst="rect">
              <a:avLst/>
            </a:prstGeom>
            <a:gradFill>
              <a:gsLst>
                <a:gs pos="0">
                  <a:schemeClr val="bg1">
                    <a:lumMod val="50000"/>
                  </a:schemeClr>
                </a:gs>
                <a:gs pos="99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grpSp>
          <p:nvGrpSpPr>
            <p:cNvPr id="13" name="组合 12"/>
            <p:cNvGrpSpPr/>
            <p:nvPr/>
          </p:nvGrpSpPr>
          <p:grpSpPr>
            <a:xfrm rot="10800000">
              <a:off x="149602" y="5139274"/>
              <a:ext cx="3166930" cy="810003"/>
              <a:chOff x="2077999" y="5178439"/>
              <a:chExt cx="2948941" cy="683692"/>
            </a:xfrm>
            <a:solidFill>
              <a:schemeClr val="bg1"/>
            </a:solidFill>
          </p:grpSpPr>
          <p:sp>
            <p:nvSpPr>
              <p:cNvPr id="14" name="矩形 13"/>
              <p:cNvSpPr/>
              <p:nvPr/>
            </p:nvSpPr>
            <p:spPr>
              <a:xfrm>
                <a:off x="4662430" y="5178441"/>
                <a:ext cx="364510" cy="683690"/>
              </a:xfrm>
              <a:prstGeom prst="rect">
                <a:avLst/>
              </a:prstGeom>
              <a:solidFill>
                <a:srgbClr val="78A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25"/>
              <p:cNvSpPr/>
              <p:nvPr/>
            </p:nvSpPr>
            <p:spPr>
              <a:xfrm>
                <a:off x="2077999" y="5178439"/>
                <a:ext cx="2520000" cy="683178"/>
              </a:xfrm>
              <a:custGeom>
                <a:avLst/>
                <a:gdLst/>
                <a:ahLst/>
                <a:cxnLst/>
                <a:rect l="l" t="t" r="r" b="b"/>
                <a:pathLst>
                  <a:path w="3995780" h="1199745">
                    <a:moveTo>
                      <a:pt x="3696727" y="760691"/>
                    </a:moveTo>
                    <a:lnTo>
                      <a:pt x="1033246" y="760691"/>
                    </a:lnTo>
                    <a:lnTo>
                      <a:pt x="1029703" y="940654"/>
                    </a:lnTo>
                    <a:lnTo>
                      <a:pt x="3696727" y="940654"/>
                    </a:lnTo>
                    <a:close/>
                    <a:moveTo>
                      <a:pt x="3700429" y="298400"/>
                    </a:moveTo>
                    <a:lnTo>
                      <a:pt x="1042348" y="298400"/>
                    </a:lnTo>
                    <a:lnTo>
                      <a:pt x="1038805" y="478363"/>
                    </a:lnTo>
                    <a:lnTo>
                      <a:pt x="3700429" y="478363"/>
                    </a:lnTo>
                    <a:close/>
                    <a:moveTo>
                      <a:pt x="3995780" y="2065"/>
                    </a:moveTo>
                    <a:lnTo>
                      <a:pt x="3995780" y="1198688"/>
                    </a:lnTo>
                    <a:lnTo>
                      <a:pt x="1024623" y="1198688"/>
                    </a:lnTo>
                    <a:lnTo>
                      <a:pt x="1024602" y="1199745"/>
                    </a:lnTo>
                    <a:lnTo>
                      <a:pt x="1022842" y="1198688"/>
                    </a:lnTo>
                    <a:lnTo>
                      <a:pt x="1014564" y="1198688"/>
                    </a:lnTo>
                    <a:lnTo>
                      <a:pt x="1014564" y="1193714"/>
                    </a:lnTo>
                    <a:lnTo>
                      <a:pt x="0" y="584102"/>
                    </a:lnTo>
                    <a:lnTo>
                      <a:pt x="1014564" y="18756"/>
                    </a:lnTo>
                    <a:lnTo>
                      <a:pt x="1014564" y="2065"/>
                    </a:lnTo>
                    <a:lnTo>
                      <a:pt x="1044517" y="2065"/>
                    </a:lnTo>
                    <a:lnTo>
                      <a:pt x="1048224" y="0"/>
                    </a:lnTo>
                    <a:lnTo>
                      <a:pt x="1048183" y="2065"/>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sp>
        <p:nvSpPr>
          <p:cNvPr id="3" name="文本框 2"/>
          <p:cNvSpPr txBox="1"/>
          <p:nvPr/>
        </p:nvSpPr>
        <p:spPr>
          <a:xfrm>
            <a:off x="3276600" y="3644900"/>
            <a:ext cx="2540000" cy="645160"/>
          </a:xfrm>
          <a:prstGeom prst="rect">
            <a:avLst/>
          </a:prstGeom>
          <a:noFill/>
        </p:spPr>
        <p:txBody>
          <a:bodyPr wrap="square" rtlCol="0" anchor="t">
            <a:spAutoFit/>
          </a:bodyPr>
          <a:lstStyle/>
          <a:p>
            <a:pPr eaLnBrk="1" hangingPunct="1"/>
            <a:r>
              <a:rPr lang="zh-CN" altLang="en-US" dirty="0">
                <a:latin typeface="楷体" panose="02010609060101010101" pitchFamily="49" charset="-122"/>
                <a:ea typeface="楷体" panose="02010609060101010101" pitchFamily="49" charset="-122"/>
                <a:sym typeface="+mn-ea"/>
              </a:rPr>
              <a:t>计算机科学与技术学院</a:t>
            </a:r>
            <a:endParaRPr lang="en-US" altLang="zh-CN" dirty="0">
              <a:latin typeface="楷体" panose="02010609060101010101" pitchFamily="49" charset="-122"/>
              <a:ea typeface="楷体" panose="02010609060101010101" pitchFamily="49" charset="-122"/>
            </a:endParaRPr>
          </a:p>
          <a:p>
            <a:pPr eaLnBrk="1" hangingPunct="1"/>
            <a:r>
              <a:rPr lang="zh-CN" altLang="en-US" dirty="0">
                <a:latin typeface="楷体" panose="02010609060101010101" pitchFamily="49" charset="-122"/>
                <a:ea typeface="楷体" panose="02010609060101010101" pitchFamily="49" charset="-122"/>
                <a:sym typeface="+mn-ea"/>
              </a:rPr>
              <a:t>哈尔滨工业大学（深圳）</a:t>
            </a:r>
            <a:endParaRPr lang="zh-CN" altLang="en-US"/>
          </a:p>
        </p:txBody>
      </p:sp>
      <p:sp>
        <p:nvSpPr>
          <p:cNvPr id="16" name="圆角矩形 7"/>
          <p:cNvSpPr/>
          <p:nvPr/>
        </p:nvSpPr>
        <p:spPr>
          <a:xfrm>
            <a:off x="835024" y="539092"/>
            <a:ext cx="7473952" cy="1158875"/>
          </a:xfrm>
          <a:prstGeom prst="roundRect">
            <a:avLst>
              <a:gd name="adj" fmla="val 9948"/>
            </a:avLst>
          </a:prstGeom>
          <a:noFill/>
          <a:ln w="25400">
            <a:solidFill>
              <a:srgbClr val="F69418"/>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200" b="1" dirty="0" err="1">
                <a:solidFill>
                  <a:srgbClr val="F69418"/>
                </a:solidFill>
                <a:latin typeface="Times New Roman" panose="02020603050405020304" pitchFamily="18" charset="0"/>
                <a:ea typeface="黑体" panose="02010609060101010101" pitchFamily="49" charset="-122"/>
                <a:cs typeface="Times New Roman" panose="02020603050405020304" pitchFamily="18" charset="0"/>
              </a:rPr>
              <a:t>形式语言与自动机</a:t>
            </a:r>
            <a:endPar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rPr>
              <a:t>Formal Languages and Automata Theory</a:t>
            </a:r>
            <a:endPar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TextBox 11"/>
          <p:cNvSpPr txBox="1"/>
          <p:nvPr/>
        </p:nvSpPr>
        <p:spPr>
          <a:xfrm>
            <a:off x="6646863" y="5345291"/>
            <a:ext cx="2039937" cy="461665"/>
          </a:xfrm>
          <a:prstGeom prst="rect">
            <a:avLst/>
          </a:prstGeom>
          <a:noFill/>
        </p:spPr>
        <p:txBody>
          <a:bodyPr>
            <a:spAutoFit/>
          </a:bodyPr>
          <a:lstStyle/>
          <a:p>
            <a:pPr marR="0" algn="ctr" defTabSz="914400">
              <a:buClrTx/>
              <a:buSzTx/>
              <a:buFontTx/>
              <a:defRPr/>
            </a:pPr>
            <a:r>
              <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汤步洲</a:t>
            </a:r>
            <a:r>
              <a:rPr kumimoji="0" lang="en-US" altLang="zh-CN"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t>图灵机简介、形式化定义</a:t>
            </a:r>
            <a:endParaRPr lang="en-AU" altLang="zh-CN" dirty="0"/>
          </a:p>
          <a:p>
            <a:r>
              <a:rPr lang="zh-CN" altLang="en-US" dirty="0"/>
              <a:t>图灵机的表示能力：语言、停机与整数运算</a:t>
            </a:r>
            <a:endParaRPr lang="en-AU" altLang="zh-CN" dirty="0"/>
          </a:p>
          <a:p>
            <a:r>
              <a:rPr lang="zh-CN" altLang="en-US" dirty="0"/>
              <a:t>扩展图灵机</a:t>
            </a:r>
            <a:endParaRPr lang="en-AU" altLang="zh-CN" dirty="0"/>
          </a:p>
          <a:p>
            <a:r>
              <a:rPr lang="zh-CN" altLang="en-US" dirty="0"/>
              <a:t>受限图灵机</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t>图灵机简介、形式化定义</a:t>
            </a:r>
            <a:endParaRPr lang="en-AU" altLang="zh-CN" dirty="0"/>
          </a:p>
          <a:p>
            <a:r>
              <a:rPr lang="zh-CN" altLang="en-US" dirty="0">
                <a:solidFill>
                  <a:schemeClr val="bg1">
                    <a:lumMod val="65000"/>
                  </a:schemeClr>
                </a:solidFill>
              </a:rPr>
              <a:t>图灵机的表示能力：语言、停机与整数运算</a:t>
            </a:r>
            <a:endParaRPr lang="en-AU" altLang="zh-CN" dirty="0">
              <a:solidFill>
                <a:schemeClr val="bg1">
                  <a:lumMod val="65000"/>
                </a:schemeClr>
              </a:solidFill>
            </a:endParaRPr>
          </a:p>
          <a:p>
            <a:r>
              <a:rPr lang="zh-CN" altLang="en-US" dirty="0">
                <a:solidFill>
                  <a:schemeClr val="bg1">
                    <a:lumMod val="65000"/>
                  </a:schemeClr>
                </a:solidFill>
              </a:rPr>
              <a:t>扩展图灵机</a:t>
            </a:r>
            <a:endParaRPr lang="en-AU" altLang="zh-CN" dirty="0">
              <a:solidFill>
                <a:schemeClr val="bg1">
                  <a:lumMod val="65000"/>
                </a:schemeClr>
              </a:solidFill>
            </a:endParaRPr>
          </a:p>
          <a:p>
            <a:r>
              <a:rPr lang="zh-CN" altLang="en-US" dirty="0">
                <a:solidFill>
                  <a:schemeClr val="bg1">
                    <a:lumMod val="65000"/>
                  </a:schemeClr>
                </a:solidFill>
              </a:rPr>
              <a:t>受限图灵机</a:t>
            </a:r>
            <a:endParaRPr lang="en-AU" dirty="0">
              <a:solidFill>
                <a:schemeClr val="bg1">
                  <a:lumMod val="6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图灵机简介与定义</a:t>
            </a:r>
            <a:endParaRPr lang="en-AU" dirty="0"/>
          </a:p>
        </p:txBody>
      </p:sp>
      <p:sp>
        <p:nvSpPr>
          <p:cNvPr id="3" name="Content Placeholder 2"/>
          <p:cNvSpPr>
            <a:spLocks noGrp="1"/>
          </p:cNvSpPr>
          <p:nvPr>
            <p:ph idx="1"/>
          </p:nvPr>
        </p:nvSpPr>
        <p:spPr>
          <a:xfrm>
            <a:off x="622300" y="1390650"/>
            <a:ext cx="7854950" cy="4525963"/>
          </a:xfrm>
        </p:spPr>
        <p:txBody>
          <a:bodyPr/>
          <a:lstStyle/>
          <a:p>
            <a:r>
              <a:rPr lang="zh-CN" altLang="en-US" sz="2400" dirty="0"/>
              <a:t>图灵</a:t>
            </a:r>
            <a:r>
              <a:rPr lang="en-AU" altLang="zh-CN" sz="2400" dirty="0">
                <a:latin typeface="Times New Roman" panose="02020603050405020304" pitchFamily="18" charset="0"/>
                <a:cs typeface="Times New Roman" panose="02020603050405020304" pitchFamily="18" charset="0"/>
              </a:rPr>
              <a:t>(Alan Mathison Turing</a:t>
            </a:r>
            <a:r>
              <a:rPr lang="en-AU" altLang="zh-CN" sz="2400" dirty="0"/>
              <a:t>)</a:t>
            </a:r>
            <a:r>
              <a:rPr lang="zh-CN" altLang="en-US" sz="2400" dirty="0"/>
              <a:t>在</a:t>
            </a:r>
            <a:r>
              <a:rPr lang="en-AU" altLang="zh-CN" sz="2400" dirty="0"/>
              <a:t>1936</a:t>
            </a:r>
            <a:r>
              <a:rPr lang="zh-CN" altLang="en-US" sz="2400" dirty="0"/>
              <a:t>年介绍了这样一个通用的计算模型，该模型具有以下两个性质：</a:t>
            </a:r>
            <a:endParaRPr lang="en-AU" altLang="zh-CN" sz="2400" dirty="0"/>
          </a:p>
          <a:p>
            <a:pPr lvl="1"/>
            <a:r>
              <a:rPr lang="zh-CN" altLang="en-US" sz="2400" dirty="0"/>
              <a:t>该模型的每个过程都是有穷可描述的；</a:t>
            </a:r>
            <a:endParaRPr lang="en-AU" altLang="zh-CN" sz="2400" dirty="0"/>
          </a:p>
          <a:p>
            <a:pPr lvl="1"/>
            <a:r>
              <a:rPr lang="zh-CN" altLang="en-US" sz="2400" dirty="0"/>
              <a:t>过程必须是由离散的、可以机械执行的步骤组成。</a:t>
            </a:r>
            <a:endParaRPr lang="en-AU" altLang="zh-CN" sz="2400" dirty="0"/>
          </a:p>
          <a:p>
            <a:r>
              <a:rPr lang="zh-CN" altLang="en-US" sz="2400" dirty="0"/>
              <a:t>图灵机是计算机的一种简单数字模型，尽管简单，但它具有模拟通用计算机的计算能力。</a:t>
            </a:r>
            <a:endParaRPr lang="en-AU" altLang="zh-CN" sz="2400" dirty="0"/>
          </a:p>
          <a:p>
            <a:pPr lvl="1"/>
            <a:r>
              <a:rPr lang="zh-CN" altLang="en-US" sz="2400" dirty="0"/>
              <a:t>可用来研究递归可枚举集</a:t>
            </a:r>
            <a:r>
              <a:rPr lang="en-US" altLang="zh-CN" sz="2400" dirty="0"/>
              <a:t>(</a:t>
            </a:r>
            <a:r>
              <a:rPr lang="en-AU" sz="2400" dirty="0">
                <a:latin typeface="Times New Roman" panose="02020603050405020304" pitchFamily="18" charset="0"/>
                <a:cs typeface="Times New Roman" panose="02020603050405020304" pitchFamily="18" charset="0"/>
              </a:rPr>
              <a:t>recursively enumerable set</a:t>
            </a:r>
            <a:r>
              <a:rPr lang="en-AU" sz="2400" dirty="0"/>
              <a:t>)</a:t>
            </a:r>
            <a:r>
              <a:rPr lang="zh-CN" altLang="en-US" sz="2400" dirty="0"/>
              <a:t>和部分递归函数</a:t>
            </a:r>
            <a:r>
              <a:rPr lang="en-US" altLang="zh-CN" sz="2400" dirty="0"/>
              <a:t>(</a:t>
            </a:r>
            <a:r>
              <a:rPr lang="en-AU" sz="2400" dirty="0">
                <a:latin typeface="Times New Roman" panose="02020603050405020304" pitchFamily="18" charset="0"/>
                <a:cs typeface="Times New Roman" panose="02020603050405020304" pitchFamily="18" charset="0"/>
              </a:rPr>
              <a:t>partial recursive function</a:t>
            </a:r>
            <a:r>
              <a:rPr lang="en-AU" sz="2400" dirty="0"/>
              <a:t>)</a:t>
            </a:r>
            <a:r>
              <a:rPr lang="zh-CN" altLang="en-US" sz="2400" dirty="0"/>
              <a:t>。</a:t>
            </a:r>
            <a:endParaRPr lang="en-AU" sz="2400" dirty="0"/>
          </a:p>
          <a:p>
            <a:pPr lvl="1"/>
            <a:r>
              <a:rPr lang="zh-CN" altLang="en-US" sz="2400" dirty="0"/>
              <a:t>对算法和可计算性进行研究提供形式化描述工具。</a:t>
            </a:r>
            <a:endParaRPr lang="zh-CN" altLang="en-US" sz="2400" dirty="0"/>
          </a:p>
          <a:p>
            <a:pPr lvl="1"/>
            <a:endParaRPr lang="en-AU"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图灵机简介与定义</a:t>
            </a:r>
            <a:endParaRPr lang="en-AU" dirty="0"/>
          </a:p>
        </p:txBody>
      </p:sp>
      <p:sp>
        <p:nvSpPr>
          <p:cNvPr id="3" name="Content Placeholder 2"/>
          <p:cNvSpPr>
            <a:spLocks noGrp="1"/>
          </p:cNvSpPr>
          <p:nvPr>
            <p:ph idx="1"/>
          </p:nvPr>
        </p:nvSpPr>
        <p:spPr>
          <a:xfrm>
            <a:off x="552450" y="3206750"/>
            <a:ext cx="8229600" cy="4525963"/>
          </a:xfrm>
        </p:spPr>
        <p:txBody>
          <a:bodyPr>
            <a:normAutofit/>
          </a:bodyPr>
          <a:lstStyle/>
          <a:p>
            <a:r>
              <a:rPr lang="zh-CN" altLang="en-US" sz="2400" dirty="0"/>
              <a:t>图灵机有一个</a:t>
            </a:r>
            <a:r>
              <a:rPr lang="zh-CN" altLang="en-US" sz="2400" dirty="0">
                <a:solidFill>
                  <a:srgbClr val="7030A0"/>
                </a:solidFill>
              </a:rPr>
              <a:t>有穷控制器</a:t>
            </a:r>
            <a:r>
              <a:rPr lang="zh-CN" altLang="en-US" sz="2400" dirty="0"/>
              <a:t>，一条</a:t>
            </a:r>
            <a:r>
              <a:rPr lang="zh-CN" altLang="en-US" sz="2400" dirty="0">
                <a:solidFill>
                  <a:srgbClr val="7030A0"/>
                </a:solidFill>
              </a:rPr>
              <a:t>两端无穷的输入输出带</a:t>
            </a:r>
            <a:r>
              <a:rPr lang="zh-CN" altLang="en-US" sz="2400" dirty="0"/>
              <a:t>和一个</a:t>
            </a:r>
            <a:r>
              <a:rPr lang="zh-CN" altLang="en-US" sz="2400" dirty="0">
                <a:solidFill>
                  <a:srgbClr val="7030A0"/>
                </a:solidFill>
              </a:rPr>
              <a:t>带头</a:t>
            </a:r>
            <a:r>
              <a:rPr lang="en-AU" altLang="zh-CN" sz="2400" dirty="0">
                <a:latin typeface="Times New Roman" panose="02020603050405020304" pitchFamily="18" charset="0"/>
                <a:cs typeface="Times New Roman" panose="02020603050405020304" pitchFamily="18" charset="0"/>
              </a:rPr>
              <a:t>(tape head)</a:t>
            </a:r>
            <a:r>
              <a:rPr lang="zh-CN" altLang="en-US" sz="2400" dirty="0"/>
              <a:t>。</a:t>
            </a:r>
            <a:endParaRPr lang="en-AU" altLang="zh-CN" sz="2400" dirty="0"/>
          </a:p>
          <a:p>
            <a:r>
              <a:rPr lang="zh-CN" altLang="en-US" sz="2400" dirty="0"/>
              <a:t>带划分为单元格，每个单元格可以放置一个符号。</a:t>
            </a:r>
            <a:endParaRPr lang="en-AU" altLang="zh-CN" sz="2400" dirty="0"/>
          </a:p>
          <a:p>
            <a:r>
              <a:rPr lang="zh-CN" altLang="en-US" sz="2400" dirty="0"/>
              <a:t>带头每次根据当前状态和带头处单元格的符号内容，根据转移规则选择下一个动作。</a:t>
            </a:r>
            <a:endParaRPr lang="en-AU" altLang="zh-CN" sz="2400" dirty="0"/>
          </a:p>
          <a:p>
            <a:pPr lvl="1"/>
            <a:r>
              <a:rPr lang="zh-CN" altLang="en-US" sz="2400" dirty="0"/>
              <a:t>每个动作都包括下一个状态，修改带头处单元格的符号以及带头向左或向右移动一个单元格。</a:t>
            </a:r>
            <a:endParaRPr lang="zh-CN" altLang="en-US" sz="2400" dirty="0"/>
          </a:p>
          <a:p>
            <a:endParaRPr lang="en-AU"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pic>
        <p:nvPicPr>
          <p:cNvPr id="6" name="Picture 5" descr="Diagram&#10;&#10;Description automatically generated"/>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84855" y="999227"/>
            <a:ext cx="5574290" cy="20289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图灵机的形式化定义</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87400" y="1384300"/>
                <a:ext cx="8229600" cy="4525963"/>
              </a:xfrm>
            </p:spPr>
            <p:txBody>
              <a:bodyPr>
                <a:normAutofit fontScale="92500"/>
              </a:bodyPr>
              <a:lstStyle/>
              <a:p>
                <a:r>
                  <a:rPr lang="zh-CN" altLang="en-US" dirty="0"/>
                  <a:t>图灵机</a:t>
                </a:r>
                <a:r>
                  <a:rPr lang="en-US" altLang="zh-CN" dirty="0"/>
                  <a:t>(</a:t>
                </a:r>
                <a:r>
                  <a:rPr lang="en-AU" dirty="0">
                    <a:latin typeface="Times New Roman" panose="02020603050405020304" pitchFamily="18" charset="0"/>
                    <a:cs typeface="Times New Roman" panose="02020603050405020304" pitchFamily="18" charset="0"/>
                  </a:rPr>
                  <a:t>TM, Turing Machine</a:t>
                </a:r>
                <a:r>
                  <a:rPr lang="en-AU" dirty="0"/>
                  <a:t>) </a:t>
                </a:r>
                <a14:m>
                  <m:oMath xmlns:m="http://schemas.openxmlformats.org/officeDocument/2006/math">
                    <m:r>
                      <a:rPr lang="en-AU" i="1" dirty="0" smtClean="0">
                        <a:latin typeface="Cambria Math" panose="02040503050406030204" pitchFamily="18" charset="0"/>
                      </a:rPr>
                      <m:t>𝑀</m:t>
                    </m:r>
                  </m:oMath>
                </a14:m>
                <a:r>
                  <a:rPr lang="zh-CN" altLang="en-US" dirty="0"/>
                  <a:t>为七元组</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l-GR" i="1" dirty="0" smtClean="0">
                          <a:latin typeface="Cambria Math" panose="02040503050406030204" pitchFamily="18" charset="0"/>
                        </a:rPr>
                        <m:t>𝑀</m:t>
                      </m:r>
                      <m:r>
                        <a:rPr lang="el-GR" i="1" dirty="0" smtClean="0">
                          <a:latin typeface="Cambria Math" panose="02040503050406030204" pitchFamily="18" charset="0"/>
                        </a:rPr>
                        <m:t> = (</m:t>
                      </m:r>
                      <m:r>
                        <a:rPr lang="el-GR" i="1" dirty="0" smtClean="0">
                          <a:latin typeface="Cambria Math" panose="02040503050406030204" pitchFamily="18" charset="0"/>
                        </a:rPr>
                        <m:t>𝑄</m:t>
                      </m:r>
                      <m:r>
                        <a:rPr lang="el-GR" i="1" dirty="0" smtClean="0">
                          <a:latin typeface="Cambria Math" panose="02040503050406030204" pitchFamily="18" charset="0"/>
                        </a:rPr>
                        <m:t>, </m:t>
                      </m:r>
                      <m:r>
                        <m:rPr>
                          <m:sty m:val="p"/>
                        </m:rPr>
                        <a:rPr lang="el-GR" i="0" dirty="0" smtClean="0">
                          <a:latin typeface="Cambria Math" panose="02040503050406030204" pitchFamily="18" charset="0"/>
                        </a:rPr>
                        <m:t>Σ</m:t>
                      </m:r>
                      <m:r>
                        <a:rPr lang="el-GR" i="1" dirty="0" smtClean="0">
                          <a:latin typeface="Cambria Math" panose="02040503050406030204" pitchFamily="18" charset="0"/>
                        </a:rPr>
                        <m:t>, </m:t>
                      </m:r>
                      <m:r>
                        <m:rPr>
                          <m:sty m:val="p"/>
                        </m:rPr>
                        <a:rPr lang="el-GR" i="0" dirty="0" smtClean="0">
                          <a:latin typeface="Cambria Math" panose="02040503050406030204" pitchFamily="18" charset="0"/>
                        </a:rPr>
                        <m:t>Γ</m:t>
                      </m:r>
                      <m:r>
                        <a:rPr lang="el-GR" i="1" dirty="0" smtClean="0">
                          <a:latin typeface="Cambria Math" panose="02040503050406030204" pitchFamily="18" charset="0"/>
                        </a:rPr>
                        <m:t>, </m:t>
                      </m:r>
                      <m:r>
                        <a:rPr lang="el-GR" i="1" dirty="0" smtClean="0">
                          <a:latin typeface="Cambria Math" panose="02040503050406030204" pitchFamily="18" charset="0"/>
                        </a:rPr>
                        <m:t>𝛿</m:t>
                      </m:r>
                      <m:r>
                        <a:rPr lang="el-GR" i="1" dirty="0" smtClean="0">
                          <a:latin typeface="Cambria Math" panose="02040503050406030204" pitchFamily="18" charset="0"/>
                        </a:rPr>
                        <m:t>, </m:t>
                      </m:r>
                      <m:sSub>
                        <m:sSubPr>
                          <m:ctrlPr>
                            <a:rPr lang="el-GR"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el-GR" i="1" dirty="0" smtClean="0">
                          <a:latin typeface="Cambria Math" panose="02040503050406030204" pitchFamily="18" charset="0"/>
                        </a:rPr>
                        <m:t>, </m:t>
                      </m:r>
                      <m:r>
                        <a:rPr lang="el-GR" i="1" dirty="0" smtClean="0">
                          <a:latin typeface="Cambria Math" panose="02040503050406030204" pitchFamily="18" charset="0"/>
                        </a:rPr>
                        <m:t>𝐵</m:t>
                      </m:r>
                      <m:r>
                        <a:rPr lang="el-GR" i="1" dirty="0" smtClean="0">
                          <a:latin typeface="Cambria Math" panose="02040503050406030204" pitchFamily="18" charset="0"/>
                        </a:rPr>
                        <m:t>, </m:t>
                      </m:r>
                      <m:r>
                        <a:rPr lang="el-GR" i="1" dirty="0" smtClean="0">
                          <a:latin typeface="Cambria Math" panose="02040503050406030204" pitchFamily="18" charset="0"/>
                        </a:rPr>
                        <m:t>𝐹</m:t>
                      </m:r>
                      <m:r>
                        <a:rPr lang="el-GR" i="1" dirty="0" smtClean="0">
                          <a:latin typeface="Cambria Math" panose="02040503050406030204" pitchFamily="18" charset="0"/>
                        </a:rPr>
                        <m:t>)</m:t>
                      </m:r>
                    </m:oMath>
                  </m:oMathPara>
                </a14:m>
                <a:endParaRPr lang="en-AU" dirty="0"/>
              </a:p>
              <a:p>
                <a:pPr marL="0" indent="0">
                  <a:buNone/>
                </a:pPr>
                <a:r>
                  <a:rPr lang="en-AU" dirty="0"/>
                  <a:t>(1)</a:t>
                </a:r>
                <a:r>
                  <a:rPr lang="el-GR" dirty="0"/>
                  <a:t> </a:t>
                </a:r>
                <a14:m>
                  <m:oMath xmlns:m="http://schemas.openxmlformats.org/officeDocument/2006/math">
                    <m:r>
                      <a:rPr lang="el-GR" i="1" dirty="0" smtClean="0">
                        <a:latin typeface="Cambria Math" panose="02040503050406030204" pitchFamily="18" charset="0"/>
                      </a:rPr>
                      <m:t>𝑄</m:t>
                    </m:r>
                  </m:oMath>
                </a14:m>
                <a:r>
                  <a:rPr lang="en-AU" dirty="0"/>
                  <a:t>:</a:t>
                </a:r>
                <a:r>
                  <a:rPr lang="zh-CN" altLang="en-US" dirty="0"/>
                  <a:t>有穷状态集</a:t>
                </a:r>
                <a:endParaRPr lang="en-AU" dirty="0"/>
              </a:p>
              <a:p>
                <a:pPr marL="0" indent="0">
                  <a:buNone/>
                </a:pPr>
                <a:r>
                  <a:rPr lang="en-AU" dirty="0"/>
                  <a:t>(2)</a:t>
                </a:r>
                <a:r>
                  <a:rPr lang="el-GR" dirty="0"/>
                  <a:t> </a:t>
                </a:r>
                <a14:m>
                  <m:oMath xmlns:m="http://schemas.openxmlformats.org/officeDocument/2006/math">
                    <m:r>
                      <m:rPr>
                        <m:sty m:val="p"/>
                      </m:rPr>
                      <a:rPr lang="el-GR" i="0" dirty="0" smtClean="0">
                        <a:latin typeface="Cambria Math" panose="02040503050406030204" pitchFamily="18" charset="0"/>
                      </a:rPr>
                      <m:t>Σ</m:t>
                    </m:r>
                  </m:oMath>
                </a14:m>
                <a:r>
                  <a:rPr lang="en-AU" dirty="0"/>
                  <a:t>:</a:t>
                </a:r>
                <a:r>
                  <a:rPr lang="zh-CN" altLang="en-US" dirty="0"/>
                  <a:t>有穷输入符号集</a:t>
                </a:r>
                <a:r>
                  <a:rPr lang="en-AU" altLang="zh-CN" dirty="0"/>
                  <a:t>(input alphabet)</a:t>
                </a:r>
                <a:endParaRPr lang="en-AU" dirty="0"/>
              </a:p>
              <a:p>
                <a:pPr marL="0" indent="0">
                  <a:buNone/>
                </a:pPr>
                <a:r>
                  <a:rPr lang="en-AU" dirty="0"/>
                  <a:t>(3)</a:t>
                </a:r>
                <a:r>
                  <a:rPr lang="el-GR" dirty="0"/>
                  <a:t> </a:t>
                </a:r>
                <a14:m>
                  <m:oMath xmlns:m="http://schemas.openxmlformats.org/officeDocument/2006/math">
                    <m:r>
                      <m:rPr>
                        <m:sty m:val="p"/>
                      </m:rPr>
                      <a:rPr lang="el-GR" i="0" dirty="0" smtClean="0">
                        <a:latin typeface="Cambria Math" panose="02040503050406030204" pitchFamily="18" charset="0"/>
                      </a:rPr>
                      <m:t>Γ</m:t>
                    </m:r>
                  </m:oMath>
                </a14:m>
                <a:r>
                  <a:rPr lang="en-AU" dirty="0"/>
                  <a:t>:</a:t>
                </a:r>
                <a:r>
                  <a:rPr lang="zh-CN" altLang="en-US" dirty="0"/>
                  <a:t>有穷带符号集</a:t>
                </a:r>
                <a:r>
                  <a:rPr lang="en-AU" altLang="zh-CN" dirty="0"/>
                  <a:t>(tape alphabet)</a:t>
                </a:r>
                <a:r>
                  <a:rPr lang="zh-CN" altLang="en-US" dirty="0"/>
                  <a:t>，且总有</a:t>
                </a:r>
                <a14:m>
                  <m:oMath xmlns:m="http://schemas.openxmlformats.org/officeDocument/2006/math">
                    <m:r>
                      <m:rPr>
                        <m:sty m:val="p"/>
                      </m:rPr>
                      <a:rPr lang="el-GR" dirty="0">
                        <a:latin typeface="Cambria Math" panose="02040503050406030204" pitchFamily="18" charset="0"/>
                      </a:rPr>
                      <m:t>Σ</m:t>
                    </m:r>
                    <m:r>
                      <a:rPr lang="el-GR" i="1" dirty="0" smtClean="0">
                        <a:latin typeface="Cambria Math" panose="02040503050406030204" pitchFamily="18" charset="0"/>
                        <a:ea typeface="Cambria Math" panose="02040503050406030204" pitchFamily="18" charset="0"/>
                      </a:rPr>
                      <m:t>⊆</m:t>
                    </m:r>
                    <m:r>
                      <m:rPr>
                        <m:sty m:val="p"/>
                      </m:rPr>
                      <a:rPr lang="el-GR" dirty="0">
                        <a:latin typeface="Cambria Math" panose="02040503050406030204" pitchFamily="18" charset="0"/>
                      </a:rPr>
                      <m:t>Γ</m:t>
                    </m:r>
                  </m:oMath>
                </a14:m>
                <a:endParaRPr lang="en-AU" dirty="0"/>
              </a:p>
              <a:p>
                <a:pPr marL="0" indent="0">
                  <a:buNone/>
                </a:pPr>
                <a:r>
                  <a:rPr lang="en-AU" dirty="0"/>
                  <a:t>(4)</a:t>
                </a:r>
                <a:r>
                  <a:rPr lang="el-GR" dirty="0"/>
                  <a:t> </a:t>
                </a:r>
                <a14:m>
                  <m:oMath xmlns:m="http://schemas.openxmlformats.org/officeDocument/2006/math">
                    <m:r>
                      <a:rPr lang="el-GR" i="1" dirty="0" smtClean="0">
                        <a:latin typeface="Cambria Math" panose="02040503050406030204" pitchFamily="18" charset="0"/>
                      </a:rPr>
                      <m:t>𝛿</m:t>
                    </m:r>
                  </m:oMath>
                </a14:m>
                <a:r>
                  <a:rPr lang="en-AU" dirty="0"/>
                  <a:t>:</a:t>
                </a:r>
                <a:r>
                  <a:rPr lang="el-GR" dirty="0"/>
                  <a:t> </a:t>
                </a:r>
                <a14:m>
                  <m:oMath xmlns:m="http://schemas.openxmlformats.org/officeDocument/2006/math">
                    <m:r>
                      <a:rPr lang="el-GR" i="1" dirty="0">
                        <a:latin typeface="Cambria Math" panose="02040503050406030204" pitchFamily="18" charset="0"/>
                      </a:rPr>
                      <m:t>𝑄</m:t>
                    </m:r>
                    <m:r>
                      <a:rPr lang="el-GR" i="1" dirty="0" smtClean="0">
                        <a:latin typeface="Cambria Math" panose="02040503050406030204" pitchFamily="18" charset="0"/>
                        <a:ea typeface="Cambria Math" panose="02040503050406030204" pitchFamily="18" charset="0"/>
                      </a:rPr>
                      <m:t>×</m:t>
                    </m:r>
                    <m:r>
                      <m:rPr>
                        <m:sty m:val="p"/>
                      </m:rPr>
                      <a:rPr lang="el-GR" dirty="0">
                        <a:latin typeface="Cambria Math" panose="02040503050406030204" pitchFamily="18" charset="0"/>
                      </a:rPr>
                      <m:t>Γ</m:t>
                    </m:r>
                    <m:r>
                      <a:rPr lang="el-GR" i="1" dirty="0" smtClean="0">
                        <a:latin typeface="Cambria Math" panose="02040503050406030204" pitchFamily="18" charset="0"/>
                        <a:ea typeface="Cambria Math" panose="02040503050406030204" pitchFamily="18" charset="0"/>
                      </a:rPr>
                      <m:t>→</m:t>
                    </m:r>
                    <m:r>
                      <a:rPr lang="el-GR" i="1" dirty="0">
                        <a:latin typeface="Cambria Math" panose="02040503050406030204" pitchFamily="18" charset="0"/>
                      </a:rPr>
                      <m:t>𝑄</m:t>
                    </m:r>
                    <m:r>
                      <a:rPr lang="el-GR" i="1" dirty="0">
                        <a:latin typeface="Cambria Math" panose="02040503050406030204" pitchFamily="18" charset="0"/>
                        <a:ea typeface="Cambria Math" panose="02040503050406030204" pitchFamily="18" charset="0"/>
                      </a:rPr>
                      <m:t>×</m:t>
                    </m:r>
                    <m:r>
                      <m:rPr>
                        <m:sty m:val="p"/>
                      </m:rPr>
                      <a:rPr lang="el-GR" dirty="0">
                        <a:latin typeface="Cambria Math" panose="02040503050406030204" pitchFamily="18" charset="0"/>
                      </a:rPr>
                      <m:t>Γ</m:t>
                    </m:r>
                    <m:r>
                      <a:rPr lang="el-GR" i="1" dirty="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𝐿</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𝑅</m:t>
                    </m:r>
                    <m:r>
                      <a:rPr lang="en-AU" b="0" i="1" dirty="0" smtClean="0">
                        <a:latin typeface="Cambria Math" panose="02040503050406030204" pitchFamily="18" charset="0"/>
                        <a:ea typeface="Cambria Math" panose="02040503050406030204" pitchFamily="18" charset="0"/>
                      </a:rPr>
                      <m:t>}</m:t>
                    </m:r>
                  </m:oMath>
                </a14:m>
                <a:r>
                  <a:rPr lang="en-AU" altLang="zh-CN" dirty="0"/>
                  <a:t>:</a:t>
                </a:r>
                <a:r>
                  <a:rPr lang="zh-CN" altLang="en-US" dirty="0"/>
                  <a:t>转移函数</a:t>
                </a:r>
                <a:endParaRPr lang="en-AU" dirty="0"/>
              </a:p>
              <a:p>
                <a:pPr marL="0" indent="0">
                  <a:buNone/>
                </a:pPr>
                <a:r>
                  <a:rPr lang="en-AU" dirty="0"/>
                  <a:t>(5)</a:t>
                </a:r>
                <a:r>
                  <a:rPr lang="el-GR" dirty="0"/>
                  <a:t> </a:t>
                </a:r>
                <a14:m>
                  <m:oMath xmlns:m="http://schemas.openxmlformats.org/officeDocument/2006/math">
                    <m:sSub>
                      <m:sSubPr>
                        <m:ctrlPr>
                          <a:rPr lang="el-GR"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0</m:t>
                        </m:r>
                      </m:sub>
                    </m:sSub>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𝑄</m:t>
                    </m:r>
                  </m:oMath>
                </a14:m>
                <a:r>
                  <a:rPr lang="zh-CN" altLang="en-US" dirty="0"/>
                  <a:t>：初始状态</a:t>
                </a:r>
                <a:endParaRPr lang="en-AU" dirty="0"/>
              </a:p>
              <a:p>
                <a:pPr marL="0" indent="0">
                  <a:buNone/>
                </a:pPr>
                <a:r>
                  <a:rPr lang="en-AU" dirty="0"/>
                  <a:t>(6)</a:t>
                </a:r>
                <a:r>
                  <a:rPr lang="el-GR" dirty="0"/>
                  <a:t> </a:t>
                </a:r>
                <a14:m>
                  <m:oMath xmlns:m="http://schemas.openxmlformats.org/officeDocument/2006/math">
                    <m:r>
                      <a:rPr lang="el-GR" i="1" dirty="0" smtClean="0">
                        <a:latin typeface="Cambria Math" panose="02040503050406030204" pitchFamily="18" charset="0"/>
                      </a:rPr>
                      <m:t>𝐵</m:t>
                    </m:r>
                    <m:r>
                      <a:rPr lang="en-AU" i="1" dirty="0">
                        <a:latin typeface="Cambria Math" panose="02040503050406030204" pitchFamily="18" charset="0"/>
                        <a:ea typeface="Cambria Math" panose="02040503050406030204" pitchFamily="18" charset="0"/>
                      </a:rPr>
                      <m:t>∈</m:t>
                    </m:r>
                    <m:r>
                      <m:rPr>
                        <m:sty m:val="p"/>
                      </m:rPr>
                      <a:rPr lang="el-GR" dirty="0">
                        <a:latin typeface="Cambria Math" panose="02040503050406030204" pitchFamily="18" charset="0"/>
                      </a:rPr>
                      <m:t>Γ</m:t>
                    </m:r>
                    <m:r>
                      <a:rPr lang="en-AU" b="0" i="0" dirty="0" smtClean="0">
                        <a:latin typeface="Cambria Math" panose="02040503050406030204" pitchFamily="18" charset="0"/>
                      </a:rPr>
                      <m:t>−</m:t>
                    </m:r>
                    <m:r>
                      <m:rPr>
                        <m:sty m:val="p"/>
                      </m:rPr>
                      <a:rPr lang="el-GR" dirty="0">
                        <a:latin typeface="Cambria Math" panose="02040503050406030204" pitchFamily="18" charset="0"/>
                      </a:rPr>
                      <m:t>Σ</m:t>
                    </m:r>
                    <m:r>
                      <a:rPr lang="en-AU" b="0" i="0" dirty="0" smtClean="0">
                        <a:latin typeface="Cambria Math" panose="02040503050406030204" pitchFamily="18" charset="0"/>
                      </a:rPr>
                      <m:t>:</m:t>
                    </m:r>
                  </m:oMath>
                </a14:m>
                <a:r>
                  <a:rPr lang="zh-CN" altLang="en-US" dirty="0"/>
                  <a:t>空格</a:t>
                </a:r>
                <a:r>
                  <a:rPr lang="en-AU" altLang="zh-CN" dirty="0"/>
                  <a:t>/</a:t>
                </a:r>
                <a:r>
                  <a:rPr lang="zh-CN" altLang="en-US" dirty="0"/>
                  <a:t>空白符号</a:t>
                </a:r>
                <a:r>
                  <a:rPr lang="en-AU" altLang="zh-CN" dirty="0"/>
                  <a:t>(Blank Symbol)</a:t>
                </a:r>
                <a:endParaRPr lang="en-AU" dirty="0"/>
              </a:p>
              <a:p>
                <a:pPr marL="0" indent="0">
                  <a:buNone/>
                </a:pPr>
                <a:r>
                  <a:rPr lang="en-AU" dirty="0"/>
                  <a:t>(7)</a:t>
                </a:r>
                <a:r>
                  <a:rPr lang="el-GR" dirty="0"/>
                  <a:t> </a:t>
                </a:r>
                <a14:m>
                  <m:oMath xmlns:m="http://schemas.openxmlformats.org/officeDocument/2006/math">
                    <m:r>
                      <a:rPr lang="el-GR" i="1" dirty="0" smtClean="0">
                        <a:latin typeface="Cambria Math" panose="02040503050406030204" pitchFamily="18" charset="0"/>
                      </a:rPr>
                      <m:t>𝐹</m:t>
                    </m:r>
                    <m:r>
                      <a:rPr lang="el-GR" i="1" dirty="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𝑄</m:t>
                    </m:r>
                  </m:oMath>
                </a14:m>
                <a:r>
                  <a:rPr lang="zh-CN" altLang="en-US" dirty="0"/>
                  <a:t>：接受状态集</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787400" y="1384300"/>
                <a:ext cx="8229600" cy="4525963"/>
              </a:xfrm>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图灵机的动作及状态转移图</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71500" y="1117600"/>
                <a:ext cx="8229600" cy="4525963"/>
              </a:xfrm>
            </p:spPr>
            <p:txBody>
              <a:bodyPr>
                <a:normAutofit fontScale="92500" lnSpcReduction="10000"/>
              </a:bodyPr>
              <a:lstStyle/>
              <a:p>
                <a:r>
                  <a:rPr lang="zh-CN" altLang="en-US" dirty="0"/>
                  <a:t>有穷控制器状态为</a:t>
                </a:r>
                <a14:m>
                  <m:oMath xmlns:m="http://schemas.openxmlformats.org/officeDocument/2006/math">
                    <m:r>
                      <a:rPr lang="en-AU" altLang="zh-CN" b="0" i="1" smtClean="0">
                        <a:latin typeface="Cambria Math" panose="02040503050406030204" pitchFamily="18" charset="0"/>
                      </a:rPr>
                      <m:t>𝑞</m:t>
                    </m:r>
                  </m:oMath>
                </a14:m>
                <a:r>
                  <a:rPr lang="zh-CN" altLang="en-US" dirty="0"/>
                  <a:t>且带头读出符号</a:t>
                </a:r>
                <a14:m>
                  <m:oMath xmlns:m="http://schemas.openxmlformats.org/officeDocument/2006/math">
                    <m:r>
                      <a:rPr lang="en-AU" altLang="zh-CN" b="0" i="1" smtClean="0">
                        <a:latin typeface="Cambria Math" panose="02040503050406030204" pitchFamily="18" charset="0"/>
                      </a:rPr>
                      <m:t>𝑋</m:t>
                    </m:r>
                  </m:oMath>
                </a14:m>
                <a:r>
                  <a:rPr lang="zh-CN" altLang="en-US" dirty="0"/>
                  <a:t>时，若有</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l-GR" i="1" dirty="0">
                          <a:latin typeface="Cambria Math" panose="02040503050406030204" pitchFamily="18" charset="0"/>
                        </a:rPr>
                        <m:t>𝛿</m:t>
                      </m:r>
                      <m:d>
                        <m:dPr>
                          <m:ctrlPr>
                            <a:rPr lang="en-AU" b="0" i="1" dirty="0" smtClean="0">
                              <a:latin typeface="Cambria Math" panose="02040503050406030204" pitchFamily="18" charset="0"/>
                            </a:rPr>
                          </m:ctrlPr>
                        </m:dPr>
                        <m:e>
                          <m:r>
                            <a:rPr lang="en-AU" b="0" i="1" dirty="0" smtClean="0">
                              <a:latin typeface="Cambria Math" panose="02040503050406030204" pitchFamily="18" charset="0"/>
                            </a:rPr>
                            <m:t>𝑞</m:t>
                          </m:r>
                          <m:r>
                            <a:rPr lang="en-AU" b="0" i="1" dirty="0" smtClean="0">
                              <a:latin typeface="Cambria Math" panose="02040503050406030204" pitchFamily="18" charset="0"/>
                            </a:rPr>
                            <m:t>,</m:t>
                          </m:r>
                          <m:r>
                            <a:rPr lang="en-AU" b="0" i="1" dirty="0" smtClean="0">
                              <a:latin typeface="Cambria Math" panose="02040503050406030204" pitchFamily="18" charset="0"/>
                            </a:rPr>
                            <m:t>𝑋</m:t>
                          </m:r>
                        </m:e>
                      </m:d>
                      <m:r>
                        <a:rPr lang="en-AU" b="0" i="1" dirty="0" smtClean="0">
                          <a:latin typeface="Cambria Math" panose="02040503050406030204" pitchFamily="18" charset="0"/>
                        </a:rPr>
                        <m:t>=(</m:t>
                      </m:r>
                      <m:r>
                        <a:rPr lang="en-AU" b="0" i="1" dirty="0" smtClean="0">
                          <a:latin typeface="Cambria Math" panose="02040503050406030204" pitchFamily="18" charset="0"/>
                        </a:rPr>
                        <m:t>𝑝</m:t>
                      </m:r>
                      <m:r>
                        <a:rPr lang="en-AU" b="0" i="1" dirty="0" smtClean="0">
                          <a:latin typeface="Cambria Math" panose="02040503050406030204" pitchFamily="18" charset="0"/>
                        </a:rPr>
                        <m:t>,</m:t>
                      </m:r>
                      <m:r>
                        <a:rPr lang="en-AU" b="0" i="1" dirty="0" smtClean="0">
                          <a:latin typeface="Cambria Math" panose="02040503050406030204" pitchFamily="18" charset="0"/>
                        </a:rPr>
                        <m:t>𝑌</m:t>
                      </m:r>
                      <m:r>
                        <a:rPr lang="en-AU" b="0" i="1" dirty="0" smtClean="0">
                          <a:latin typeface="Cambria Math" panose="02040503050406030204" pitchFamily="18" charset="0"/>
                        </a:rPr>
                        <m:t>,</m:t>
                      </m:r>
                      <m:r>
                        <a:rPr lang="en-AU" b="0" i="1" dirty="0" smtClean="0">
                          <a:latin typeface="Cambria Math" panose="02040503050406030204" pitchFamily="18" charset="0"/>
                        </a:rPr>
                        <m:t>𝐿</m:t>
                      </m:r>
                      <m:r>
                        <a:rPr lang="en-AU" b="0" i="1" dirty="0" smtClean="0">
                          <a:latin typeface="Cambria Math" panose="02040503050406030204" pitchFamily="18" charset="0"/>
                        </a:rPr>
                        <m:t>/</m:t>
                      </m:r>
                      <m:r>
                        <a:rPr lang="en-AU" b="0" i="1" dirty="0" smtClean="0">
                          <a:latin typeface="Cambria Math" panose="02040503050406030204" pitchFamily="18" charset="0"/>
                        </a:rPr>
                        <m:t>𝑅</m:t>
                      </m:r>
                      <m:r>
                        <a:rPr lang="en-AU" b="0" i="1" dirty="0" smtClean="0">
                          <a:latin typeface="Cambria Math" panose="02040503050406030204" pitchFamily="18" charset="0"/>
                        </a:rPr>
                        <m:t>)</m:t>
                      </m:r>
                    </m:oMath>
                  </m:oMathPara>
                </a14:m>
                <a:endParaRPr lang="en-AU" dirty="0"/>
              </a:p>
              <a:p>
                <a:pPr marL="0" indent="0">
                  <a:buNone/>
                </a:pPr>
                <a:r>
                  <a:rPr lang="zh-CN" altLang="en-US" dirty="0"/>
                  <a:t>则状态转移到</a:t>
                </a:r>
                <a14:m>
                  <m:oMath xmlns:m="http://schemas.openxmlformats.org/officeDocument/2006/math">
                    <m:r>
                      <a:rPr lang="en-AU" altLang="zh-CN" b="0" i="1" smtClean="0">
                        <a:latin typeface="Cambria Math" panose="02040503050406030204" pitchFamily="18" charset="0"/>
                      </a:rPr>
                      <m:t>𝑝</m:t>
                    </m:r>
                  </m:oMath>
                </a14:m>
                <a:r>
                  <a:rPr lang="en-AU" dirty="0"/>
                  <a:t>,</a:t>
                </a:r>
                <a:r>
                  <a:rPr lang="zh-CN" altLang="en-US" dirty="0"/>
                  <a:t>带头写入符号</a:t>
                </a:r>
                <a14:m>
                  <m:oMath xmlns:m="http://schemas.openxmlformats.org/officeDocument/2006/math">
                    <m:r>
                      <a:rPr lang="en-AU" altLang="zh-CN" b="0" i="1" smtClean="0">
                        <a:latin typeface="Cambria Math" panose="02040503050406030204" pitchFamily="18" charset="0"/>
                      </a:rPr>
                      <m:t>𝑌</m:t>
                    </m:r>
                  </m:oMath>
                </a14:m>
                <a:r>
                  <a:rPr lang="zh-CN" altLang="en-US" dirty="0"/>
                  <a:t>并左或右移一格。图示为</a:t>
                </a:r>
                <a:endParaRPr lang="en-AU" altLang="zh-CN" dirty="0"/>
              </a:p>
              <a:p>
                <a:pPr marL="0" indent="0">
                  <a:buNone/>
                </a:pPr>
                <a:endParaRPr lang="en-AU" altLang="zh-CN" dirty="0"/>
              </a:p>
              <a:p>
                <a:pPr marL="0" indent="0">
                  <a:buNone/>
                </a:pPr>
                <a:endParaRPr lang="en-AU" altLang="zh-CN" dirty="0"/>
              </a:p>
              <a:p>
                <a:pPr marL="0" indent="0">
                  <a:buNone/>
                </a:pPr>
                <a:endParaRPr lang="en-AU" dirty="0"/>
              </a:p>
              <a:p>
                <a:pPr marL="0" indent="0">
                  <a:buNone/>
                </a:pPr>
                <a:endParaRPr lang="en-AU" dirty="0"/>
              </a:p>
              <a:p>
                <a:pPr marL="0" indent="0">
                  <a:buNone/>
                </a:pPr>
                <a:endParaRPr lang="en-AU" dirty="0"/>
              </a:p>
              <a:p>
                <a:pPr marL="0" indent="0">
                  <a:buNone/>
                </a:pPr>
                <a:r>
                  <a:rPr lang="zh-CN" altLang="en-US" dirty="0"/>
                  <a:t>因为每个动作都是确定的，因此是确定的图灵机。</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71500" y="1117600"/>
                <a:ext cx="8229600" cy="4525963"/>
              </a:xfrm>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p:nvPr/>
        </p:nvSpPr>
        <p:spPr>
          <a:xfrm>
            <a:off x="2401784" y="3050032"/>
            <a:ext cx="719328" cy="716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sp>
        <p:nvSpPr>
          <p:cNvPr id="6" name="Oval 5"/>
          <p:cNvSpPr/>
          <p:nvPr/>
        </p:nvSpPr>
        <p:spPr>
          <a:xfrm>
            <a:off x="5666480" y="2982585"/>
            <a:ext cx="873211" cy="7722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cxnSp>
        <p:nvCxnSpPr>
          <p:cNvPr id="8" name="Straight Arrow Connector 7"/>
          <p:cNvCxnSpPr/>
          <p:nvPr/>
        </p:nvCxnSpPr>
        <p:spPr>
          <a:xfrm>
            <a:off x="3181081" y="3380163"/>
            <a:ext cx="246888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9" name="TextBox 8"/>
              <p:cNvSpPr txBox="1"/>
              <p:nvPr/>
            </p:nvSpPr>
            <p:spPr>
              <a:xfrm>
                <a:off x="2513626" y="3149330"/>
                <a:ext cx="428002"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𝑞</m:t>
                      </m:r>
                    </m:oMath>
                  </m:oMathPara>
                </a14:m>
                <a:endParaRPr lang="en-AU" sz="2400" dirty="0"/>
              </a:p>
            </p:txBody>
          </p:sp>
        </mc:Choice>
        <mc:Fallback>
          <p:sp>
            <p:nvSpPr>
              <p:cNvPr id="9" name="TextBox 8"/>
              <p:cNvSpPr txBox="1">
                <a:spLocks noRot="1" noChangeAspect="1" noMove="1" noResize="1" noEditPoints="1" noAdjustHandles="1" noChangeArrowheads="1" noChangeShapeType="1" noTextEdit="1"/>
              </p:cNvSpPr>
              <p:nvPr/>
            </p:nvSpPr>
            <p:spPr>
              <a:xfrm>
                <a:off x="2513626" y="3149330"/>
                <a:ext cx="428002" cy="461665"/>
              </a:xfrm>
              <a:prstGeom prst="rect">
                <a:avLst/>
              </a:prstGeom>
              <a:blipFill rotWithShape="1">
                <a:blip r:embed="rId2"/>
                <a:stretch>
                  <a:fillRect l="-69" t="-79" r="72" b="8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5905182" y="3101532"/>
                <a:ext cx="428900"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𝑝</m:t>
                      </m:r>
                    </m:oMath>
                  </m:oMathPara>
                </a14:m>
                <a:endParaRPr lang="en-AU" sz="2400" dirty="0"/>
              </a:p>
            </p:txBody>
          </p:sp>
        </mc:Choice>
        <mc:Fallback>
          <p:sp>
            <p:nvSpPr>
              <p:cNvPr id="10" name="TextBox 9"/>
              <p:cNvSpPr txBox="1">
                <a:spLocks noRot="1" noChangeAspect="1" noMove="1" noResize="1" noEditPoints="1" noAdjustHandles="1" noChangeArrowheads="1" noChangeShapeType="1" noTextEdit="1"/>
              </p:cNvSpPr>
              <p:nvPr/>
            </p:nvSpPr>
            <p:spPr>
              <a:xfrm>
                <a:off x="5905182" y="3101532"/>
                <a:ext cx="428900" cy="461665"/>
              </a:xfrm>
              <a:prstGeom prst="rect">
                <a:avLst/>
              </a:prstGeom>
              <a:blipFill rotWithShape="1">
                <a:blip r:embed="rId3"/>
                <a:stretch>
                  <a:fillRect l="-74" t="-42" r="138" b="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1333182" y="2872334"/>
                <a:ext cx="4572000"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oMath>
                  </m:oMathPara>
                </a14:m>
                <a:endParaRPr lang="en-AU" sz="2400" dirty="0"/>
              </a:p>
            </p:txBody>
          </p:sp>
        </mc:Choice>
        <mc:Fallback>
          <p:sp>
            <p:nvSpPr>
              <p:cNvPr id="12" name="TextBox 11"/>
              <p:cNvSpPr txBox="1">
                <a:spLocks noRot="1" noChangeAspect="1" noMove="1" noResize="1" noEditPoints="1" noAdjustHandles="1" noChangeArrowheads="1" noChangeShapeType="1" noTextEdit="1"/>
              </p:cNvSpPr>
              <p:nvPr/>
            </p:nvSpPr>
            <p:spPr>
              <a:xfrm>
                <a:off x="1333182" y="2872334"/>
                <a:ext cx="4572000" cy="461665"/>
              </a:xfrm>
              <a:prstGeom prst="rect">
                <a:avLst/>
              </a:prstGeom>
              <a:blipFill rotWithShape="1">
                <a:blip r:embed="rId4"/>
                <a:stretch>
                  <a:fillRect l="-7" t="-50" r="7" b="54"/>
                </a:stretch>
              </a:blipFill>
            </p:spPr>
            <p:txBody>
              <a:bodyPr/>
              <a:lstStyle/>
              <a:p>
                <a:r>
                  <a:rPr lang="zh-CN" altLang="en-US">
                    <a:noFill/>
                  </a:rPr>
                  <a:t> </a:t>
                </a:r>
              </a:p>
            </p:txBody>
          </p:sp>
        </mc:Fallback>
      </mc:AlternateContent>
      <p:cxnSp>
        <p:nvCxnSpPr>
          <p:cNvPr id="14" name="Straight Arrow Connector 13"/>
          <p:cNvCxnSpPr/>
          <p:nvPr/>
        </p:nvCxnSpPr>
        <p:spPr>
          <a:xfrm flipH="1">
            <a:off x="3882296" y="3137005"/>
            <a:ext cx="28320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3" name="Oval 12"/>
          <p:cNvSpPr/>
          <p:nvPr/>
        </p:nvSpPr>
        <p:spPr>
          <a:xfrm>
            <a:off x="2401784" y="4059408"/>
            <a:ext cx="719328" cy="71628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dirty="0"/>
          </a:p>
        </p:txBody>
      </p:sp>
      <p:sp>
        <p:nvSpPr>
          <p:cNvPr id="15" name="Oval 14"/>
          <p:cNvSpPr/>
          <p:nvPr/>
        </p:nvSpPr>
        <p:spPr>
          <a:xfrm>
            <a:off x="5708872" y="3956562"/>
            <a:ext cx="873211" cy="7722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cxnSp>
        <p:nvCxnSpPr>
          <p:cNvPr id="16" name="Straight Arrow Connector 15"/>
          <p:cNvCxnSpPr/>
          <p:nvPr/>
        </p:nvCxnSpPr>
        <p:spPr>
          <a:xfrm>
            <a:off x="3181082" y="4389539"/>
            <a:ext cx="246888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7" name="TextBox 16"/>
              <p:cNvSpPr txBox="1"/>
              <p:nvPr/>
            </p:nvSpPr>
            <p:spPr>
              <a:xfrm>
                <a:off x="2513626" y="4158706"/>
                <a:ext cx="428002"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𝑞</m:t>
                      </m:r>
                    </m:oMath>
                  </m:oMathPara>
                </a14:m>
                <a:endParaRPr lang="en-AU" sz="2400" dirty="0"/>
              </a:p>
            </p:txBody>
          </p:sp>
        </mc:Choice>
        <mc:Fallback>
          <p:sp>
            <p:nvSpPr>
              <p:cNvPr id="17" name="TextBox 16"/>
              <p:cNvSpPr txBox="1">
                <a:spLocks noRot="1" noChangeAspect="1" noMove="1" noResize="1" noEditPoints="1" noAdjustHandles="1" noChangeArrowheads="1" noChangeShapeType="1" noTextEdit="1"/>
              </p:cNvSpPr>
              <p:nvPr/>
            </p:nvSpPr>
            <p:spPr>
              <a:xfrm>
                <a:off x="2513626" y="4158706"/>
                <a:ext cx="428002" cy="461665"/>
              </a:xfrm>
              <a:prstGeom prst="rect">
                <a:avLst/>
              </a:prstGeom>
              <a:blipFill rotWithShape="1">
                <a:blip r:embed="rId2"/>
                <a:stretch>
                  <a:fillRect l="-69" t="-20" r="72"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5907410" y="4126781"/>
                <a:ext cx="428900"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𝑝</m:t>
                      </m:r>
                    </m:oMath>
                  </m:oMathPara>
                </a14:m>
                <a:endParaRPr lang="en-AU" sz="2400" dirty="0"/>
              </a:p>
            </p:txBody>
          </p:sp>
        </mc:Choice>
        <mc:Fallback>
          <p:sp>
            <p:nvSpPr>
              <p:cNvPr id="18" name="TextBox 17"/>
              <p:cNvSpPr txBox="1">
                <a:spLocks noRot="1" noChangeAspect="1" noMove="1" noResize="1" noEditPoints="1" noAdjustHandles="1" noChangeArrowheads="1" noChangeShapeType="1" noTextEdit="1"/>
              </p:cNvSpPr>
              <p:nvPr/>
            </p:nvSpPr>
            <p:spPr>
              <a:xfrm>
                <a:off x="5907410" y="4126781"/>
                <a:ext cx="428900" cy="461665"/>
              </a:xfrm>
              <a:prstGeom prst="rect">
                <a:avLst/>
              </a:prstGeom>
              <a:blipFill rotWithShape="1">
                <a:blip r:embed="rId3"/>
                <a:stretch>
                  <a:fillRect l="-1" t="-119" r="65" b="1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1305955" y="3901798"/>
                <a:ext cx="4572000"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oMath>
                  </m:oMathPara>
                </a14:m>
                <a:endParaRPr lang="en-AU" sz="2400" dirty="0"/>
              </a:p>
            </p:txBody>
          </p:sp>
        </mc:Choice>
        <mc:Fallback>
          <p:sp>
            <p:nvSpPr>
              <p:cNvPr id="19" name="TextBox 18"/>
              <p:cNvSpPr txBox="1">
                <a:spLocks noRot="1" noChangeAspect="1" noMove="1" noResize="1" noEditPoints="1" noAdjustHandles="1" noChangeArrowheads="1" noChangeShapeType="1" noTextEdit="1"/>
              </p:cNvSpPr>
              <p:nvPr/>
            </p:nvSpPr>
            <p:spPr>
              <a:xfrm>
                <a:off x="1305955" y="3901798"/>
                <a:ext cx="4572000" cy="461665"/>
              </a:xfrm>
              <a:prstGeom prst="rect">
                <a:avLst/>
              </a:prstGeom>
              <a:blipFill rotWithShape="1">
                <a:blip r:embed="rId4"/>
                <a:stretch>
                  <a:fillRect l="-9" t="-78" r="9" b="82"/>
                </a:stretch>
              </a:blipFill>
            </p:spPr>
            <p:txBody>
              <a:bodyPr/>
              <a:lstStyle/>
              <a:p>
                <a:r>
                  <a:rPr lang="zh-CN" altLang="en-US">
                    <a:noFill/>
                  </a:rPr>
                  <a:t> </a:t>
                </a:r>
              </a:p>
            </p:txBody>
          </p:sp>
        </mc:Fallback>
      </mc:AlternateContent>
      <p:cxnSp>
        <p:nvCxnSpPr>
          <p:cNvPr id="20" name="Straight Arrow Connector 19"/>
          <p:cNvCxnSpPr/>
          <p:nvPr/>
        </p:nvCxnSpPr>
        <p:spPr>
          <a:xfrm>
            <a:off x="3864517" y="4158706"/>
            <a:ext cx="28320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2" name="TextBox 21"/>
              <p:cNvSpPr txBox="1"/>
              <p:nvPr/>
            </p:nvSpPr>
            <p:spPr>
              <a:xfrm>
                <a:off x="4164217" y="2837599"/>
                <a:ext cx="2136772" cy="461665"/>
              </a:xfrm>
              <a:prstGeom prst="rect">
                <a:avLst/>
              </a:prstGeom>
              <a:noFill/>
            </p:spPr>
            <p:txBody>
              <a:bodyPr wrap="square">
                <a:spAutoFit/>
              </a:bodyPr>
              <a:lstStyle/>
              <a:p>
                <a:r>
                  <a:rPr lang="zh-CN" altLang="en-US" sz="2400" b="0" dirty="0"/>
                  <a:t>或</a:t>
                </a:r>
                <a14:m>
                  <m:oMath xmlns:m="http://schemas.openxmlformats.org/officeDocument/2006/math">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oMath>
                </a14:m>
                <a:r>
                  <a:rPr lang="en-AU" sz="2400" dirty="0"/>
                  <a:t>,</a:t>
                </a:r>
                <a14:m>
                  <m:oMath xmlns:m="http://schemas.openxmlformats.org/officeDocument/2006/math">
                    <m:r>
                      <a:rPr lang="en-AU" sz="2400" i="1" dirty="0" smtClean="0">
                        <a:latin typeface="Cambria Math" panose="02040503050406030204" pitchFamily="18" charset="0"/>
                      </a:rPr>
                      <m:t> </m:t>
                    </m:r>
                    <m:r>
                      <a:rPr lang="en-AU" sz="2400" b="0" i="1" dirty="0" smtClean="0">
                        <a:latin typeface="Cambria Math" panose="02040503050406030204" pitchFamily="18" charset="0"/>
                      </a:rPr>
                      <m:t> </m:t>
                    </m:r>
                    <m:r>
                      <a:rPr lang="en-AU" sz="2400" i="1" dirty="0" smtClean="0">
                        <a:latin typeface="Cambria Math" panose="02040503050406030204" pitchFamily="18" charset="0"/>
                      </a:rPr>
                      <m:t>𝐿</m:t>
                    </m:r>
                  </m:oMath>
                </a14:m>
                <a:endParaRPr lang="en-AU" sz="2400" dirty="0"/>
              </a:p>
            </p:txBody>
          </p:sp>
        </mc:Choice>
        <mc:Fallback>
          <p:sp>
            <p:nvSpPr>
              <p:cNvPr id="22" name="TextBox 21"/>
              <p:cNvSpPr txBox="1">
                <a:spLocks noRot="1" noChangeAspect="1" noMove="1" noResize="1" noEditPoints="1" noAdjustHandles="1" noChangeArrowheads="1" noChangeShapeType="1" noTextEdit="1"/>
              </p:cNvSpPr>
              <p:nvPr/>
            </p:nvSpPr>
            <p:spPr>
              <a:xfrm>
                <a:off x="4164217" y="2837599"/>
                <a:ext cx="2136772" cy="461665"/>
              </a:xfrm>
              <a:prstGeom prst="rect">
                <a:avLst/>
              </a:prstGeom>
              <a:blipFill rotWithShape="1">
                <a:blip r:embed="rId5"/>
                <a:stretch>
                  <a:fillRect l="-24" t="-91" r="24" b="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a:off x="4156492" y="3889818"/>
                <a:ext cx="2136772" cy="461665"/>
              </a:xfrm>
              <a:prstGeom prst="rect">
                <a:avLst/>
              </a:prstGeom>
              <a:noFill/>
            </p:spPr>
            <p:txBody>
              <a:bodyPr wrap="square">
                <a:spAutoFit/>
              </a:bodyPr>
              <a:lstStyle/>
              <a:p>
                <a:r>
                  <a:rPr lang="zh-CN" altLang="en-US" sz="2400" b="0" dirty="0"/>
                  <a:t>或</a:t>
                </a:r>
                <a14:m>
                  <m:oMath xmlns:m="http://schemas.openxmlformats.org/officeDocument/2006/math">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oMath>
                </a14:m>
                <a:r>
                  <a:rPr lang="en-AU" sz="2400" dirty="0"/>
                  <a:t>, </a:t>
                </a:r>
                <a14:m>
                  <m:oMath xmlns:m="http://schemas.openxmlformats.org/officeDocument/2006/math">
                    <m:r>
                      <a:rPr lang="en-US" altLang="zh-CN" sz="2400" i="1" dirty="0" smtClean="0">
                        <a:latin typeface="Cambria Math" panose="02040503050406030204" pitchFamily="18" charset="0"/>
                      </a:rPr>
                      <m:t>𝑅</m:t>
                    </m:r>
                  </m:oMath>
                </a14:m>
                <a:endParaRPr lang="en-AU" sz="2400" dirty="0"/>
              </a:p>
            </p:txBody>
          </p:sp>
        </mc:Choice>
        <mc:Fallback>
          <p:sp>
            <p:nvSpPr>
              <p:cNvPr id="23" name="TextBox 22"/>
              <p:cNvSpPr txBox="1">
                <a:spLocks noRot="1" noChangeAspect="1" noMove="1" noResize="1" noEditPoints="1" noAdjustHandles="1" noChangeArrowheads="1" noChangeShapeType="1" noTextEdit="1"/>
              </p:cNvSpPr>
              <p:nvPr/>
            </p:nvSpPr>
            <p:spPr>
              <a:xfrm>
                <a:off x="4156492" y="3889818"/>
                <a:ext cx="2136772" cy="461665"/>
              </a:xfrm>
              <a:prstGeom prst="rect">
                <a:avLst/>
              </a:prstGeom>
              <a:blipFill rotWithShape="1">
                <a:blip r:embed="rId6"/>
                <a:stretch>
                  <a:fillRect l="-20" t="-96" r="19" b="100"/>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瞬时描述</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27050" y="1289050"/>
                <a:ext cx="8229600" cy="4525963"/>
              </a:xfrm>
            </p:spPr>
            <p:txBody>
              <a:bodyPr>
                <a:normAutofit fontScale="92500"/>
              </a:bodyPr>
              <a:lstStyle/>
              <a:p>
                <a:r>
                  <a:rPr lang="zh-CN" altLang="en-US" dirty="0"/>
                  <a:t>定义</a:t>
                </a:r>
                <a:r>
                  <a:rPr lang="en-AU" altLang="zh-CN" dirty="0"/>
                  <a:t>:</a:t>
                </a:r>
                <a:r>
                  <a:rPr lang="zh-CN" altLang="en-US" dirty="0"/>
                  <a:t>图灵机虽有无穷长的带</a:t>
                </a:r>
                <a:r>
                  <a:rPr lang="en-US" altLang="zh-CN" dirty="0"/>
                  <a:t>, </a:t>
                </a:r>
                <a:r>
                  <a:rPr lang="zh-CN" altLang="en-US" dirty="0"/>
                  <a:t>但经过有限步</a:t>
                </a:r>
                <a:r>
                  <a:rPr lang="en-US" altLang="zh-CN" dirty="0"/>
                  <a:t>,</a:t>
                </a:r>
                <a:r>
                  <a:rPr lang="zh-CN" altLang="en-US" dirty="0"/>
                  <a:t>带上非空内容总是有限的</a:t>
                </a:r>
                <a:r>
                  <a:rPr lang="en-US" altLang="zh-CN" dirty="0"/>
                  <a:t>. </a:t>
                </a:r>
                <a:r>
                  <a:rPr lang="zh-CN" altLang="en-US" dirty="0"/>
                  <a:t>因此用全部非空符号、当前状态及带头位置</a:t>
                </a:r>
                <a:r>
                  <a:rPr lang="en-US" altLang="zh-CN" dirty="0"/>
                  <a:t>, </a:t>
                </a:r>
                <a:r>
                  <a:rPr lang="zh-CN" altLang="en-US" dirty="0"/>
                  <a:t>定义瞬时描述</a:t>
                </a:r>
                <a:r>
                  <a:rPr lang="en-US" altLang="zh-CN" dirty="0"/>
                  <a:t>(</a:t>
                </a:r>
                <a:r>
                  <a:rPr lang="en-US" altLang="zh-CN" dirty="0">
                    <a:latin typeface="Times New Roman" panose="02020603050405020304" pitchFamily="18" charset="0"/>
                    <a:cs typeface="Times New Roman" panose="02020603050405020304" pitchFamily="18" charset="0"/>
                  </a:rPr>
                  <a:t>ID</a:t>
                </a:r>
                <a:r>
                  <a:rPr lang="en-US"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𝑋</m:t>
                          </m:r>
                        </m:e>
                        <m:sub>
                          <m:r>
                            <a:rPr lang="en-AU" altLang="zh-CN" b="0" i="1" smtClean="0">
                              <a:latin typeface="Cambria Math" panose="02040503050406030204" pitchFamily="18" charset="0"/>
                            </a:rPr>
                            <m:t>1</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2</m:t>
                          </m:r>
                        </m:sub>
                      </m:sSub>
                      <m:r>
                        <a:rPr lang="en-AU" altLang="zh-CN" i="1" smtClean="0">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r>
                        <a:rPr lang="en-AU" altLang="zh-CN" b="0" i="1" smtClean="0">
                          <a:solidFill>
                            <a:srgbClr val="7030A0"/>
                          </a:solidFill>
                          <a:latin typeface="Cambria Math" panose="02040503050406030204" pitchFamily="18" charset="0"/>
                        </a:rPr>
                        <m:t>𝑞</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𝑖</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r>
                            <a:rPr lang="en-AU" altLang="zh-CN" i="1">
                              <a:latin typeface="Cambria Math" panose="02040503050406030204" pitchFamily="18" charset="0"/>
                            </a:rPr>
                            <m:t>𝑋</m:t>
                          </m:r>
                        </m:e>
                        <m:sub>
                          <m:r>
                            <a:rPr lang="en-AU" altLang="zh-CN" b="0" i="1" smtClean="0">
                              <a:latin typeface="Cambria Math" panose="02040503050406030204" pitchFamily="18" charset="0"/>
                            </a:rPr>
                            <m:t>𝑛</m:t>
                          </m:r>
                        </m:sub>
                      </m:sSub>
                    </m:oMath>
                  </m:oMathPara>
                </a14:m>
                <a:endParaRPr lang="en-AU" altLang="zh-CN" dirty="0"/>
              </a:p>
              <a:p>
                <a:pPr marL="0" indent="0">
                  <a:buNone/>
                </a:pPr>
                <a:r>
                  <a:rPr lang="en-AU" altLang="zh-CN" dirty="0"/>
                  <a:t>(1)</a:t>
                </a:r>
                <a14:m>
                  <m:oMath xmlns:m="http://schemas.openxmlformats.org/officeDocument/2006/math">
                    <m:r>
                      <a:rPr lang="en-AU" altLang="zh-CN" i="1">
                        <a:latin typeface="Cambria Math" panose="02040503050406030204" pitchFamily="18" charset="0"/>
                      </a:rPr>
                      <m:t>𝑞</m:t>
                    </m:r>
                  </m:oMath>
                </a14:m>
                <a:r>
                  <a:rPr lang="zh-CN" altLang="en-US" dirty="0"/>
                  <a:t>是图灵机的当前状态</a:t>
                </a:r>
                <a:r>
                  <a:rPr lang="en-AU" altLang="zh-CN" dirty="0"/>
                  <a:t>;</a:t>
                </a:r>
                <a:endParaRPr lang="en-AU" dirty="0"/>
              </a:p>
              <a:p>
                <a:pPr marL="0" indent="0">
                  <a:buNone/>
                </a:pPr>
                <a:r>
                  <a:rPr lang="en-AU" dirty="0"/>
                  <a:t>(2)</a:t>
                </a:r>
                <a:r>
                  <a:rPr lang="zh-CN" altLang="en-US" dirty="0"/>
                  <a:t>带头在左起第</a:t>
                </a:r>
                <a14:m>
                  <m:oMath xmlns:m="http://schemas.openxmlformats.org/officeDocument/2006/math">
                    <m:r>
                      <a:rPr lang="en-US" altLang="zh-CN" i="1" dirty="0" smtClean="0">
                        <a:latin typeface="Cambria Math" panose="02040503050406030204" pitchFamily="18" charset="0"/>
                      </a:rPr>
                      <m:t>𝑖</m:t>
                    </m:r>
                  </m:oMath>
                </a14:m>
                <a:r>
                  <a:rPr lang="zh-CN" altLang="en-US" dirty="0"/>
                  <a:t>个非空格符</a:t>
                </a:r>
                <a14:m>
                  <m:oMath xmlns:m="http://schemas.openxmlformats.org/officeDocument/2006/math">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𝑖</m:t>
                        </m:r>
                      </m:sub>
                    </m:sSub>
                  </m:oMath>
                </a14:m>
                <a:r>
                  <a:rPr lang="zh-CN" altLang="en-US" dirty="0"/>
                  <a:t>上</a:t>
                </a:r>
                <a:r>
                  <a:rPr lang="en-US" altLang="zh-CN" dirty="0"/>
                  <a:t>;</a:t>
                </a:r>
                <a:endParaRPr lang="en-US" altLang="zh-CN" dirty="0"/>
              </a:p>
              <a:p>
                <a:pPr marL="0" indent="0">
                  <a:buNone/>
                </a:pPr>
                <a:r>
                  <a:rPr lang="en-US" altLang="zh-CN" dirty="0"/>
                  <a:t>(3)</a:t>
                </a:r>
                <a14:m>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𝑋</m:t>
                        </m:r>
                      </m:e>
                      <m:sub>
                        <m:r>
                          <a:rPr lang="en-AU" altLang="zh-CN" b="0" i="1" smtClean="0">
                            <a:latin typeface="Cambria Math" panose="02040503050406030204" pitchFamily="18" charset="0"/>
                          </a:rPr>
                          <m:t>1</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2</m:t>
                        </m:r>
                      </m:sub>
                    </m:sSub>
                    <m:r>
                      <a:rPr lang="en-AU" altLang="zh-CN" i="1" smtClean="0">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𝑛</m:t>
                        </m:r>
                      </m:sub>
                    </m:sSub>
                  </m:oMath>
                </a14:m>
                <a:r>
                  <a:rPr lang="zh-CN" altLang="en-US" dirty="0"/>
                  <a:t>是从最左到最右非空格内容（</a:t>
                </a:r>
                <a14:m>
                  <m:oMath xmlns:m="http://schemas.openxmlformats.org/officeDocument/2006/math">
                    <m:r>
                      <a:rPr lang="en-US" altLang="zh-CN" i="1" dirty="0" smtClean="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0</m:t>
                    </m:r>
                  </m:oMath>
                </a14:m>
                <a:r>
                  <a:rPr lang="zh-CN" altLang="en-US" dirty="0"/>
                  <a:t>表示带头左端有空格符号，</a:t>
                </a:r>
                <a14:m>
                  <m:oMath xmlns:m="http://schemas.openxmlformats.org/officeDocument/2006/math">
                    <m:r>
                      <a:rPr lang="en-US" altLang="zh-CN" i="1" dirty="0" smtClean="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𝑛</m:t>
                    </m:r>
                  </m:oMath>
                </a14:m>
                <a:r>
                  <a:rPr lang="zh-CN" altLang="en-US" dirty="0"/>
                  <a:t>表示带头右端有空格符号</a:t>
                </a:r>
                <a:r>
                  <a:rPr lang="en-AU" altLang="zh-CN" dirty="0"/>
                  <a:t>)</a:t>
                </a:r>
                <a:r>
                  <a:rPr lang="zh-CN" altLang="en-US" dirty="0"/>
                  <a:t>。</a:t>
                </a:r>
                <a:endParaRPr lang="en-AU" altLang="zh-CN" dirty="0"/>
              </a:p>
              <a:p>
                <a:r>
                  <a:rPr lang="en-AU" altLang="zh-CN" dirty="0">
                    <a:latin typeface="Times New Roman" panose="02020603050405020304" pitchFamily="18" charset="0"/>
                    <a:cs typeface="Times New Roman" panose="02020603050405020304" pitchFamily="18" charset="0"/>
                  </a:rPr>
                  <a:t>ID</a:t>
                </a:r>
                <a:r>
                  <a:rPr lang="zh-CN" altLang="en-US" dirty="0"/>
                  <a:t>转移符号</a:t>
                </a:r>
                <a14:m>
                  <m:oMath xmlns:m="http://schemas.openxmlformats.org/officeDocument/2006/math">
                    <m:sSub>
                      <m:sSubPr>
                        <m:ctrlPr>
                          <a:rPr lang="en-AU" altLang="zh-CN" i="1">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e>
                      <m:sub>
                        <m:r>
                          <a:rPr lang="en-AU" altLang="zh-CN" i="1">
                            <a:latin typeface="Cambria Math" panose="02040503050406030204" pitchFamily="18" charset="0"/>
                            <a:ea typeface="Cambria Math" panose="02040503050406030204" pitchFamily="18" charset="0"/>
                          </a:rPr>
                          <m:t>𝑀</m:t>
                        </m:r>
                      </m:sub>
                    </m:sSub>
                  </m:oMath>
                </a14:m>
                <a:r>
                  <a:rPr lang="zh-CN" altLang="en-US" dirty="0"/>
                  <a:t>。若某</a:t>
                </a:r>
                <a:r>
                  <a:rPr lang="en-AU" altLang="zh-CN" dirty="0">
                    <a:latin typeface="Times New Roman" panose="02020603050405020304" pitchFamily="18" charset="0"/>
                    <a:cs typeface="Times New Roman" panose="02020603050405020304" pitchFamily="18" charset="0"/>
                  </a:rPr>
                  <a:t>ID</a:t>
                </a:r>
                <a:r>
                  <a:rPr lang="zh-CN" altLang="en-US" dirty="0"/>
                  <a:t>是从另一个经有限步转移而得到的</a:t>
                </a:r>
                <a:r>
                  <a:rPr lang="en-US" altLang="zh-CN" dirty="0"/>
                  <a:t>, </a:t>
                </a:r>
                <a:r>
                  <a:rPr lang="zh-CN" altLang="en-US" dirty="0"/>
                  <a:t>记为</a:t>
                </a:r>
                <a14:m>
                  <m:oMath xmlns:m="http://schemas.openxmlformats.org/officeDocument/2006/math">
                    <m:sSubSup>
                      <m:sSubSupPr>
                        <m:ctrlPr>
                          <a:rPr lang="en-US" altLang="zh-CN" i="1" smtClean="0">
                            <a:latin typeface="Cambria Math" panose="02040503050406030204" pitchFamily="18" charset="0"/>
                          </a:rPr>
                        </m:ctrlPr>
                      </m:sSubSupPr>
                      <m:e>
                        <m:r>
                          <a:rPr lang="en-US" altLang="zh-CN" i="1" smtClean="0">
                            <a:latin typeface="Cambria Math" panose="02040503050406030204" pitchFamily="18" charset="0"/>
                            <a:ea typeface="Cambria Math" panose="02040503050406030204" pitchFamily="18" charset="0"/>
                          </a:rPr>
                          <m:t>⊢</m:t>
                        </m:r>
                      </m:e>
                      <m:sub>
                        <m:r>
                          <a:rPr lang="en-AU" altLang="zh-CN" b="0" i="1" smtClean="0">
                            <a:latin typeface="Cambria Math" panose="02040503050406030204" pitchFamily="18" charset="0"/>
                          </a:rPr>
                          <m:t>𝑀</m:t>
                        </m:r>
                      </m:sub>
                      <m:sup>
                        <m:r>
                          <a:rPr lang="en-AU" altLang="zh-CN" b="0" i="1" smtClean="0">
                            <a:latin typeface="Cambria Math" panose="02040503050406030204" pitchFamily="18" charset="0"/>
                          </a:rPr>
                          <m:t>∗</m:t>
                        </m:r>
                      </m:sup>
                    </m:sSubSup>
                  </m:oMath>
                </a14:m>
                <a:r>
                  <a:rPr lang="zh-CN" altLang="en-US" dirty="0"/>
                  <a:t>。若</a:t>
                </a:r>
                <a14:m>
                  <m:oMath xmlns:m="http://schemas.openxmlformats.org/officeDocument/2006/math">
                    <m:r>
                      <a:rPr lang="en-AU" altLang="zh-CN" b="0" i="1" smtClean="0">
                        <a:latin typeface="Cambria Math" panose="02040503050406030204" pitchFamily="18" charset="0"/>
                      </a:rPr>
                      <m:t>𝑀</m:t>
                    </m:r>
                  </m:oMath>
                </a14:m>
                <a:r>
                  <a:rPr lang="zh-CN" altLang="en-US" dirty="0"/>
                  <a:t>已知</a:t>
                </a:r>
                <a:r>
                  <a:rPr lang="en-US" altLang="zh-CN" dirty="0"/>
                  <a:t>, </a:t>
                </a:r>
                <a:r>
                  <a:rPr lang="zh-CN" altLang="en-US" dirty="0"/>
                  <a:t>简记为</a:t>
                </a:r>
                <a14:m>
                  <m:oMath xmlns:m="http://schemas.openxmlformats.org/officeDocument/2006/math">
                    <m:r>
                      <a:rPr lang="zh-CN" altLang="en-US" i="1" smtClean="0">
                        <a:latin typeface="Cambria Math" panose="02040503050406030204" pitchFamily="18" charset="0"/>
                      </a:rPr>
                      <m:t>⊢</m:t>
                    </m:r>
                  </m:oMath>
                </a14:m>
                <a:r>
                  <a:rPr lang="zh-CN" altLang="en-US" dirty="0"/>
                  <a:t>和</a:t>
                </a:r>
                <a14:m>
                  <m:oMath xmlns:m="http://schemas.openxmlformats.org/officeDocument/2006/math">
                    <m:sSup>
                      <m:sSupPr>
                        <m:ctrlPr>
                          <a:rPr lang="en-US" altLang="zh-CN" i="1" smtClean="0">
                            <a:latin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m:t>
                        </m:r>
                      </m:e>
                      <m:sup>
                        <m:r>
                          <a:rPr lang="en-AU" altLang="zh-CN" b="0" i="1" smtClean="0">
                            <a:latin typeface="Cambria Math" panose="02040503050406030204" pitchFamily="18" charset="0"/>
                          </a:rPr>
                          <m:t>∗</m:t>
                        </m:r>
                      </m:sup>
                    </m:sSup>
                  </m:oMath>
                </a14:m>
                <a:r>
                  <a:rPr lang="zh-CN" altLang="en-US" dirty="0"/>
                  <a:t>。</a:t>
                </a:r>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27050" y="1289050"/>
                <a:ext cx="8229600" cy="4525963"/>
              </a:xfrm>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图灵机</a:t>
                </a:r>
                <a14:m>
                  <m:oMath xmlns:m="http://schemas.openxmlformats.org/officeDocument/2006/math">
                    <m:r>
                      <a:rPr lang="en-US" altLang="zh-CN" i="1" dirty="0" smtClean="0">
                        <a:latin typeface="Cambria Math" panose="02040503050406030204" pitchFamily="18" charset="0"/>
                      </a:rPr>
                      <m:t>𝑀</m:t>
                    </m:r>
                  </m:oMath>
                </a14:m>
                <a:r>
                  <a:rPr lang="zh-CN" altLang="en-US" dirty="0"/>
                  <a:t>的转移符号</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198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01844"/>
                <a:ext cx="8229600" cy="4525963"/>
              </a:xfrm>
            </p:spPr>
            <p:txBody>
              <a:bodyPr>
                <a:normAutofit/>
              </a:bodyPr>
              <a:lstStyle/>
              <a:p>
                <a:r>
                  <a:rPr lang="zh-CN" altLang="en-US" b="1" dirty="0"/>
                  <a:t>左移动</a:t>
                </a:r>
                <a:r>
                  <a:rPr lang="zh-CN" altLang="en-US" dirty="0"/>
                  <a:t>：如果</a:t>
                </a:r>
                <a14:m>
                  <m:oMath xmlns:m="http://schemas.openxmlformats.org/officeDocument/2006/math">
                    <m:r>
                      <a:rPr lang="en-US" altLang="zh-CN" i="1" dirty="0" smtClean="0">
                        <a:latin typeface="Cambria Math" panose="02040503050406030204" pitchFamily="18" charset="0"/>
                      </a:rPr>
                      <m:t>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𝑞</m:t>
                    </m:r>
                    <m:r>
                      <a:rPr lang="en-US" altLang="zh-CN"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AU" altLang="zh-CN" b="0" i="1" dirty="0" smtClean="0">
                            <a:latin typeface="Cambria Math" panose="02040503050406030204" pitchFamily="18" charset="0"/>
                          </a:rPr>
                          <m:t>𝑋</m:t>
                        </m:r>
                      </m:e>
                      <m:sub>
                        <m:r>
                          <a:rPr lang="en-AU" altLang="zh-CN" b="0" i="1" dirty="0" smtClean="0">
                            <a:latin typeface="Cambria Math" panose="02040503050406030204" pitchFamily="18" charset="0"/>
                          </a:rPr>
                          <m:t>𝑖</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𝑝</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𝑌</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oMath>
                </a14:m>
                <a:r>
                  <a:rPr lang="en-US" altLang="zh-CN" dirty="0"/>
                  <a:t>, </a:t>
                </a:r>
                <a:r>
                  <a:rPr lang="zh-CN" altLang="en-US" dirty="0"/>
                  <a:t>定义</a:t>
                </a:r>
                <a:r>
                  <a:rPr lang="en-AU" altLang="zh-CN" dirty="0">
                    <a:latin typeface="Times New Roman" panose="02020603050405020304" pitchFamily="18" charset="0"/>
                    <a:cs typeface="Times New Roman" panose="02020603050405020304" pitchFamily="18" charset="0"/>
                  </a:rPr>
                  <a:t>ID</a:t>
                </a:r>
                <a:r>
                  <a:rPr lang="zh-CN" altLang="en-US" dirty="0"/>
                  <a:t>转移为</a:t>
                </a:r>
                <a:endParaRPr lang="en-AU" altLang="zh-CN" dirty="0"/>
              </a:p>
              <a:p>
                <a:pPr marL="0" indent="0">
                  <a:buNone/>
                </a:pP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𝑋</m:t>
                          </m:r>
                        </m:e>
                        <m:sub>
                          <m:r>
                            <a:rPr lang="en-AU" altLang="zh-CN" b="0" i="1" smtClean="0">
                              <a:latin typeface="Cambria Math" panose="02040503050406030204" pitchFamily="18" charset="0"/>
                            </a:rPr>
                            <m:t>1</m:t>
                          </m:r>
                        </m:sub>
                      </m:sSub>
                      <m:r>
                        <a:rPr lang="en-AU" altLang="zh-CN" i="1" smtClean="0">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r>
                        <a:rPr lang="en-AU" altLang="zh-CN" b="0" i="1" smtClean="0">
                          <a:solidFill>
                            <a:srgbClr val="0070C0"/>
                          </a:solidFill>
                          <a:latin typeface="Cambria Math" panose="02040503050406030204" pitchFamily="18" charset="0"/>
                        </a:rPr>
                        <m:t>𝑞</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𝑖</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𝑛</m:t>
                          </m:r>
                        </m:sub>
                      </m:sSub>
                      <m:sSub>
                        <m:sSubPr>
                          <m:ctrlPr>
                            <a:rPr lang="en-AU" altLang="zh-CN" i="1" smtClean="0">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e>
                        <m:sub>
                          <m:r>
                            <a:rPr lang="en-AU" altLang="zh-CN" b="0" i="1" smtClean="0">
                              <a:latin typeface="Cambria Math" panose="02040503050406030204" pitchFamily="18" charset="0"/>
                              <a:ea typeface="Cambria Math" panose="02040503050406030204" pitchFamily="18" charset="0"/>
                            </a:rPr>
                            <m:t>𝑀</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i="1">
                              <a:latin typeface="Cambria Math" panose="02040503050406030204" pitchFamily="18" charset="0"/>
                            </a:rPr>
                            <m:t>−</m:t>
                          </m:r>
                          <m:r>
                            <a:rPr lang="en-AU" altLang="zh-CN" i="1">
                              <a:latin typeface="Cambria Math" panose="02040503050406030204" pitchFamily="18" charset="0"/>
                            </a:rPr>
                            <m:t>2</m:t>
                          </m:r>
                        </m:sub>
                      </m:sSub>
                      <m:r>
                        <a:rPr lang="en-AU" altLang="zh-CN" b="0" i="1" smtClean="0">
                          <a:solidFill>
                            <a:srgbClr val="FF0000"/>
                          </a:solidFill>
                          <a:latin typeface="Cambria Math" panose="02040503050406030204" pitchFamily="18" charset="0"/>
                        </a:rPr>
                        <m:t>𝑝</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r>
                        <a:rPr lang="en-AU" altLang="zh-CN" b="0" i="1" smtClean="0">
                          <a:solidFill>
                            <a:srgbClr val="7030A0"/>
                          </a:solidFill>
                          <a:latin typeface="Cambria Math" panose="02040503050406030204" pitchFamily="18" charset="0"/>
                        </a:rPr>
                        <m:t>𝑌</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b="0" i="1" smtClean="0">
                              <a:latin typeface="Cambria Math" panose="02040503050406030204" pitchFamily="18" charset="0"/>
                            </a:rPr>
                            <m:t>+</m:t>
                          </m:r>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oMath>
                  </m:oMathPara>
                </a14:m>
                <a:endParaRPr lang="en-AU" dirty="0"/>
              </a:p>
              <a:p>
                <a:pPr marL="0" indent="0">
                  <a:buNone/>
                </a:pPr>
                <a:r>
                  <a:rPr lang="zh-CN" altLang="en-US" dirty="0"/>
                  <a:t>表示</a:t>
                </a:r>
                <a14:m>
                  <m:oMath xmlns:m="http://schemas.openxmlformats.org/officeDocument/2006/math">
                    <m:r>
                      <a:rPr lang="en-US" altLang="zh-CN" i="1" dirty="0" smtClean="0">
                        <a:latin typeface="Cambria Math" panose="02040503050406030204" pitchFamily="18" charset="0"/>
                      </a:rPr>
                      <m:t>𝑀</m:t>
                    </m:r>
                  </m:oMath>
                </a14:m>
                <a:r>
                  <a:rPr lang="zh-CN" altLang="en-US" dirty="0"/>
                  <a:t>做一次向左移动（消除</a:t>
                </a:r>
                <a14:m>
                  <m:oMath xmlns:m="http://schemas.openxmlformats.org/officeDocument/2006/math">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𝑖</m:t>
                        </m:r>
                      </m:sub>
                    </m:sSub>
                  </m:oMath>
                </a14:m>
                <a:r>
                  <a:rPr lang="zh-CN" altLang="en-US" dirty="0"/>
                  <a:t>打印</a:t>
                </a:r>
                <a14:m>
                  <m:oMath xmlns:m="http://schemas.openxmlformats.org/officeDocument/2006/math">
                    <m:r>
                      <a:rPr lang="en-US" altLang="zh-CN" i="1" dirty="0" smtClean="0">
                        <a:latin typeface="Cambria Math" panose="02040503050406030204" pitchFamily="18" charset="0"/>
                      </a:rPr>
                      <m:t>𝑌</m:t>
                    </m:r>
                  </m:oMath>
                </a14:m>
                <a:r>
                  <a:rPr lang="zh-CN" altLang="en-US" dirty="0"/>
                  <a:t>，并且左移，状态变成</a:t>
                </a:r>
                <a14:m>
                  <m:oMath xmlns:m="http://schemas.openxmlformats.org/officeDocument/2006/math">
                    <m:r>
                      <a:rPr lang="en-US" altLang="zh-CN" i="1" dirty="0" smtClean="0">
                        <a:latin typeface="Cambria Math" panose="02040503050406030204" pitchFamily="18" charset="0"/>
                      </a:rPr>
                      <m:t>𝑝</m:t>
                    </m:r>
                  </m:oMath>
                </a14:m>
                <a:r>
                  <a:rPr lang="zh-CN" altLang="en-US" dirty="0"/>
                  <a:t>）</a:t>
                </a:r>
                <a:endParaRPr lang="en-AU" altLang="zh-CN" dirty="0"/>
              </a:p>
              <a:p>
                <a:r>
                  <a:rPr lang="zh-CN" altLang="en-US" dirty="0"/>
                  <a:t>特殊情况</a:t>
                </a:r>
                <a:endParaRPr lang="en-AU" altLang="zh-CN" dirty="0"/>
              </a:p>
              <a:p>
                <a:pPr lvl="1"/>
                <a14:m>
                  <m:oMath xmlns:m="http://schemas.openxmlformats.org/officeDocument/2006/math">
                    <m: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oMath>
                </a14:m>
                <a:r>
                  <a:rPr lang="en-AU" altLang="zh-CN" dirty="0"/>
                  <a:t>, </a:t>
                </a:r>
                <a14:m>
                  <m:oMath xmlns:m="http://schemas.openxmlformats.org/officeDocument/2006/math">
                    <m:sSub>
                      <m:sSubPr>
                        <m:ctrlPr>
                          <a:rPr lang="en-AU" altLang="zh-CN" i="1">
                            <a:latin typeface="Cambria Math" panose="02040503050406030204" pitchFamily="18" charset="0"/>
                          </a:rPr>
                        </m:ctrlPr>
                      </m:sSubPr>
                      <m:e>
                        <m:r>
                          <a:rPr lang="en-AU" altLang="zh-CN" b="0" i="1" smtClean="0">
                            <a:solidFill>
                              <a:srgbClr val="0070C0"/>
                            </a:solidFill>
                            <a:latin typeface="Cambria Math" panose="02040503050406030204" pitchFamily="18" charset="0"/>
                          </a:rPr>
                          <m:t>𝑞</m:t>
                        </m:r>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sSub>
                      <m:sSubPr>
                        <m:ctrlPr>
                          <a:rPr lang="en-AU" altLang="zh-CN" i="1">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e>
                      <m:sub>
                        <m:r>
                          <a:rPr lang="en-AU" altLang="zh-CN" i="1">
                            <a:latin typeface="Cambria Math" panose="02040503050406030204" pitchFamily="18" charset="0"/>
                            <a:ea typeface="Cambria Math" panose="02040503050406030204" pitchFamily="18" charset="0"/>
                          </a:rPr>
                          <m:t>𝑀</m:t>
                        </m:r>
                      </m:sub>
                    </m:sSub>
                    <m:sSub>
                      <m:sSubPr>
                        <m:ctrlPr>
                          <a:rPr lang="en-AU" altLang="zh-CN" i="1">
                            <a:latin typeface="Cambria Math" panose="02040503050406030204" pitchFamily="18" charset="0"/>
                          </a:rPr>
                        </m:ctrlPr>
                      </m:sSubPr>
                      <m:e>
                        <m:r>
                          <a:rPr lang="en-AU" altLang="zh-CN" b="0" i="1" smtClean="0">
                            <a:solidFill>
                              <a:srgbClr val="FF0000"/>
                            </a:solidFill>
                            <a:latin typeface="Cambria Math" panose="02040503050406030204" pitchFamily="18" charset="0"/>
                          </a:rPr>
                          <m:t>𝑝</m:t>
                        </m:r>
                        <m:r>
                          <a:rPr lang="en-AU" altLang="zh-CN" b="0" i="1" smtClean="0">
                            <a:latin typeface="Cambria Math" panose="02040503050406030204" pitchFamily="18" charset="0"/>
                          </a:rPr>
                          <m:t>𝐵</m:t>
                        </m:r>
                        <m:r>
                          <a:rPr lang="en-AU" altLang="zh-CN" b="0" i="1" smtClean="0">
                            <a:solidFill>
                              <a:srgbClr val="7030A0"/>
                            </a:solidFill>
                            <a:latin typeface="Cambria Math" panose="02040503050406030204" pitchFamily="18" charset="0"/>
                          </a:rPr>
                          <m:t>𝑌</m:t>
                        </m:r>
                        <m:r>
                          <a:rPr lang="en-AU" altLang="zh-CN" i="1">
                            <a:latin typeface="Cambria Math" panose="02040503050406030204" pitchFamily="18" charset="0"/>
                          </a:rPr>
                          <m:t>𝑋</m:t>
                        </m:r>
                      </m:e>
                      <m:sub>
                        <m:r>
                          <a:rPr lang="en-AU" altLang="zh-CN" b="0" i="1" smtClean="0">
                            <a:latin typeface="Cambria Math" panose="02040503050406030204" pitchFamily="18" charset="0"/>
                          </a:rPr>
                          <m:t>2</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oMath>
                </a14:m>
                <a:endParaRPr lang="en-AU" altLang="zh-CN" dirty="0"/>
              </a:p>
              <a:p>
                <a:pPr lvl="1"/>
                <a14:m>
                  <m:oMath xmlns:m="http://schemas.openxmlformats.org/officeDocument/2006/math">
                    <m: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𝑛</m:t>
                    </m:r>
                  </m:oMath>
                </a14:m>
                <a:r>
                  <a:rPr lang="zh-CN" altLang="en-US" dirty="0"/>
                  <a:t>且</a:t>
                </a:r>
                <a14:m>
                  <m:oMath xmlns:m="http://schemas.openxmlformats.org/officeDocument/2006/math">
                    <m:r>
                      <a:rPr lang="en-AU" altLang="zh-CN" b="0" i="1" smtClean="0">
                        <a:latin typeface="Cambria Math" panose="02040503050406030204" pitchFamily="18" charset="0"/>
                      </a:rPr>
                      <m:t>𝑌</m:t>
                    </m:r>
                    <m:r>
                      <a:rPr lang="en-AU" altLang="zh-CN" b="0" i="1" smtClean="0">
                        <a:latin typeface="Cambria Math" panose="02040503050406030204" pitchFamily="18" charset="0"/>
                      </a:rPr>
                      <m:t>=</m:t>
                    </m:r>
                    <m:r>
                      <a:rPr lang="en-AU" altLang="zh-CN" b="0" i="1" smtClean="0">
                        <a:latin typeface="Cambria Math" panose="02040503050406030204" pitchFamily="18" charset="0"/>
                      </a:rPr>
                      <m:t>𝐵</m:t>
                    </m:r>
                  </m:oMath>
                </a14:m>
                <a:r>
                  <a:rPr lang="en-AU" altLang="zh-CN" dirty="0"/>
                  <a:t>, </a:t>
                </a:r>
                <a14:m>
                  <m:oMath xmlns:m="http://schemas.openxmlformats.org/officeDocument/2006/math">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r>
                      <a:rPr lang="en-AU" altLang="zh-CN" b="0" i="1" smtClean="0">
                        <a:solidFill>
                          <a:srgbClr val="0070C0"/>
                        </a:solidFill>
                        <a:latin typeface="Cambria Math" panose="02040503050406030204" pitchFamily="18" charset="0"/>
                      </a:rPr>
                      <m:t>𝑞</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sSub>
                      <m:sSubPr>
                        <m:ctrlPr>
                          <a:rPr lang="en-AU" altLang="zh-CN" i="1">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e>
                      <m:sub>
                        <m:r>
                          <a:rPr lang="en-AU" altLang="zh-CN" i="1">
                            <a:latin typeface="Cambria Math" panose="02040503050406030204" pitchFamily="18" charset="0"/>
                            <a:ea typeface="Cambria Math" panose="02040503050406030204" pitchFamily="18" charset="0"/>
                          </a:rPr>
                          <m:t>𝑀</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2</m:t>
                        </m:r>
                      </m:sub>
                    </m:sSub>
                    <m:r>
                      <a:rPr lang="en-AU" altLang="zh-CN" b="0" i="1" smtClean="0">
                        <a:solidFill>
                          <a:srgbClr val="FF0000"/>
                        </a:solidFill>
                        <a:latin typeface="Cambria Math" panose="02040503050406030204" pitchFamily="18" charset="0"/>
                      </a:rPr>
                      <m:t>𝑝</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r>
                          <a:rPr lang="en-AU" altLang="zh-CN" i="1">
                            <a:latin typeface="Cambria Math" panose="02040503050406030204" pitchFamily="18" charset="0"/>
                          </a:rPr>
                          <m:t>−</m:t>
                        </m:r>
                        <m:r>
                          <a:rPr lang="en-AU" altLang="zh-CN" i="1">
                            <a:latin typeface="Cambria Math" panose="02040503050406030204" pitchFamily="18" charset="0"/>
                          </a:rPr>
                          <m:t>1</m:t>
                        </m:r>
                      </m:sub>
                    </m:sSub>
                  </m:oMath>
                </a14:m>
                <a:endParaRPr lang="en-AU" altLang="zh-CN" dirty="0"/>
              </a:p>
              <a:p>
                <a:pPr lvl="1"/>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01844"/>
                <a:ext cx="8229600" cy="4525963"/>
              </a:xfrm>
              <a:blipFill rotWithShape="1">
                <a:blip r:embed="rId2"/>
                <a:stretch>
                  <a:fillRect t="-3" b="1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5" name="TextBox 4"/>
              <p:cNvSpPr txBox="1"/>
              <p:nvPr/>
            </p:nvSpPr>
            <p:spPr>
              <a:xfrm>
                <a:off x="4572000" y="5463044"/>
                <a:ext cx="3595854" cy="1015663"/>
              </a:xfrm>
              <a:prstGeom prst="rect">
                <a:avLst/>
              </a:prstGeom>
              <a:solidFill>
                <a:srgbClr val="FFC000"/>
              </a:solidFill>
            </p:spPr>
            <p:txBody>
              <a:bodyPr wrap="square" rtlCol="0">
                <a:spAutoFit/>
              </a:bodyPr>
              <a:lstStyle/>
              <a:p>
                <a:r>
                  <a:rPr lang="zh-CN" altLang="en-US" sz="2000" dirty="0">
                    <a:latin typeface="楷体" panose="02010609060101010101" pitchFamily="49" charset="-122"/>
                    <a:ea typeface="楷体" panose="02010609060101010101" pitchFamily="49" charset="-122"/>
                  </a:rPr>
                  <a:t>原先的最右符号</a:t>
                </a:r>
                <a14:m>
                  <m:oMath xmlns:m="http://schemas.openxmlformats.org/officeDocument/2006/math">
                    <m:sSub>
                      <m:sSubPr>
                        <m:ctrlPr>
                          <a:rPr lang="en-AU" altLang="zh-CN" sz="2000" i="1" smtClean="0">
                            <a:latin typeface="Cambria Math" panose="02040503050406030204" pitchFamily="18" charset="0"/>
                          </a:rPr>
                        </m:ctrlPr>
                      </m:sSubPr>
                      <m:e>
                        <m:r>
                          <a:rPr lang="en-AU" altLang="zh-CN" sz="2000" i="1">
                            <a:latin typeface="Cambria Math" panose="02040503050406030204" pitchFamily="18" charset="0"/>
                          </a:rPr>
                          <m:t>𝑋</m:t>
                        </m:r>
                      </m:e>
                      <m:sub>
                        <m:r>
                          <a:rPr lang="en-AU" altLang="zh-CN" sz="2000" i="1">
                            <a:latin typeface="Cambria Math" panose="02040503050406030204" pitchFamily="18" charset="0"/>
                          </a:rPr>
                          <m:t>𝑛</m:t>
                        </m:r>
                      </m:sub>
                    </m:sSub>
                  </m:oMath>
                </a14:m>
                <a:r>
                  <a:rPr lang="zh-CN" altLang="en-US" sz="2000" dirty="0">
                    <a:latin typeface="楷体" panose="02010609060101010101" pitchFamily="49" charset="-122"/>
                    <a:ea typeface="楷体" panose="02010609060101010101" pitchFamily="49" charset="-122"/>
                  </a:rPr>
                  <a:t>被替换为了空格符</a:t>
                </a:r>
                <a14:m>
                  <m:oMath xmlns:m="http://schemas.openxmlformats.org/officeDocument/2006/math">
                    <m:r>
                      <a:rPr lang="en-AU" altLang="zh-CN" sz="2000" b="0" i="1" smtClean="0">
                        <a:latin typeface="Cambria Math" panose="02040503050406030204" pitchFamily="18" charset="0"/>
                      </a:rPr>
                      <m:t>𝐵</m:t>
                    </m:r>
                  </m:oMath>
                </a14:m>
                <a:r>
                  <a:rPr lang="zh-CN" altLang="en-US" sz="2000" dirty="0">
                    <a:latin typeface="楷体" panose="02010609060101010101" pitchFamily="49" charset="-122"/>
                    <a:ea typeface="楷体" panose="02010609060101010101" pitchFamily="49" charset="-122"/>
                  </a:rPr>
                  <a:t>，成为右边无穷空格符的一部分，因此从</a:t>
                </a:r>
                <a:r>
                  <a:rPr lang="en-AU" altLang="zh-CN" sz="2000" dirty="0">
                    <a:latin typeface="Times New Roman" panose="02020603050405020304" pitchFamily="18" charset="0"/>
                    <a:ea typeface="楷体" panose="02010609060101010101" pitchFamily="49" charset="-122"/>
                    <a:cs typeface="Times New Roman" panose="02020603050405020304" pitchFamily="18" charset="0"/>
                  </a:rPr>
                  <a:t>ID</a:t>
                </a:r>
                <a:r>
                  <a:rPr lang="zh-CN" altLang="en-US" sz="2000" dirty="0">
                    <a:latin typeface="楷体" panose="02010609060101010101" pitchFamily="49" charset="-122"/>
                    <a:ea typeface="楷体" panose="02010609060101010101" pitchFamily="49" charset="-122"/>
                  </a:rPr>
                  <a:t>中去除。</a:t>
                </a:r>
                <a:endParaRPr lang="en-AU" sz="2000" dirty="0">
                  <a:latin typeface="楷体" panose="02010609060101010101" pitchFamily="49" charset="-122"/>
                  <a:ea typeface="楷体" panose="02010609060101010101" pitchFamily="49" charset="-122"/>
                </a:endParaRPr>
              </a:p>
            </p:txBody>
          </p:sp>
        </mc:Choice>
        <mc:Fallback>
          <p:sp>
            <p:nvSpPr>
              <p:cNvPr id="5" name="TextBox 4"/>
              <p:cNvSpPr txBox="1">
                <a:spLocks noRot="1" noChangeAspect="1" noMove="1" noResize="1" noEditPoints="1" noAdjustHandles="1" noChangeArrowheads="1" noChangeShapeType="1" noTextEdit="1"/>
              </p:cNvSpPr>
              <p:nvPr/>
            </p:nvSpPr>
            <p:spPr>
              <a:xfrm>
                <a:off x="4572000" y="5463044"/>
                <a:ext cx="3595854" cy="1015663"/>
              </a:xfrm>
              <a:prstGeom prst="rect">
                <a:avLst/>
              </a:prstGeom>
              <a:blipFill rotWithShape="1">
                <a:blip r:embed="rId3"/>
                <a:stretch>
                  <a:fillRect t="-14" r="-1823" b="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5879841" y="3192041"/>
                <a:ext cx="3002280" cy="707886"/>
              </a:xfrm>
              <a:prstGeom prst="rect">
                <a:avLst/>
              </a:prstGeom>
              <a:solidFill>
                <a:srgbClr val="FFC000"/>
              </a:solidFill>
            </p:spPr>
            <p:txBody>
              <a:bodyPr wrap="square" rtlCol="0">
                <a:spAutoFit/>
              </a:bodyPr>
              <a:lstStyle/>
              <a:p>
                <a:r>
                  <a:rPr lang="zh-CN" altLang="en-US" sz="2000" dirty="0">
                    <a:latin typeface="楷体" panose="02010609060101010101" pitchFamily="49" charset="-122"/>
                    <a:ea typeface="楷体" panose="02010609060101010101" pitchFamily="49" charset="-122"/>
                  </a:rPr>
                  <a:t>为表明带头指向了空格符</a:t>
                </a:r>
                <a14:m>
                  <m:oMath xmlns:m="http://schemas.openxmlformats.org/officeDocument/2006/math">
                    <m:r>
                      <a:rPr lang="en-US" altLang="zh-CN" sz="2000" i="1" dirty="0">
                        <a:latin typeface="Cambria Math" panose="02040503050406030204" pitchFamily="18" charset="0"/>
                        <a:ea typeface="楷体" panose="02010609060101010101" pitchFamily="49" charset="-122"/>
                      </a:rPr>
                      <m:t>𝐵</m:t>
                    </m:r>
                  </m:oMath>
                </a14:m>
                <a:r>
                  <a:rPr lang="en-AU"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包含空格符</a:t>
                </a:r>
                <a14:m>
                  <m:oMath xmlns:m="http://schemas.openxmlformats.org/officeDocument/2006/math">
                    <m:r>
                      <a:rPr lang="en-US" altLang="zh-CN" sz="2000" i="1" dirty="0">
                        <a:latin typeface="Cambria Math" panose="02040503050406030204" pitchFamily="18" charset="0"/>
                        <a:ea typeface="楷体" panose="02010609060101010101" pitchFamily="49" charset="-122"/>
                      </a:rPr>
                      <m:t>𝐵</m:t>
                    </m:r>
                  </m:oMath>
                </a14:m>
                <a:r>
                  <a:rPr lang="zh-CN" altLang="en-US" sz="2000" dirty="0">
                    <a:latin typeface="楷体" panose="02010609060101010101" pitchFamily="49" charset="-122"/>
                    <a:ea typeface="楷体" panose="02010609060101010101" pitchFamily="49" charset="-122"/>
                  </a:rPr>
                  <a:t>在</a:t>
                </a:r>
                <a:r>
                  <a:rPr lang="en-AU" altLang="zh-CN" sz="2000" dirty="0">
                    <a:latin typeface="Times New Roman" panose="02020603050405020304" pitchFamily="18" charset="0"/>
                    <a:ea typeface="楷体" panose="02010609060101010101" pitchFamily="49" charset="-122"/>
                    <a:cs typeface="Times New Roman" panose="02020603050405020304" pitchFamily="18" charset="0"/>
                  </a:rPr>
                  <a:t>ID</a:t>
                </a:r>
                <a:r>
                  <a:rPr lang="zh-CN" altLang="en-US" sz="2000" dirty="0">
                    <a:latin typeface="楷体" panose="02010609060101010101" pitchFamily="49" charset="-122"/>
                    <a:ea typeface="楷体" panose="02010609060101010101" pitchFamily="49" charset="-122"/>
                  </a:rPr>
                  <a:t>中。</a:t>
                </a:r>
                <a:endParaRPr lang="en-AU" sz="2000" dirty="0">
                  <a:latin typeface="楷体" panose="02010609060101010101" pitchFamily="49" charset="-122"/>
                  <a:ea typeface="楷体" panose="02010609060101010101" pitchFamily="49" charset="-122"/>
                </a:endParaRPr>
              </a:p>
            </p:txBody>
          </p:sp>
        </mc:Choice>
        <mc:Fallback>
          <p:sp>
            <p:nvSpPr>
              <p:cNvPr id="7" name="TextBox 6"/>
              <p:cNvSpPr txBox="1">
                <a:spLocks noRot="1" noChangeAspect="1" noMove="1" noResize="1" noEditPoints="1" noAdjustHandles="1" noChangeArrowheads="1" noChangeShapeType="1" noTextEdit="1"/>
              </p:cNvSpPr>
              <p:nvPr/>
            </p:nvSpPr>
            <p:spPr>
              <a:xfrm>
                <a:off x="5879841" y="3192041"/>
                <a:ext cx="3002280" cy="707886"/>
              </a:xfrm>
              <a:prstGeom prst="rect">
                <a:avLst/>
              </a:prstGeom>
              <a:blipFill rotWithShape="1">
                <a:blip r:embed="rId4"/>
                <a:stretch>
                  <a:fillRect l="-13" t="-75" r="13" b="55"/>
                </a:stretch>
              </a:blipFill>
            </p:spPr>
            <p:txBody>
              <a:bodyPr/>
              <a:lstStyle/>
              <a:p>
                <a:r>
                  <a:rPr lang="zh-CN" altLang="en-US">
                    <a:noFill/>
                  </a:rPr>
                  <a:t> </a:t>
                </a:r>
              </a:p>
            </p:txBody>
          </p:sp>
        </mc:Fallback>
      </mc:AlternateContent>
      <p:cxnSp>
        <p:nvCxnSpPr>
          <p:cNvPr id="9" name="Straight Arrow Connector 8"/>
          <p:cNvCxnSpPr/>
          <p:nvPr/>
        </p:nvCxnSpPr>
        <p:spPr>
          <a:xfrm flipH="1">
            <a:off x="5239644" y="3526408"/>
            <a:ext cx="499110" cy="3735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p:cNvCxnSpPr/>
          <p:nvPr/>
        </p:nvCxnSpPr>
        <p:spPr>
          <a:xfrm flipH="1" flipV="1">
            <a:off x="4696719" y="4929736"/>
            <a:ext cx="542925" cy="3655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图灵机</a:t>
                </a:r>
                <a14:m>
                  <m:oMath xmlns:m="http://schemas.openxmlformats.org/officeDocument/2006/math">
                    <m:r>
                      <a:rPr lang="en-US" altLang="zh-CN" i="1" dirty="0" smtClean="0">
                        <a:latin typeface="Cambria Math" panose="02040503050406030204" pitchFamily="18" charset="0"/>
                      </a:rPr>
                      <m:t>𝑀</m:t>
                    </m:r>
                  </m:oMath>
                </a14:m>
                <a:r>
                  <a:rPr lang="zh-CN" altLang="en-US" dirty="0"/>
                  <a:t>的转移符号</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198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95158" y="1104900"/>
                <a:ext cx="8229600" cy="4525963"/>
              </a:xfrm>
            </p:spPr>
            <p:txBody>
              <a:bodyPr>
                <a:normAutofit fontScale="92500"/>
              </a:bodyPr>
              <a:lstStyle/>
              <a:p>
                <a:r>
                  <a:rPr lang="zh-CN" altLang="en-US" b="1" dirty="0"/>
                  <a:t>右移动</a:t>
                </a:r>
                <a:r>
                  <a:rPr lang="zh-CN" altLang="en-US" dirty="0"/>
                  <a:t>：如果</a:t>
                </a:r>
                <a14:m>
                  <m:oMath xmlns:m="http://schemas.openxmlformats.org/officeDocument/2006/math">
                    <m:r>
                      <a:rPr lang="en-US" altLang="zh-CN" i="1" dirty="0">
                        <a:latin typeface="Cambria Math" panose="02040503050406030204" pitchFamily="18" charset="0"/>
                      </a:rPr>
                      <m:t>𝛿</m:t>
                    </m:r>
                    <m:r>
                      <a:rPr lang="en-US" altLang="zh-CN" i="1" dirty="0">
                        <a:latin typeface="Cambria Math" panose="02040503050406030204" pitchFamily="18" charset="0"/>
                      </a:rPr>
                      <m:t>(</m:t>
                    </m:r>
                    <m:r>
                      <a:rPr lang="en-US" altLang="zh-CN" i="1" dirty="0">
                        <a:latin typeface="Cambria Math" panose="02040503050406030204" pitchFamily="18" charset="0"/>
                      </a:rPr>
                      <m:t>𝑞</m:t>
                    </m:r>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AU" altLang="zh-CN" i="1" dirty="0">
                            <a:latin typeface="Cambria Math" panose="02040503050406030204" pitchFamily="18" charset="0"/>
                          </a:rPr>
                          <m:t>𝑋</m:t>
                        </m:r>
                      </m:e>
                      <m:sub>
                        <m:r>
                          <a:rPr lang="en-AU" altLang="zh-CN" i="1" dirty="0">
                            <a:latin typeface="Cambria Math" panose="02040503050406030204" pitchFamily="18" charset="0"/>
                          </a:rPr>
                          <m:t>𝑖</m:t>
                        </m:r>
                      </m:sub>
                    </m:sSub>
                    <m:r>
                      <a:rPr lang="en-US" altLang="zh-CN" i="1" dirty="0">
                        <a:latin typeface="Cambria Math" panose="02040503050406030204" pitchFamily="18" charset="0"/>
                      </a:rPr>
                      <m:t>) = (</m:t>
                    </m:r>
                    <m:r>
                      <a:rPr lang="en-US" altLang="zh-CN" i="1" dirty="0">
                        <a:latin typeface="Cambria Math" panose="02040503050406030204" pitchFamily="18" charset="0"/>
                      </a:rPr>
                      <m:t>𝑝</m:t>
                    </m:r>
                    <m:r>
                      <a:rPr lang="en-US" altLang="zh-CN" i="1" dirty="0">
                        <a:latin typeface="Cambria Math" panose="02040503050406030204" pitchFamily="18" charset="0"/>
                      </a:rPr>
                      <m:t>, </m:t>
                    </m:r>
                    <m:r>
                      <a:rPr lang="en-US" altLang="zh-CN" i="1" dirty="0">
                        <a:latin typeface="Cambria Math" panose="02040503050406030204" pitchFamily="18" charset="0"/>
                      </a:rPr>
                      <m:t>𝑌</m:t>
                    </m:r>
                    <m:r>
                      <a:rPr lang="en-US" altLang="zh-CN" i="1" dirty="0">
                        <a:latin typeface="Cambria Math" panose="02040503050406030204" pitchFamily="18" charset="0"/>
                      </a:rPr>
                      <m:t>, </m:t>
                    </m:r>
                    <m:r>
                      <a:rPr lang="en-AU" altLang="zh-CN" i="1" dirty="0">
                        <a:latin typeface="Cambria Math" panose="02040503050406030204" pitchFamily="18" charset="0"/>
                      </a:rPr>
                      <m:t>𝑅</m:t>
                    </m:r>
                    <m:r>
                      <a:rPr lang="en-US" altLang="zh-CN" i="1" dirty="0">
                        <a:latin typeface="Cambria Math" panose="02040503050406030204" pitchFamily="18" charset="0"/>
                      </a:rPr>
                      <m:t>)</m:t>
                    </m:r>
                  </m:oMath>
                </a14:m>
                <a:r>
                  <a:rPr lang="en-US" altLang="zh-CN" dirty="0"/>
                  <a:t>,</a:t>
                </a:r>
                <a:r>
                  <a:rPr lang="zh-CN" altLang="en-US" dirty="0"/>
                  <a:t>定义</a:t>
                </a:r>
                <a:r>
                  <a:rPr lang="en-AU" altLang="zh-CN" dirty="0">
                    <a:latin typeface="Times New Roman" panose="02020603050405020304" pitchFamily="18" charset="0"/>
                    <a:cs typeface="Times New Roman" panose="02020603050405020304" pitchFamily="18" charset="0"/>
                  </a:rPr>
                  <a:t>ID</a:t>
                </a:r>
                <a:r>
                  <a:rPr lang="zh-CN" altLang="en-US" dirty="0"/>
                  <a:t>转移为</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i="1">
                              <a:latin typeface="Cambria Math" panose="02040503050406030204" pitchFamily="18" charset="0"/>
                            </a:rPr>
                            <m:t>−</m:t>
                          </m:r>
                          <m:r>
                            <a:rPr lang="en-AU" altLang="zh-CN" i="1">
                              <a:latin typeface="Cambria Math" panose="02040503050406030204" pitchFamily="18" charset="0"/>
                            </a:rPr>
                            <m:t>1</m:t>
                          </m:r>
                        </m:sub>
                      </m:sSub>
                      <m:r>
                        <a:rPr lang="en-AU" altLang="zh-CN" i="1">
                          <a:solidFill>
                            <a:srgbClr val="0070C0"/>
                          </a:solidFill>
                          <a:latin typeface="Cambria Math" panose="02040503050406030204" pitchFamily="18" charset="0"/>
                        </a:rPr>
                        <m:t>𝑞</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sSub>
                        <m:sSubPr>
                          <m:ctrlPr>
                            <a:rPr lang="en-AU" altLang="zh-CN" i="1">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e>
                        <m:sub>
                          <m:r>
                            <a:rPr lang="en-AU" altLang="zh-CN" i="1">
                              <a:latin typeface="Cambria Math" panose="02040503050406030204" pitchFamily="18" charset="0"/>
                              <a:ea typeface="Cambria Math" panose="02040503050406030204" pitchFamily="18" charset="0"/>
                            </a:rPr>
                            <m:t>𝑀</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i="1">
                              <a:latin typeface="Cambria Math" panose="02040503050406030204" pitchFamily="18" charset="0"/>
                            </a:rPr>
                            <m:t>−</m:t>
                          </m:r>
                          <m:r>
                            <a:rPr lang="en-AU" altLang="zh-CN" i="1">
                              <a:latin typeface="Cambria Math" panose="02040503050406030204" pitchFamily="18" charset="0"/>
                            </a:rPr>
                            <m:t>1</m:t>
                          </m:r>
                        </m:sub>
                      </m:sSub>
                      <m:r>
                        <a:rPr lang="en-AU" altLang="zh-CN" i="1">
                          <a:solidFill>
                            <a:srgbClr val="7030A0"/>
                          </a:solidFill>
                          <a:latin typeface="Cambria Math" panose="02040503050406030204" pitchFamily="18" charset="0"/>
                        </a:rPr>
                        <m:t>𝑌</m:t>
                      </m:r>
                      <m:r>
                        <a:rPr lang="en-AU" altLang="zh-CN" i="1">
                          <a:solidFill>
                            <a:srgbClr val="FF0000"/>
                          </a:solidFill>
                          <a:latin typeface="Cambria Math" panose="02040503050406030204" pitchFamily="18" charset="0"/>
                        </a:rPr>
                        <m:t>𝑝</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r>
                            <a:rPr lang="en-AU" altLang="zh-CN" i="1">
                              <a:latin typeface="Cambria Math" panose="02040503050406030204" pitchFamily="18" charset="0"/>
                            </a:rPr>
                            <m:t>+</m:t>
                          </m:r>
                          <m:r>
                            <a:rPr lang="en-AU" altLang="zh-CN" i="1">
                              <a:latin typeface="Cambria Math" panose="02040503050406030204" pitchFamily="18" charset="0"/>
                            </a:rPr>
                            <m:t>1</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r>
                            <a:rPr lang="en-AU" altLang="zh-CN" i="1">
                              <a:latin typeface="Cambria Math" panose="02040503050406030204" pitchFamily="18" charset="0"/>
                            </a:rPr>
                            <m:t>𝑋</m:t>
                          </m:r>
                        </m:e>
                        <m:sub>
                          <m:r>
                            <a:rPr lang="en-AU" altLang="zh-CN" i="1">
                              <a:latin typeface="Cambria Math" panose="02040503050406030204" pitchFamily="18" charset="0"/>
                            </a:rPr>
                            <m:t>𝑛</m:t>
                          </m:r>
                        </m:sub>
                      </m:sSub>
                    </m:oMath>
                  </m:oMathPara>
                </a14:m>
                <a:endParaRPr lang="en-AU" dirty="0"/>
              </a:p>
              <a:p>
                <a:pPr marL="0" indent="0">
                  <a:buNone/>
                </a:pPr>
                <a:r>
                  <a:rPr lang="zh-CN" altLang="en-US" dirty="0"/>
                  <a:t>表示</a:t>
                </a:r>
                <a14:m>
                  <m:oMath xmlns:m="http://schemas.openxmlformats.org/officeDocument/2006/math">
                    <m:r>
                      <a:rPr lang="en-US" altLang="zh-CN" i="1" dirty="0">
                        <a:latin typeface="Cambria Math" panose="02040503050406030204" pitchFamily="18" charset="0"/>
                      </a:rPr>
                      <m:t>𝑀</m:t>
                    </m:r>
                  </m:oMath>
                </a14:m>
                <a:r>
                  <a:rPr lang="zh-CN" altLang="en-US" dirty="0"/>
                  <a:t>做一次向右移动（消除</a:t>
                </a:r>
                <a14:m>
                  <m:oMath xmlns:m="http://schemas.openxmlformats.org/officeDocument/2006/math">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𝑖</m:t>
                        </m:r>
                      </m:sub>
                    </m:sSub>
                  </m:oMath>
                </a14:m>
                <a:r>
                  <a:rPr lang="zh-CN" altLang="en-US" dirty="0"/>
                  <a:t>打印</a:t>
                </a:r>
                <a14:m>
                  <m:oMath xmlns:m="http://schemas.openxmlformats.org/officeDocument/2006/math">
                    <m:r>
                      <a:rPr lang="en-US" altLang="zh-CN" i="1" dirty="0">
                        <a:latin typeface="Cambria Math" panose="02040503050406030204" pitchFamily="18" charset="0"/>
                      </a:rPr>
                      <m:t>𝑌</m:t>
                    </m:r>
                    <m:r>
                      <a:rPr lang="en-US" altLang="zh-CN" i="1" dirty="0">
                        <a:latin typeface="Cambria Math" panose="02040503050406030204" pitchFamily="18" charset="0"/>
                      </a:rPr>
                      <m:t> </m:t>
                    </m:r>
                  </m:oMath>
                </a14:m>
                <a:r>
                  <a:rPr lang="zh-CN" altLang="en-US" dirty="0"/>
                  <a:t>，并且右移，状态变成</a:t>
                </a:r>
                <a14:m>
                  <m:oMath xmlns:m="http://schemas.openxmlformats.org/officeDocument/2006/math">
                    <m:r>
                      <a:rPr lang="en-US" altLang="zh-CN" i="1" dirty="0">
                        <a:latin typeface="Cambria Math" panose="02040503050406030204" pitchFamily="18" charset="0"/>
                      </a:rPr>
                      <m:t>𝑝</m:t>
                    </m:r>
                  </m:oMath>
                </a14:m>
                <a:r>
                  <a:rPr lang="zh-CN" altLang="en-US" dirty="0"/>
                  <a:t>）</a:t>
                </a:r>
                <a:endParaRPr lang="en-AU" dirty="0"/>
              </a:p>
              <a:p>
                <a:r>
                  <a:rPr lang="zh-CN" altLang="en-US" dirty="0"/>
                  <a:t>特殊情况</a:t>
                </a:r>
                <a:endParaRPr lang="en-AU" altLang="zh-CN" dirty="0"/>
              </a:p>
              <a:p>
                <a:pPr lvl="1"/>
                <a14:m>
                  <m:oMath xmlns:m="http://schemas.openxmlformats.org/officeDocument/2006/math">
                    <m: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𝑛</m:t>
                    </m:r>
                  </m:oMath>
                </a14:m>
                <a:r>
                  <a:rPr lang="en-AU" altLang="zh-CN" dirty="0"/>
                  <a:t>, </a:t>
                </a:r>
                <a14:m>
                  <m:oMath xmlns:m="http://schemas.openxmlformats.org/officeDocument/2006/math">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b="0" i="1" smtClean="0">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sSub>
                      <m:sSubPr>
                        <m:ctrlPr>
                          <a:rPr lang="en-AU" altLang="zh-CN" i="1">
                            <a:latin typeface="Cambria Math" panose="02040503050406030204" pitchFamily="18" charset="0"/>
                          </a:rPr>
                        </m:ctrlPr>
                      </m:sSubPr>
                      <m:e>
                        <m:r>
                          <a:rPr lang="en-AU" altLang="zh-CN" b="0" i="1" smtClean="0">
                            <a:solidFill>
                              <a:srgbClr val="0070C0"/>
                            </a:solidFill>
                            <a:latin typeface="Cambria Math" panose="02040503050406030204" pitchFamily="18" charset="0"/>
                          </a:rPr>
                          <m:t>𝑞</m:t>
                        </m:r>
                        <m:r>
                          <a:rPr lang="en-AU" altLang="zh-CN" i="1">
                            <a:latin typeface="Cambria Math" panose="02040503050406030204" pitchFamily="18" charset="0"/>
                          </a:rPr>
                          <m:t>𝑋</m:t>
                        </m:r>
                      </m:e>
                      <m:sub>
                        <m:r>
                          <a:rPr lang="en-AU" altLang="zh-CN" i="1">
                            <a:latin typeface="Cambria Math" panose="02040503050406030204" pitchFamily="18" charset="0"/>
                          </a:rPr>
                          <m:t>𝑛</m:t>
                        </m:r>
                      </m:sub>
                    </m:sSub>
                    <m:sSub>
                      <m:sSubPr>
                        <m:ctrlPr>
                          <a:rPr lang="en-AU" altLang="zh-CN" i="1">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e>
                      <m:sub>
                        <m:r>
                          <a:rPr lang="en-AU" altLang="zh-CN" i="1">
                            <a:latin typeface="Cambria Math" panose="02040503050406030204" pitchFamily="18" charset="0"/>
                            <a:ea typeface="Cambria Math" panose="02040503050406030204" pitchFamily="18" charset="0"/>
                          </a:rPr>
                          <m:t>𝑀</m:t>
                        </m:r>
                      </m:sub>
                    </m:sSub>
                    <m:sSub>
                      <m:sSubPr>
                        <m:ctrlPr>
                          <a:rPr lang="en-AU" altLang="zh-CN" i="1">
                            <a:latin typeface="Cambria Math" panose="02040503050406030204" pitchFamily="18" charset="0"/>
                          </a:rPr>
                        </m:ctrlPr>
                      </m:sSubPr>
                      <m:e>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rPr>
                          <m:t>𝑋</m:t>
                        </m:r>
                      </m:e>
                      <m:sub>
                        <m:r>
                          <a:rPr lang="en-AU" altLang="zh-CN" b="0" i="1" smtClean="0">
                            <a:latin typeface="Cambria Math" panose="02040503050406030204" pitchFamily="18" charset="0"/>
                          </a:rPr>
                          <m:t>2</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r>
                      <a:rPr lang="en-AU" altLang="zh-CN" b="0" i="1" smtClean="0">
                        <a:solidFill>
                          <a:srgbClr val="7030A0"/>
                        </a:solidFill>
                        <a:latin typeface="Cambria Math" panose="02040503050406030204" pitchFamily="18" charset="0"/>
                      </a:rPr>
                      <m:t>𝑌</m:t>
                    </m:r>
                    <m:r>
                      <a:rPr lang="en-AU" altLang="zh-CN" b="0" i="1" smtClean="0">
                        <a:solidFill>
                          <a:srgbClr val="FF0000"/>
                        </a:solidFill>
                        <a:latin typeface="Cambria Math" panose="02040503050406030204" pitchFamily="18" charset="0"/>
                      </a:rPr>
                      <m:t>𝑝</m:t>
                    </m:r>
                    <m:r>
                      <a:rPr lang="en-AU" altLang="zh-CN" b="0" i="1" smtClean="0">
                        <a:latin typeface="Cambria Math" panose="02040503050406030204" pitchFamily="18" charset="0"/>
                      </a:rPr>
                      <m:t>𝐵</m:t>
                    </m:r>
                  </m:oMath>
                </a14:m>
                <a:endParaRPr lang="en-AU" altLang="zh-CN" dirty="0"/>
              </a:p>
              <a:p>
                <a:pPr lvl="1"/>
                <a14:m>
                  <m:oMath xmlns:m="http://schemas.openxmlformats.org/officeDocument/2006/math">
                    <m: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oMath>
                </a14:m>
                <a:r>
                  <a:rPr lang="zh-CN" altLang="en-US" dirty="0"/>
                  <a:t>且</a:t>
                </a:r>
                <a14:m>
                  <m:oMath xmlns:m="http://schemas.openxmlformats.org/officeDocument/2006/math">
                    <m:r>
                      <a:rPr lang="en-AU" altLang="zh-CN" b="0" i="1" smtClean="0">
                        <a:latin typeface="Cambria Math" panose="02040503050406030204" pitchFamily="18" charset="0"/>
                      </a:rPr>
                      <m:t>𝑌</m:t>
                    </m:r>
                    <m:r>
                      <a:rPr lang="en-AU" altLang="zh-CN" b="0" i="1" smtClean="0">
                        <a:latin typeface="Cambria Math" panose="02040503050406030204" pitchFamily="18" charset="0"/>
                      </a:rPr>
                      <m:t>=</m:t>
                    </m:r>
                    <m:r>
                      <a:rPr lang="en-AU" altLang="zh-CN" b="0" i="1" smtClean="0">
                        <a:latin typeface="Cambria Math" panose="02040503050406030204" pitchFamily="18" charset="0"/>
                      </a:rPr>
                      <m:t>𝐵</m:t>
                    </m:r>
                  </m:oMath>
                </a14:m>
                <a:r>
                  <a:rPr lang="en-AU" altLang="zh-CN" dirty="0"/>
                  <a:t>, </a:t>
                </a:r>
                <a14:m>
                  <m:oMath xmlns:m="http://schemas.openxmlformats.org/officeDocument/2006/math">
                    <m:sSub>
                      <m:sSubPr>
                        <m:ctrlPr>
                          <a:rPr lang="en-AU" altLang="zh-CN" i="1">
                            <a:latin typeface="Cambria Math" panose="02040503050406030204" pitchFamily="18" charset="0"/>
                          </a:rPr>
                        </m:ctrlPr>
                      </m:sSubPr>
                      <m:e>
                        <m:r>
                          <a:rPr lang="en-AU" altLang="zh-CN" b="0" i="1" smtClean="0">
                            <a:solidFill>
                              <a:srgbClr val="0070C0"/>
                            </a:solidFill>
                            <a:latin typeface="Cambria Math" panose="02040503050406030204" pitchFamily="18" charset="0"/>
                          </a:rPr>
                          <m:t>𝑞</m:t>
                        </m:r>
                        <m:r>
                          <a:rPr lang="en-AU" altLang="zh-CN" i="1">
                            <a:latin typeface="Cambria Math" panose="02040503050406030204" pitchFamily="18" charset="0"/>
                          </a:rPr>
                          <m:t>𝑋</m:t>
                        </m:r>
                      </m:e>
                      <m:sub>
                        <m:r>
                          <a:rPr lang="en-AU" altLang="zh-CN" i="1">
                            <a:latin typeface="Cambria Math" panose="02040503050406030204" pitchFamily="18" charset="0"/>
                          </a:rPr>
                          <m:t>1</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Sub>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sSub>
                      <m:sSubPr>
                        <m:ctrlPr>
                          <a:rPr lang="en-AU" altLang="zh-CN" i="1">
                            <a:latin typeface="Cambria Math" panose="02040503050406030204" pitchFamily="18" charset="0"/>
                            <a:ea typeface="Cambria Math" panose="02040503050406030204" pitchFamily="18" charset="0"/>
                          </a:rPr>
                        </m:ctrlPr>
                      </m:sSubPr>
                      <m:e>
                        <m:r>
                          <a:rPr lang="en-AU" altLang="zh-CN" i="1">
                            <a:latin typeface="Cambria Math" panose="02040503050406030204" pitchFamily="18" charset="0"/>
                            <a:ea typeface="Cambria Math" panose="02040503050406030204" pitchFamily="18" charset="0"/>
                          </a:rPr>
                          <m:t>⊢</m:t>
                        </m:r>
                      </m:e>
                      <m:sub>
                        <m:r>
                          <a:rPr lang="en-AU" altLang="zh-CN" i="1">
                            <a:latin typeface="Cambria Math" panose="02040503050406030204" pitchFamily="18" charset="0"/>
                            <a:ea typeface="Cambria Math" panose="02040503050406030204" pitchFamily="18" charset="0"/>
                          </a:rPr>
                          <m:t>𝑀</m:t>
                        </m:r>
                      </m:sub>
                    </m:sSub>
                    <m:sSub>
                      <m:sSubPr>
                        <m:ctrlPr>
                          <a:rPr lang="en-AU" altLang="zh-CN" i="1">
                            <a:latin typeface="Cambria Math" panose="02040503050406030204" pitchFamily="18" charset="0"/>
                          </a:rPr>
                        </m:ctrlPr>
                      </m:sSubPr>
                      <m:e>
                        <m:r>
                          <a:rPr lang="en-AU" altLang="zh-CN" b="0" i="1" smtClean="0">
                            <a:solidFill>
                              <a:srgbClr val="FF0000"/>
                            </a:solidFill>
                            <a:latin typeface="Cambria Math" panose="02040503050406030204" pitchFamily="18" charset="0"/>
                          </a:rPr>
                          <m:t>𝑝</m:t>
                        </m:r>
                        <m:r>
                          <a:rPr lang="en-AU" altLang="zh-CN" i="1">
                            <a:latin typeface="Cambria Math" panose="02040503050406030204" pitchFamily="18" charset="0"/>
                          </a:rPr>
                          <m:t>𝑋</m:t>
                        </m:r>
                      </m:e>
                      <m:sub>
                        <m:r>
                          <a:rPr lang="en-AU" altLang="zh-CN" b="0" i="1" smtClean="0">
                            <a:latin typeface="Cambria Math" panose="02040503050406030204" pitchFamily="18" charset="0"/>
                          </a:rPr>
                          <m:t>2</m:t>
                        </m:r>
                      </m:sub>
                    </m:sSub>
                    <m:r>
                      <a:rPr lang="en-AU" altLang="zh-CN" i="1">
                        <a:latin typeface="Cambria Math" panose="02040503050406030204" pitchFamily="18" charset="0"/>
                        <a:ea typeface="Cambria Math" panose="02040503050406030204" pitchFamily="18" charset="0"/>
                      </a:rPr>
                      <m:t>⋯</m:t>
                    </m:r>
                    <m:sSub>
                      <m:sSubPr>
                        <m:ctrlPr>
                          <a:rPr lang="en-AU" altLang="zh-CN" i="1">
                            <a:latin typeface="Cambria Math" panose="02040503050406030204" pitchFamily="18" charset="0"/>
                          </a:rPr>
                        </m:ctrlPr>
                      </m:sSubPr>
                      <m:e>
                        <m:r>
                          <a:rPr lang="en-AU" altLang="zh-CN" i="1">
                            <a:latin typeface="Cambria Math" panose="02040503050406030204" pitchFamily="18" charset="0"/>
                          </a:rPr>
                          <m:t>𝑋</m:t>
                        </m:r>
                      </m:e>
                      <m:sub>
                        <m:r>
                          <a:rPr lang="en-AU" altLang="zh-CN" i="1">
                            <a:latin typeface="Cambria Math" panose="02040503050406030204" pitchFamily="18" charset="0"/>
                          </a:rPr>
                          <m:t>𝑛</m:t>
                        </m:r>
                      </m:sub>
                    </m:sSub>
                  </m:oMath>
                </a14:m>
                <a:endParaRPr lang="en-AU" altLang="zh-CN" dirty="0"/>
              </a:p>
              <a:p>
                <a:pPr lvl="1"/>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295158" y="1104900"/>
                <a:ext cx="8229600" cy="4525963"/>
              </a:xfrm>
              <a:blipFill rotWithShape="1">
                <a:blip r:embed="rId2"/>
                <a:stretch>
                  <a:fillRect l="-6" r="6"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5" name="TextBox 4"/>
              <p:cNvSpPr txBox="1"/>
              <p:nvPr/>
            </p:nvSpPr>
            <p:spPr>
              <a:xfrm>
                <a:off x="5319546" y="4624676"/>
                <a:ext cx="3595854" cy="1015663"/>
              </a:xfrm>
              <a:prstGeom prst="rect">
                <a:avLst/>
              </a:prstGeom>
              <a:solidFill>
                <a:srgbClr val="FFC000"/>
              </a:solidFill>
            </p:spPr>
            <p:txBody>
              <a:bodyPr wrap="square" rtlCol="0">
                <a:spAutoFit/>
              </a:bodyPr>
              <a:lstStyle/>
              <a:p>
                <a:r>
                  <a:rPr lang="zh-CN" altLang="en-US" sz="2000" dirty="0">
                    <a:latin typeface="楷体" panose="02010609060101010101" pitchFamily="49" charset="-122"/>
                    <a:ea typeface="楷体" panose="02010609060101010101" pitchFamily="49" charset="-122"/>
                  </a:rPr>
                  <a:t>原先的最左符号</a:t>
                </a:r>
                <a14:m>
                  <m:oMath xmlns:m="http://schemas.openxmlformats.org/officeDocument/2006/math">
                    <m:sSub>
                      <m:sSubPr>
                        <m:ctrlPr>
                          <a:rPr lang="en-AU" altLang="zh-CN" sz="2000" i="1" smtClean="0">
                            <a:latin typeface="Cambria Math" panose="02040503050406030204" pitchFamily="18" charset="0"/>
                          </a:rPr>
                        </m:ctrlPr>
                      </m:sSubPr>
                      <m:e>
                        <m:r>
                          <a:rPr lang="en-AU" altLang="zh-CN" sz="2000" i="1">
                            <a:latin typeface="Cambria Math" panose="02040503050406030204" pitchFamily="18" charset="0"/>
                          </a:rPr>
                          <m:t>𝑋</m:t>
                        </m:r>
                      </m:e>
                      <m:sub>
                        <m:r>
                          <a:rPr lang="en-AU" altLang="zh-CN" sz="2000" b="0" i="1" smtClean="0">
                            <a:latin typeface="Cambria Math" panose="02040503050406030204" pitchFamily="18" charset="0"/>
                          </a:rPr>
                          <m:t>1</m:t>
                        </m:r>
                      </m:sub>
                    </m:sSub>
                  </m:oMath>
                </a14:m>
                <a:r>
                  <a:rPr lang="zh-CN" altLang="en-US" sz="2000" dirty="0">
                    <a:latin typeface="楷体" panose="02010609060101010101" pitchFamily="49" charset="-122"/>
                    <a:ea typeface="楷体" panose="02010609060101010101" pitchFamily="49" charset="-122"/>
                  </a:rPr>
                  <a:t>被替换为了空格符</a:t>
                </a:r>
                <a14:m>
                  <m:oMath xmlns:m="http://schemas.openxmlformats.org/officeDocument/2006/math">
                    <m:r>
                      <a:rPr lang="en-AU" altLang="zh-CN" sz="2000" b="0" i="1" smtClean="0">
                        <a:latin typeface="Cambria Math" panose="02040503050406030204" pitchFamily="18" charset="0"/>
                      </a:rPr>
                      <m:t>𝐵</m:t>
                    </m:r>
                  </m:oMath>
                </a14:m>
                <a:r>
                  <a:rPr lang="zh-CN" altLang="en-US" sz="2000" dirty="0">
                    <a:latin typeface="楷体" panose="02010609060101010101" pitchFamily="49" charset="-122"/>
                    <a:ea typeface="楷体" panose="02010609060101010101" pitchFamily="49" charset="-122"/>
                  </a:rPr>
                  <a:t>，成为左边无穷空格符的一部分，因此从</a:t>
                </a:r>
                <a:r>
                  <a:rPr lang="en-AU" altLang="zh-CN" sz="2000" dirty="0">
                    <a:latin typeface="Times New Roman" panose="02020603050405020304" pitchFamily="18" charset="0"/>
                    <a:ea typeface="楷体" panose="02010609060101010101" pitchFamily="49" charset="-122"/>
                    <a:cs typeface="Times New Roman" panose="02020603050405020304" pitchFamily="18" charset="0"/>
                  </a:rPr>
                  <a:t>ID</a:t>
                </a:r>
                <a:r>
                  <a:rPr lang="zh-CN" altLang="en-US" sz="2000" dirty="0">
                    <a:latin typeface="楷体" panose="02010609060101010101" pitchFamily="49" charset="-122"/>
                    <a:ea typeface="楷体" panose="02010609060101010101" pitchFamily="49" charset="-122"/>
                  </a:rPr>
                  <a:t>中去除。</a:t>
                </a:r>
                <a:endParaRPr lang="en-AU" sz="2000" dirty="0">
                  <a:latin typeface="楷体" panose="02010609060101010101" pitchFamily="49" charset="-122"/>
                  <a:ea typeface="楷体" panose="02010609060101010101" pitchFamily="49" charset="-122"/>
                </a:endParaRPr>
              </a:p>
            </p:txBody>
          </p:sp>
        </mc:Choice>
        <mc:Fallback>
          <p:sp>
            <p:nvSpPr>
              <p:cNvPr id="5" name="TextBox 4"/>
              <p:cNvSpPr txBox="1">
                <a:spLocks noRot="1" noChangeAspect="1" noMove="1" noResize="1" noEditPoints="1" noAdjustHandles="1" noChangeArrowheads="1" noChangeShapeType="1" noTextEdit="1"/>
              </p:cNvSpPr>
              <p:nvPr/>
            </p:nvSpPr>
            <p:spPr>
              <a:xfrm>
                <a:off x="5319546" y="4624676"/>
                <a:ext cx="3595854" cy="1015663"/>
              </a:xfrm>
              <a:prstGeom prst="rect">
                <a:avLst/>
              </a:prstGeom>
              <a:blipFill rotWithShape="1">
                <a:blip r:embed="rId3"/>
                <a:stretch>
                  <a:fillRect l="-4" t="-60" r="-1819"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5530098" y="2582664"/>
                <a:ext cx="3032760" cy="707886"/>
              </a:xfrm>
              <a:prstGeom prst="rect">
                <a:avLst/>
              </a:prstGeom>
              <a:solidFill>
                <a:srgbClr val="FFC000"/>
              </a:solidFill>
            </p:spPr>
            <p:txBody>
              <a:bodyPr wrap="square" rtlCol="0">
                <a:spAutoFit/>
              </a:bodyPr>
              <a:lstStyle/>
              <a:p>
                <a:r>
                  <a:rPr lang="zh-CN" altLang="en-US" sz="2000" dirty="0">
                    <a:latin typeface="楷体" panose="02010609060101010101" pitchFamily="49" charset="-122"/>
                    <a:ea typeface="楷体" panose="02010609060101010101" pitchFamily="49" charset="-122"/>
                  </a:rPr>
                  <a:t>为表明带头指向了空格符</a:t>
                </a:r>
                <a14:m>
                  <m:oMath xmlns:m="http://schemas.openxmlformats.org/officeDocument/2006/math">
                    <m:r>
                      <a:rPr lang="en-US" altLang="zh-CN" sz="2000" i="1" dirty="0" smtClean="0">
                        <a:latin typeface="Cambria Math" panose="02040503050406030204" pitchFamily="18" charset="0"/>
                        <a:ea typeface="楷体" panose="02010609060101010101" pitchFamily="49" charset="-122"/>
                      </a:rPr>
                      <m:t>𝐵</m:t>
                    </m:r>
                  </m:oMath>
                </a14:m>
                <a:r>
                  <a:rPr lang="en-AU"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包含空格符</a:t>
                </a:r>
                <a14:m>
                  <m:oMath xmlns:m="http://schemas.openxmlformats.org/officeDocument/2006/math">
                    <m:r>
                      <a:rPr lang="en-US" altLang="zh-CN" sz="2000" i="1" dirty="0">
                        <a:latin typeface="Cambria Math" panose="02040503050406030204" pitchFamily="18" charset="0"/>
                        <a:ea typeface="楷体" panose="02010609060101010101" pitchFamily="49" charset="-122"/>
                      </a:rPr>
                      <m:t>𝐵</m:t>
                    </m:r>
                  </m:oMath>
                </a14:m>
                <a:r>
                  <a:rPr lang="zh-CN" altLang="en-US" sz="2000" dirty="0">
                    <a:latin typeface="楷体" panose="02010609060101010101" pitchFamily="49" charset="-122"/>
                    <a:ea typeface="楷体" panose="02010609060101010101" pitchFamily="49" charset="-122"/>
                  </a:rPr>
                  <a:t>在</a:t>
                </a:r>
                <a:r>
                  <a:rPr lang="en-AU" altLang="zh-CN" sz="2000" dirty="0">
                    <a:latin typeface="Times New Roman" panose="02020603050405020304" pitchFamily="18" charset="0"/>
                    <a:ea typeface="楷体" panose="02010609060101010101" pitchFamily="49" charset="-122"/>
                    <a:cs typeface="Times New Roman" panose="02020603050405020304" pitchFamily="18" charset="0"/>
                  </a:rPr>
                  <a:t>ID</a:t>
                </a:r>
                <a:r>
                  <a:rPr lang="zh-CN" altLang="en-US" sz="2000" dirty="0">
                    <a:latin typeface="楷体" panose="02010609060101010101" pitchFamily="49" charset="-122"/>
                    <a:ea typeface="楷体" panose="02010609060101010101" pitchFamily="49" charset="-122"/>
                  </a:rPr>
                  <a:t>中。</a:t>
                </a:r>
                <a:endParaRPr lang="en-AU" sz="2000" dirty="0">
                  <a:latin typeface="楷体" panose="02010609060101010101" pitchFamily="49" charset="-122"/>
                  <a:ea typeface="楷体" panose="02010609060101010101" pitchFamily="49" charset="-122"/>
                </a:endParaRPr>
              </a:p>
            </p:txBody>
          </p:sp>
        </mc:Choice>
        <mc:Fallback>
          <p:sp>
            <p:nvSpPr>
              <p:cNvPr id="7" name="TextBox 6"/>
              <p:cNvSpPr txBox="1">
                <a:spLocks noRot="1" noChangeAspect="1" noMove="1" noResize="1" noEditPoints="1" noAdjustHandles="1" noChangeArrowheads="1" noChangeShapeType="1" noTextEdit="1"/>
              </p:cNvSpPr>
              <p:nvPr/>
            </p:nvSpPr>
            <p:spPr>
              <a:xfrm>
                <a:off x="5530098" y="2582664"/>
                <a:ext cx="3032760" cy="707886"/>
              </a:xfrm>
              <a:prstGeom prst="rect">
                <a:avLst/>
              </a:prstGeom>
              <a:blipFill rotWithShape="1">
                <a:blip r:embed="rId4"/>
                <a:stretch>
                  <a:fillRect l="-17" t="-17" r="17" b="87"/>
                </a:stretch>
              </a:blipFill>
            </p:spPr>
            <p:txBody>
              <a:bodyPr/>
              <a:lstStyle/>
              <a:p>
                <a:r>
                  <a:rPr lang="zh-CN" altLang="en-US">
                    <a:noFill/>
                  </a:rPr>
                  <a:t> </a:t>
                </a:r>
              </a:p>
            </p:txBody>
          </p:sp>
        </mc:Fallback>
      </mc:AlternateContent>
      <p:cxnSp>
        <p:nvCxnSpPr>
          <p:cNvPr id="9" name="Straight Arrow Connector 8"/>
          <p:cNvCxnSpPr/>
          <p:nvPr/>
        </p:nvCxnSpPr>
        <p:spPr>
          <a:xfrm flipH="1">
            <a:off x="4962408" y="2933700"/>
            <a:ext cx="499110" cy="3735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p:cNvCxnSpPr/>
          <p:nvPr/>
        </p:nvCxnSpPr>
        <p:spPr>
          <a:xfrm flipH="1" flipV="1">
            <a:off x="6038733" y="4213445"/>
            <a:ext cx="542925" cy="3655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87926"/>
                <a:ext cx="8229600" cy="4525963"/>
              </a:xfrm>
            </p:spPr>
            <p:txBody>
              <a:bodyPr>
                <a:normAutofit fontScale="92500" lnSpcReduction="20000"/>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a:t>
                </a:r>
                <a:endParaRPr lang="en-AU" altLang="zh-CN" dirty="0"/>
              </a:p>
              <a:p>
                <a:pPr lvl="1"/>
                <a:r>
                  <a:rPr lang="zh-CN" altLang="en-US" dirty="0"/>
                  <a:t>将对应的、匹配的、成对的</a:t>
                </a:r>
                <a:r>
                  <a:rPr lang="en-US" altLang="zh-CN" dirty="0"/>
                  <a:t>0</a:t>
                </a:r>
                <a:r>
                  <a:rPr lang="zh-CN" altLang="en-US" dirty="0"/>
                  <a:t>和</a:t>
                </a:r>
                <a:r>
                  <a:rPr lang="en-US" altLang="zh-CN" dirty="0"/>
                  <a:t>1</a:t>
                </a:r>
                <a:r>
                  <a:rPr lang="zh-CN" altLang="en-US" dirty="0"/>
                  <a:t>去作标记</a:t>
                </a:r>
                <a:r>
                  <a:rPr lang="en-AU" altLang="zh-CN" dirty="0"/>
                  <a:t>(</a:t>
                </a:r>
                <a14:m>
                  <m:oMath xmlns:m="http://schemas.openxmlformats.org/officeDocument/2006/math">
                    <m:r>
                      <a:rPr lang="en-AU" altLang="zh-CN" i="1" dirty="0" smtClean="0">
                        <a:latin typeface="Cambria Math" panose="02040503050406030204" pitchFamily="18" charset="0"/>
                      </a:rPr>
                      <m:t>𝑋</m:t>
                    </m:r>
                  </m:oMath>
                </a14:m>
                <a:r>
                  <a:rPr lang="zh-CN" altLang="en-US" dirty="0"/>
                  <a:t>标记</a:t>
                </a:r>
                <a:r>
                  <a:rPr lang="en-AU" altLang="zh-CN" dirty="0"/>
                  <a:t>0</a:t>
                </a:r>
                <a:r>
                  <a:rPr lang="zh-CN" altLang="en-US" dirty="0"/>
                  <a:t>，</a:t>
                </a:r>
                <a14:m>
                  <m:oMath xmlns:m="http://schemas.openxmlformats.org/officeDocument/2006/math">
                    <m:r>
                      <a:rPr lang="en-US" altLang="zh-CN" i="1" dirty="0" smtClean="0">
                        <a:latin typeface="Cambria Math" panose="02040503050406030204" pitchFamily="18" charset="0"/>
                      </a:rPr>
                      <m:t>𝑌</m:t>
                    </m:r>
                  </m:oMath>
                </a14:m>
                <a:r>
                  <a:rPr lang="zh-CN" altLang="en-US" dirty="0"/>
                  <a:t>标记</a:t>
                </a:r>
                <a:r>
                  <a:rPr lang="en-US" altLang="zh-CN" dirty="0"/>
                  <a:t>1</a:t>
                </a:r>
                <a:r>
                  <a:rPr lang="en-AU" altLang="zh-CN" dirty="0"/>
                  <a:t>)</a:t>
                </a:r>
                <a:endParaRPr lang="en-AU" altLang="zh-CN" dirty="0"/>
              </a:p>
              <a:p>
                <a:pPr lvl="1"/>
                <a:r>
                  <a:rPr lang="zh-CN" altLang="en-US" dirty="0"/>
                  <a:t>首先，将前面第一个</a:t>
                </a:r>
                <a:r>
                  <a:rPr lang="en-US" altLang="zh-CN" dirty="0"/>
                  <a:t>0</a:t>
                </a:r>
                <a:r>
                  <a:rPr lang="zh-CN" altLang="en-US" dirty="0"/>
                  <a:t>标记为</a:t>
                </a:r>
                <a14:m>
                  <m:oMath xmlns:m="http://schemas.openxmlformats.org/officeDocument/2006/math">
                    <m:r>
                      <a:rPr lang="en-AU" altLang="zh-CN" i="1" dirty="0" smtClean="0">
                        <a:latin typeface="Cambria Math" panose="02040503050406030204" pitchFamily="18" charset="0"/>
                      </a:rPr>
                      <m:t>𝑋</m:t>
                    </m:r>
                  </m:oMath>
                </a14:m>
                <a:r>
                  <a:rPr lang="zh-CN" altLang="en-US" dirty="0"/>
                  <a:t>，然后往后面寻找第一个</a:t>
                </a:r>
                <a:r>
                  <a:rPr lang="en-US" altLang="zh-CN" dirty="0"/>
                  <a:t>1</a:t>
                </a:r>
                <a:r>
                  <a:rPr lang="zh-CN" altLang="en-US" dirty="0"/>
                  <a:t>，标记为</a:t>
                </a:r>
                <a14:m>
                  <m:oMath xmlns:m="http://schemas.openxmlformats.org/officeDocument/2006/math">
                    <m:r>
                      <a:rPr lang="en-US" altLang="zh-CN" i="1" dirty="0">
                        <a:latin typeface="Cambria Math" panose="02040503050406030204" pitchFamily="18" charset="0"/>
                      </a:rPr>
                      <m:t>𝑌</m:t>
                    </m:r>
                  </m:oMath>
                </a14:m>
                <a:r>
                  <a:rPr lang="zh-CN" altLang="en-US" dirty="0"/>
                  <a:t>。</a:t>
                </a:r>
                <a:endParaRPr lang="en-AU" altLang="zh-CN" dirty="0"/>
              </a:p>
              <a:p>
                <a:pPr lvl="1"/>
                <a:r>
                  <a:rPr lang="zh-CN" altLang="en-US" dirty="0"/>
                  <a:t>再回头向前去找第二个</a:t>
                </a:r>
                <a:r>
                  <a:rPr lang="en-US" altLang="zh-CN" dirty="0"/>
                  <a:t>0</a:t>
                </a:r>
                <a:r>
                  <a:rPr lang="zh-CN" altLang="en-US" dirty="0"/>
                  <a:t>，先要跳到第一个</a:t>
                </a:r>
                <a14:m>
                  <m:oMath xmlns:m="http://schemas.openxmlformats.org/officeDocument/2006/math">
                    <m:r>
                      <a:rPr lang="en-AU" altLang="zh-CN" i="1" dirty="0" smtClean="0">
                        <a:latin typeface="Cambria Math" panose="02040503050406030204" pitchFamily="18" charset="0"/>
                      </a:rPr>
                      <m:t>𝑋</m:t>
                    </m:r>
                    <m:r>
                      <a:rPr lang="en-AU" altLang="zh-CN" i="1" dirty="0" smtClean="0">
                        <a:latin typeface="Cambria Math" panose="02040503050406030204" pitchFamily="18" charset="0"/>
                      </a:rPr>
                      <m:t> </m:t>
                    </m:r>
                  </m:oMath>
                </a14:m>
                <a:r>
                  <a:rPr lang="zh-CN" altLang="en-US" dirty="0"/>
                  <a:t>，然后改变读头移动的方向，去寻找下一个</a:t>
                </a:r>
                <a:r>
                  <a:rPr lang="en-US" altLang="zh-CN" dirty="0"/>
                  <a:t>0</a:t>
                </a:r>
                <a:r>
                  <a:rPr lang="zh-CN" altLang="en-US" dirty="0"/>
                  <a:t>，再把它标记为</a:t>
                </a:r>
                <a14:m>
                  <m:oMath xmlns:m="http://schemas.openxmlformats.org/officeDocument/2006/math">
                    <m:r>
                      <a:rPr lang="en-AU" altLang="zh-CN" i="1" dirty="0">
                        <a:latin typeface="Cambria Math" panose="02040503050406030204" pitchFamily="18" charset="0"/>
                      </a:rPr>
                      <m:t>𝑋</m:t>
                    </m:r>
                  </m:oMath>
                </a14:m>
                <a:r>
                  <a:rPr lang="zh-CN" altLang="en-US" dirty="0"/>
                  <a:t>。接着跳过所有的</a:t>
                </a:r>
                <a:r>
                  <a:rPr lang="en-US" altLang="zh-CN" dirty="0"/>
                  <a:t>0</a:t>
                </a:r>
                <a:r>
                  <a:rPr lang="zh-CN" altLang="en-US" dirty="0"/>
                  <a:t>和</a:t>
                </a:r>
                <a14:m>
                  <m:oMath xmlns:m="http://schemas.openxmlformats.org/officeDocument/2006/math">
                    <m:r>
                      <a:rPr lang="en-US" altLang="zh-CN" i="1" dirty="0" smtClean="0">
                        <a:latin typeface="Cambria Math" panose="02040503050406030204" pitchFamily="18" charset="0"/>
                      </a:rPr>
                      <m:t>𝑌</m:t>
                    </m:r>
                  </m:oMath>
                </a14:m>
                <a:r>
                  <a:rPr lang="en-US" altLang="zh-CN" dirty="0"/>
                  <a:t>,</a:t>
                </a:r>
                <a:r>
                  <a:rPr lang="zh-CN" altLang="en-US" dirty="0"/>
                  <a:t>将遇到的第一个</a:t>
                </a:r>
                <a:r>
                  <a:rPr lang="en-US" altLang="zh-CN" dirty="0"/>
                  <a:t>1</a:t>
                </a:r>
                <a:r>
                  <a:rPr lang="zh-CN" altLang="en-US" dirty="0"/>
                  <a:t>标记为</a:t>
                </a:r>
                <a14:m>
                  <m:oMath xmlns:m="http://schemas.openxmlformats.org/officeDocument/2006/math">
                    <m:r>
                      <a:rPr lang="en-US" altLang="zh-CN" i="1" dirty="0" smtClean="0">
                        <a:latin typeface="Cambria Math" panose="02040503050406030204" pitchFamily="18" charset="0"/>
                      </a:rPr>
                      <m:t>𝑌</m:t>
                    </m:r>
                  </m:oMath>
                </a14:m>
                <a:r>
                  <a:rPr lang="zh-CN" altLang="en-US" dirty="0"/>
                  <a:t>。</a:t>
                </a:r>
                <a:endParaRPr lang="en-AU" altLang="zh-CN" dirty="0"/>
              </a:p>
              <a:p>
                <a:pPr lvl="1"/>
                <a:r>
                  <a:rPr lang="zh-CN" altLang="en-US" dirty="0"/>
                  <a:t>重复这个循环，当所有的</a:t>
                </a:r>
                <a:r>
                  <a:rPr lang="en-US" altLang="zh-CN" dirty="0"/>
                  <a:t>0</a:t>
                </a:r>
                <a:r>
                  <a:rPr lang="zh-CN" altLang="en-US" dirty="0"/>
                  <a:t>和所有的</a:t>
                </a:r>
                <a:r>
                  <a:rPr lang="en-US" altLang="zh-CN" dirty="0"/>
                  <a:t>1</a:t>
                </a:r>
                <a:r>
                  <a:rPr lang="zh-CN" altLang="en-US" dirty="0"/>
                  <a:t>标记完后，若它们的数量相等且</a:t>
                </a:r>
                <a:r>
                  <a:rPr lang="en-AU" altLang="zh-CN" dirty="0"/>
                  <a:t>0</a:t>
                </a:r>
                <a:r>
                  <a:rPr lang="zh-CN" altLang="en-US" dirty="0"/>
                  <a:t>在</a:t>
                </a:r>
                <a:r>
                  <a:rPr lang="en-AU" altLang="zh-CN" dirty="0"/>
                  <a:t>1</a:t>
                </a:r>
                <a:r>
                  <a:rPr lang="zh-CN" altLang="en-US" dirty="0"/>
                  <a:t>前面，则进入接受状态。</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87926"/>
                <a:ext cx="8229600" cy="4525963"/>
              </a:xfrm>
              <a:blipFill rotWithShape="1">
                <a:blip r:embed="rId1"/>
                <a:stretch>
                  <a:fillRect t="-347" r="-301"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思路分析：以</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000111</m:t>
                    </m:r>
                  </m:oMath>
                </a14:m>
                <a:r>
                  <a:rPr lang="zh-CN" altLang="en-US" dirty="0"/>
                  <a:t>为例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 name="Group 371"/>
          <p:cNvGrpSpPr/>
          <p:nvPr/>
        </p:nvGrpSpPr>
        <p:grpSpPr bwMode="auto">
          <a:xfrm>
            <a:off x="9385" y="3200400"/>
            <a:ext cx="4495800" cy="438150"/>
            <a:chOff x="202" y="2016"/>
            <a:chExt cx="2832" cy="276"/>
          </a:xfrm>
        </p:grpSpPr>
        <p:sp>
          <p:nvSpPr>
            <p:cNvPr id="8" name="Rectangle 58"/>
            <p:cNvSpPr>
              <a:spLocks noChangeArrowheads="1"/>
            </p:cNvSpPr>
            <p:nvPr/>
          </p:nvSpPr>
          <p:spPr bwMode="auto">
            <a:xfrm>
              <a:off x="141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 name="Rectangle 55"/>
            <p:cNvSpPr>
              <a:spLocks noChangeArrowheads="1"/>
            </p:cNvSpPr>
            <p:nvPr/>
          </p:nvSpPr>
          <p:spPr bwMode="auto">
            <a:xfrm>
              <a:off x="1617"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 name="Rectangle 52"/>
            <p:cNvSpPr>
              <a:spLocks noChangeArrowheads="1"/>
            </p:cNvSpPr>
            <p:nvPr/>
          </p:nvSpPr>
          <p:spPr bwMode="auto">
            <a:xfrm>
              <a:off x="182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1" name="Rectangle 49"/>
            <p:cNvSpPr>
              <a:spLocks noChangeArrowheads="1"/>
            </p:cNvSpPr>
            <p:nvPr/>
          </p:nvSpPr>
          <p:spPr bwMode="auto">
            <a:xfrm>
              <a:off x="202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2" name="Rectangle 46"/>
            <p:cNvSpPr>
              <a:spLocks noChangeArrowheads="1"/>
            </p:cNvSpPr>
            <p:nvPr/>
          </p:nvSpPr>
          <p:spPr bwMode="auto">
            <a:xfrm>
              <a:off x="120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3" name="Rectangle 43"/>
            <p:cNvSpPr>
              <a:spLocks noChangeArrowheads="1"/>
            </p:cNvSpPr>
            <p:nvPr/>
          </p:nvSpPr>
          <p:spPr bwMode="auto">
            <a:xfrm>
              <a:off x="99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4" name="Rectangle 40"/>
            <p:cNvSpPr>
              <a:spLocks noChangeArrowheads="1"/>
            </p:cNvSpPr>
            <p:nvPr/>
          </p:nvSpPr>
          <p:spPr bwMode="auto">
            <a:xfrm>
              <a:off x="223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5" name="Rectangle 5"/>
            <p:cNvSpPr>
              <a:spLocks noChangeArrowheads="1"/>
            </p:cNvSpPr>
            <p:nvPr/>
          </p:nvSpPr>
          <p:spPr bwMode="auto">
            <a:xfrm>
              <a:off x="244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 name="Rectangle 14"/>
            <p:cNvSpPr>
              <a:spLocks noChangeArrowheads="1"/>
            </p:cNvSpPr>
            <p:nvPr/>
          </p:nvSpPr>
          <p:spPr bwMode="auto">
            <a:xfrm>
              <a:off x="79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7" name="Rectangle 15"/>
            <p:cNvSpPr>
              <a:spLocks noChangeArrowheads="1"/>
            </p:cNvSpPr>
            <p:nvPr/>
          </p:nvSpPr>
          <p:spPr bwMode="auto">
            <a:xfrm>
              <a:off x="586" y="201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8" name="Line 17"/>
            <p:cNvSpPr>
              <a:spLocks noChangeShapeType="1"/>
            </p:cNvSpPr>
            <p:nvPr/>
          </p:nvSpPr>
          <p:spPr bwMode="auto">
            <a:xfrm>
              <a:off x="586" y="2016"/>
              <a:ext cx="2061" cy="0"/>
            </a:xfrm>
            <a:prstGeom prst="line">
              <a:avLst/>
            </a:prstGeom>
            <a:noFill/>
            <a:ln w="28575" cap="sq">
              <a:solidFill>
                <a:schemeClr val="tx1"/>
              </a:solidFill>
              <a:round/>
            </a:ln>
          </p:spPr>
          <p:txBody>
            <a:bodyPr/>
            <a:lstStyle/>
            <a:p>
              <a:endParaRPr lang="en-US"/>
            </a:p>
          </p:txBody>
        </p:sp>
        <p:sp>
          <p:nvSpPr>
            <p:cNvPr id="19" name="Line 18"/>
            <p:cNvSpPr>
              <a:spLocks noChangeShapeType="1"/>
            </p:cNvSpPr>
            <p:nvPr/>
          </p:nvSpPr>
          <p:spPr bwMode="auto">
            <a:xfrm>
              <a:off x="586" y="2288"/>
              <a:ext cx="2061" cy="0"/>
            </a:xfrm>
            <a:prstGeom prst="line">
              <a:avLst/>
            </a:prstGeom>
            <a:noFill/>
            <a:ln w="28575" cap="sq">
              <a:solidFill>
                <a:schemeClr val="tx1"/>
              </a:solidFill>
              <a:round/>
            </a:ln>
          </p:spPr>
          <p:txBody>
            <a:bodyPr/>
            <a:lstStyle/>
            <a:p>
              <a:endParaRPr lang="en-US"/>
            </a:p>
          </p:txBody>
        </p:sp>
        <p:sp>
          <p:nvSpPr>
            <p:cNvPr id="20" name="Line 19"/>
            <p:cNvSpPr>
              <a:spLocks noChangeShapeType="1"/>
            </p:cNvSpPr>
            <p:nvPr/>
          </p:nvSpPr>
          <p:spPr bwMode="auto">
            <a:xfrm>
              <a:off x="586" y="2016"/>
              <a:ext cx="0" cy="272"/>
            </a:xfrm>
            <a:prstGeom prst="line">
              <a:avLst/>
            </a:prstGeom>
            <a:noFill/>
            <a:ln w="28575" cap="sq">
              <a:solidFill>
                <a:schemeClr val="tx1"/>
              </a:solidFill>
              <a:round/>
            </a:ln>
          </p:spPr>
          <p:txBody>
            <a:bodyPr/>
            <a:lstStyle/>
            <a:p>
              <a:endParaRPr lang="en-US"/>
            </a:p>
          </p:txBody>
        </p:sp>
        <p:sp>
          <p:nvSpPr>
            <p:cNvPr id="21" name="Line 21"/>
            <p:cNvSpPr>
              <a:spLocks noChangeShapeType="1"/>
            </p:cNvSpPr>
            <p:nvPr/>
          </p:nvSpPr>
          <p:spPr bwMode="auto">
            <a:xfrm>
              <a:off x="793" y="2016"/>
              <a:ext cx="0" cy="272"/>
            </a:xfrm>
            <a:prstGeom prst="line">
              <a:avLst/>
            </a:prstGeom>
            <a:noFill/>
            <a:ln w="12700">
              <a:solidFill>
                <a:schemeClr val="tx1"/>
              </a:solidFill>
              <a:round/>
            </a:ln>
          </p:spPr>
          <p:txBody>
            <a:bodyPr/>
            <a:lstStyle/>
            <a:p>
              <a:endParaRPr lang="en-US"/>
            </a:p>
          </p:txBody>
        </p:sp>
        <p:sp>
          <p:nvSpPr>
            <p:cNvPr id="22" name="Line 22"/>
            <p:cNvSpPr>
              <a:spLocks noChangeShapeType="1"/>
            </p:cNvSpPr>
            <p:nvPr/>
          </p:nvSpPr>
          <p:spPr bwMode="auto">
            <a:xfrm>
              <a:off x="999" y="2016"/>
              <a:ext cx="0" cy="272"/>
            </a:xfrm>
            <a:prstGeom prst="line">
              <a:avLst/>
            </a:prstGeom>
            <a:noFill/>
            <a:ln w="12700">
              <a:solidFill>
                <a:schemeClr val="tx1"/>
              </a:solidFill>
              <a:round/>
            </a:ln>
          </p:spPr>
          <p:txBody>
            <a:bodyPr/>
            <a:lstStyle/>
            <a:p>
              <a:endParaRPr lang="en-US"/>
            </a:p>
          </p:txBody>
        </p:sp>
        <p:sp>
          <p:nvSpPr>
            <p:cNvPr id="23" name="Line 31"/>
            <p:cNvSpPr>
              <a:spLocks noChangeShapeType="1"/>
            </p:cNvSpPr>
            <p:nvPr/>
          </p:nvSpPr>
          <p:spPr bwMode="auto">
            <a:xfrm>
              <a:off x="2647" y="2016"/>
              <a:ext cx="0" cy="272"/>
            </a:xfrm>
            <a:prstGeom prst="line">
              <a:avLst/>
            </a:prstGeom>
            <a:noFill/>
            <a:ln w="28575" cap="sq">
              <a:solidFill>
                <a:schemeClr val="tx1"/>
              </a:solidFill>
              <a:round/>
            </a:ln>
          </p:spPr>
          <p:txBody>
            <a:bodyPr/>
            <a:lstStyle/>
            <a:p>
              <a:endParaRPr lang="en-US"/>
            </a:p>
          </p:txBody>
        </p:sp>
        <p:sp>
          <p:nvSpPr>
            <p:cNvPr id="24" name="Line 41"/>
            <p:cNvSpPr>
              <a:spLocks noChangeShapeType="1"/>
            </p:cNvSpPr>
            <p:nvPr/>
          </p:nvSpPr>
          <p:spPr bwMode="auto">
            <a:xfrm>
              <a:off x="2441" y="2016"/>
              <a:ext cx="0" cy="272"/>
            </a:xfrm>
            <a:prstGeom prst="line">
              <a:avLst/>
            </a:prstGeom>
            <a:noFill/>
            <a:ln w="12700">
              <a:solidFill>
                <a:schemeClr val="tx1"/>
              </a:solidFill>
              <a:round/>
            </a:ln>
          </p:spPr>
          <p:txBody>
            <a:bodyPr/>
            <a:lstStyle/>
            <a:p>
              <a:endParaRPr lang="en-US"/>
            </a:p>
          </p:txBody>
        </p:sp>
        <p:sp>
          <p:nvSpPr>
            <p:cNvPr id="25" name="Line 44"/>
            <p:cNvSpPr>
              <a:spLocks noChangeShapeType="1"/>
            </p:cNvSpPr>
            <p:nvPr/>
          </p:nvSpPr>
          <p:spPr bwMode="auto">
            <a:xfrm>
              <a:off x="1205" y="2016"/>
              <a:ext cx="0" cy="272"/>
            </a:xfrm>
            <a:prstGeom prst="line">
              <a:avLst/>
            </a:prstGeom>
            <a:noFill/>
            <a:ln w="12700">
              <a:solidFill>
                <a:schemeClr val="tx1"/>
              </a:solidFill>
              <a:round/>
            </a:ln>
          </p:spPr>
          <p:txBody>
            <a:bodyPr/>
            <a:lstStyle/>
            <a:p>
              <a:endParaRPr lang="en-US"/>
            </a:p>
          </p:txBody>
        </p:sp>
        <p:sp>
          <p:nvSpPr>
            <p:cNvPr id="26" name="Line 47"/>
            <p:cNvSpPr>
              <a:spLocks noChangeShapeType="1"/>
            </p:cNvSpPr>
            <p:nvPr/>
          </p:nvSpPr>
          <p:spPr bwMode="auto">
            <a:xfrm>
              <a:off x="1411" y="2016"/>
              <a:ext cx="0" cy="272"/>
            </a:xfrm>
            <a:prstGeom prst="line">
              <a:avLst/>
            </a:prstGeom>
            <a:noFill/>
            <a:ln w="12700">
              <a:solidFill>
                <a:schemeClr val="tx1"/>
              </a:solidFill>
              <a:round/>
            </a:ln>
          </p:spPr>
          <p:txBody>
            <a:bodyPr/>
            <a:lstStyle/>
            <a:p>
              <a:endParaRPr lang="en-US"/>
            </a:p>
          </p:txBody>
        </p:sp>
        <p:sp>
          <p:nvSpPr>
            <p:cNvPr id="27" name="Line 50"/>
            <p:cNvSpPr>
              <a:spLocks noChangeShapeType="1"/>
            </p:cNvSpPr>
            <p:nvPr/>
          </p:nvSpPr>
          <p:spPr bwMode="auto">
            <a:xfrm>
              <a:off x="2235" y="2016"/>
              <a:ext cx="0" cy="272"/>
            </a:xfrm>
            <a:prstGeom prst="line">
              <a:avLst/>
            </a:prstGeom>
            <a:noFill/>
            <a:ln w="12700">
              <a:solidFill>
                <a:schemeClr val="tx1"/>
              </a:solidFill>
              <a:round/>
            </a:ln>
          </p:spPr>
          <p:txBody>
            <a:bodyPr/>
            <a:lstStyle/>
            <a:p>
              <a:endParaRPr lang="en-US"/>
            </a:p>
          </p:txBody>
        </p:sp>
        <p:sp>
          <p:nvSpPr>
            <p:cNvPr id="28" name="Line 53"/>
            <p:cNvSpPr>
              <a:spLocks noChangeShapeType="1"/>
            </p:cNvSpPr>
            <p:nvPr/>
          </p:nvSpPr>
          <p:spPr bwMode="auto">
            <a:xfrm>
              <a:off x="2029" y="2016"/>
              <a:ext cx="0" cy="272"/>
            </a:xfrm>
            <a:prstGeom prst="line">
              <a:avLst/>
            </a:prstGeom>
            <a:noFill/>
            <a:ln w="12700">
              <a:solidFill>
                <a:schemeClr val="tx1"/>
              </a:solidFill>
              <a:round/>
            </a:ln>
          </p:spPr>
          <p:txBody>
            <a:bodyPr/>
            <a:lstStyle/>
            <a:p>
              <a:endParaRPr lang="en-US"/>
            </a:p>
          </p:txBody>
        </p:sp>
        <p:sp>
          <p:nvSpPr>
            <p:cNvPr id="29" name="Line 56"/>
            <p:cNvSpPr>
              <a:spLocks noChangeShapeType="1"/>
            </p:cNvSpPr>
            <p:nvPr/>
          </p:nvSpPr>
          <p:spPr bwMode="auto">
            <a:xfrm>
              <a:off x="1823" y="2016"/>
              <a:ext cx="0" cy="272"/>
            </a:xfrm>
            <a:prstGeom prst="line">
              <a:avLst/>
            </a:prstGeom>
            <a:noFill/>
            <a:ln w="12700">
              <a:solidFill>
                <a:schemeClr val="tx1"/>
              </a:solidFill>
              <a:round/>
            </a:ln>
          </p:spPr>
          <p:txBody>
            <a:bodyPr/>
            <a:lstStyle/>
            <a:p>
              <a:endParaRPr lang="en-US"/>
            </a:p>
          </p:txBody>
        </p:sp>
        <p:sp>
          <p:nvSpPr>
            <p:cNvPr id="30" name="Line 59"/>
            <p:cNvSpPr>
              <a:spLocks noChangeShapeType="1"/>
            </p:cNvSpPr>
            <p:nvPr/>
          </p:nvSpPr>
          <p:spPr bwMode="auto">
            <a:xfrm>
              <a:off x="1617" y="2016"/>
              <a:ext cx="0" cy="272"/>
            </a:xfrm>
            <a:prstGeom prst="line">
              <a:avLst/>
            </a:prstGeom>
            <a:noFill/>
            <a:ln w="12700">
              <a:solidFill>
                <a:schemeClr val="tx1"/>
              </a:solidFill>
              <a:round/>
            </a:ln>
          </p:spPr>
          <p:txBody>
            <a:bodyPr/>
            <a:lstStyle/>
            <a:p>
              <a:endParaRPr lang="en-US"/>
            </a:p>
          </p:txBody>
        </p:sp>
        <p:sp>
          <p:nvSpPr>
            <p:cNvPr id="31" name="Line 32"/>
            <p:cNvSpPr>
              <a:spLocks noChangeShapeType="1"/>
            </p:cNvSpPr>
            <p:nvPr/>
          </p:nvSpPr>
          <p:spPr bwMode="auto">
            <a:xfrm>
              <a:off x="202" y="2016"/>
              <a:ext cx="384" cy="0"/>
            </a:xfrm>
            <a:prstGeom prst="line">
              <a:avLst/>
            </a:prstGeom>
            <a:noFill/>
            <a:ln w="9525">
              <a:solidFill>
                <a:schemeClr val="tx1"/>
              </a:solidFill>
              <a:round/>
            </a:ln>
          </p:spPr>
          <p:txBody>
            <a:bodyPr wrap="none" anchor="ctr"/>
            <a:lstStyle/>
            <a:p>
              <a:endParaRPr lang="en-US"/>
            </a:p>
          </p:txBody>
        </p:sp>
        <p:sp>
          <p:nvSpPr>
            <p:cNvPr id="32" name="Line 33"/>
            <p:cNvSpPr>
              <a:spLocks noChangeShapeType="1"/>
            </p:cNvSpPr>
            <p:nvPr/>
          </p:nvSpPr>
          <p:spPr bwMode="auto">
            <a:xfrm>
              <a:off x="202" y="2292"/>
              <a:ext cx="384" cy="0"/>
            </a:xfrm>
            <a:prstGeom prst="line">
              <a:avLst/>
            </a:prstGeom>
            <a:noFill/>
            <a:ln w="9525">
              <a:solidFill>
                <a:schemeClr val="tx1"/>
              </a:solidFill>
              <a:round/>
            </a:ln>
          </p:spPr>
          <p:txBody>
            <a:bodyPr wrap="none" anchor="ctr"/>
            <a:lstStyle/>
            <a:p>
              <a:endParaRPr lang="en-US"/>
            </a:p>
          </p:txBody>
        </p:sp>
        <p:sp>
          <p:nvSpPr>
            <p:cNvPr id="33" name="Line 34"/>
            <p:cNvSpPr>
              <a:spLocks noChangeShapeType="1"/>
            </p:cNvSpPr>
            <p:nvPr/>
          </p:nvSpPr>
          <p:spPr bwMode="auto">
            <a:xfrm>
              <a:off x="2650" y="2016"/>
              <a:ext cx="384" cy="0"/>
            </a:xfrm>
            <a:prstGeom prst="line">
              <a:avLst/>
            </a:prstGeom>
            <a:noFill/>
            <a:ln w="9525">
              <a:solidFill>
                <a:schemeClr val="tx1"/>
              </a:solidFill>
              <a:round/>
            </a:ln>
          </p:spPr>
          <p:txBody>
            <a:bodyPr wrap="none" anchor="ctr"/>
            <a:lstStyle/>
            <a:p>
              <a:endParaRPr lang="en-US"/>
            </a:p>
          </p:txBody>
        </p:sp>
        <p:sp>
          <p:nvSpPr>
            <p:cNvPr id="34" name="Line 35"/>
            <p:cNvSpPr>
              <a:spLocks noChangeShapeType="1"/>
            </p:cNvSpPr>
            <p:nvPr/>
          </p:nvSpPr>
          <p:spPr bwMode="auto">
            <a:xfrm>
              <a:off x="2650" y="2256"/>
              <a:ext cx="384" cy="0"/>
            </a:xfrm>
            <a:prstGeom prst="line">
              <a:avLst/>
            </a:prstGeom>
            <a:noFill/>
            <a:ln w="9525">
              <a:solidFill>
                <a:schemeClr val="tx1"/>
              </a:solidFill>
              <a:round/>
            </a:ln>
          </p:spPr>
          <p:txBody>
            <a:bodyPr wrap="none" anchor="ctr"/>
            <a:lstStyle/>
            <a:p>
              <a:endParaRPr lang="en-US"/>
            </a:p>
          </p:txBody>
        </p:sp>
        <p:sp>
          <p:nvSpPr>
            <p:cNvPr id="35" name="Text Box 36"/>
            <p:cNvSpPr txBox="1">
              <a:spLocks noChangeArrowheads="1"/>
            </p:cNvSpPr>
            <p:nvPr/>
          </p:nvSpPr>
          <p:spPr bwMode="auto">
            <a:xfrm>
              <a:off x="310" y="2057"/>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36" name="Text Box 37"/>
            <p:cNvSpPr txBox="1">
              <a:spLocks noChangeArrowheads="1"/>
            </p:cNvSpPr>
            <p:nvPr/>
          </p:nvSpPr>
          <p:spPr bwMode="auto">
            <a:xfrm>
              <a:off x="2710" y="2045"/>
              <a:ext cx="244" cy="212"/>
            </a:xfrm>
            <a:prstGeom prst="rect">
              <a:avLst/>
            </a:prstGeom>
            <a:noFill/>
            <a:ln w="9525">
              <a:noFill/>
              <a:miter lim="800000"/>
            </a:ln>
          </p:spPr>
          <p:txBody>
            <a:bodyPr wrap="none">
              <a:spAutoFit/>
            </a:bodyPr>
            <a:lstStyle/>
            <a:p>
              <a:r>
                <a:rPr lang="en-US" sz="1600"/>
                <a:t>…</a:t>
              </a:r>
              <a:endParaRPr lang="en-US" sz="1600"/>
            </a:p>
          </p:txBody>
        </p:sp>
      </p:grpSp>
      <p:sp>
        <p:nvSpPr>
          <p:cNvPr id="215" name="Line 378"/>
          <p:cNvSpPr>
            <a:spLocks noChangeShapeType="1"/>
          </p:cNvSpPr>
          <p:nvPr/>
        </p:nvSpPr>
        <p:spPr bwMode="auto">
          <a:xfrm>
            <a:off x="1288910" y="2819400"/>
            <a:ext cx="76200" cy="304800"/>
          </a:xfrm>
          <a:prstGeom prst="line">
            <a:avLst/>
          </a:prstGeom>
          <a:noFill/>
          <a:ln w="9525">
            <a:solidFill>
              <a:schemeClr val="tx1"/>
            </a:solidFill>
            <a:round/>
            <a:tailEnd type="triangle" w="med" len="med"/>
          </a:ln>
        </p:spPr>
        <p:txBody>
          <a:bodyPr wrap="none"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思路分析：以</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000111</m:t>
                    </m:r>
                  </m:oMath>
                </a14:m>
                <a:r>
                  <a:rPr lang="zh-CN" altLang="en-US" dirty="0"/>
                  <a:t>为例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 name="Group 371"/>
          <p:cNvGrpSpPr/>
          <p:nvPr/>
        </p:nvGrpSpPr>
        <p:grpSpPr bwMode="auto">
          <a:xfrm>
            <a:off x="9385" y="3200400"/>
            <a:ext cx="4495800" cy="457200"/>
            <a:chOff x="202" y="2016"/>
            <a:chExt cx="2832" cy="288"/>
          </a:xfrm>
        </p:grpSpPr>
        <p:sp>
          <p:nvSpPr>
            <p:cNvPr id="8" name="Rectangle 58"/>
            <p:cNvSpPr>
              <a:spLocks noChangeArrowheads="1"/>
            </p:cNvSpPr>
            <p:nvPr/>
          </p:nvSpPr>
          <p:spPr bwMode="auto">
            <a:xfrm>
              <a:off x="141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 name="Rectangle 55"/>
            <p:cNvSpPr>
              <a:spLocks noChangeArrowheads="1"/>
            </p:cNvSpPr>
            <p:nvPr/>
          </p:nvSpPr>
          <p:spPr bwMode="auto">
            <a:xfrm>
              <a:off x="1617"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 name="Rectangle 52"/>
            <p:cNvSpPr>
              <a:spLocks noChangeArrowheads="1"/>
            </p:cNvSpPr>
            <p:nvPr/>
          </p:nvSpPr>
          <p:spPr bwMode="auto">
            <a:xfrm>
              <a:off x="182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1" name="Rectangle 49"/>
            <p:cNvSpPr>
              <a:spLocks noChangeArrowheads="1"/>
            </p:cNvSpPr>
            <p:nvPr/>
          </p:nvSpPr>
          <p:spPr bwMode="auto">
            <a:xfrm>
              <a:off x="202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2" name="Rectangle 46"/>
            <p:cNvSpPr>
              <a:spLocks noChangeArrowheads="1"/>
            </p:cNvSpPr>
            <p:nvPr/>
          </p:nvSpPr>
          <p:spPr bwMode="auto">
            <a:xfrm>
              <a:off x="120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3" name="Rectangle 43"/>
            <p:cNvSpPr>
              <a:spLocks noChangeArrowheads="1"/>
            </p:cNvSpPr>
            <p:nvPr/>
          </p:nvSpPr>
          <p:spPr bwMode="auto">
            <a:xfrm>
              <a:off x="99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4" name="Rectangle 40"/>
            <p:cNvSpPr>
              <a:spLocks noChangeArrowheads="1"/>
            </p:cNvSpPr>
            <p:nvPr/>
          </p:nvSpPr>
          <p:spPr bwMode="auto">
            <a:xfrm>
              <a:off x="223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5" name="Rectangle 5"/>
            <p:cNvSpPr>
              <a:spLocks noChangeArrowheads="1"/>
            </p:cNvSpPr>
            <p:nvPr/>
          </p:nvSpPr>
          <p:spPr bwMode="auto">
            <a:xfrm>
              <a:off x="244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 name="Rectangle 14"/>
            <p:cNvSpPr>
              <a:spLocks noChangeArrowheads="1"/>
            </p:cNvSpPr>
            <p:nvPr/>
          </p:nvSpPr>
          <p:spPr bwMode="auto">
            <a:xfrm>
              <a:off x="79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7" name="Rectangle 15"/>
            <p:cNvSpPr>
              <a:spLocks noChangeArrowheads="1"/>
            </p:cNvSpPr>
            <p:nvPr/>
          </p:nvSpPr>
          <p:spPr bwMode="auto">
            <a:xfrm>
              <a:off x="586" y="201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8" name="Line 17"/>
            <p:cNvSpPr>
              <a:spLocks noChangeShapeType="1"/>
            </p:cNvSpPr>
            <p:nvPr/>
          </p:nvSpPr>
          <p:spPr bwMode="auto">
            <a:xfrm>
              <a:off x="586" y="2016"/>
              <a:ext cx="2061" cy="0"/>
            </a:xfrm>
            <a:prstGeom prst="line">
              <a:avLst/>
            </a:prstGeom>
            <a:noFill/>
            <a:ln w="28575" cap="sq">
              <a:solidFill>
                <a:schemeClr val="tx1"/>
              </a:solidFill>
              <a:round/>
            </a:ln>
          </p:spPr>
          <p:txBody>
            <a:bodyPr/>
            <a:lstStyle/>
            <a:p>
              <a:endParaRPr lang="en-US"/>
            </a:p>
          </p:txBody>
        </p:sp>
        <p:sp>
          <p:nvSpPr>
            <p:cNvPr id="19" name="Line 18"/>
            <p:cNvSpPr>
              <a:spLocks noChangeShapeType="1"/>
            </p:cNvSpPr>
            <p:nvPr/>
          </p:nvSpPr>
          <p:spPr bwMode="auto">
            <a:xfrm>
              <a:off x="586" y="2288"/>
              <a:ext cx="2061" cy="0"/>
            </a:xfrm>
            <a:prstGeom prst="line">
              <a:avLst/>
            </a:prstGeom>
            <a:noFill/>
            <a:ln w="28575" cap="sq">
              <a:solidFill>
                <a:schemeClr val="tx1"/>
              </a:solidFill>
              <a:round/>
            </a:ln>
          </p:spPr>
          <p:txBody>
            <a:bodyPr/>
            <a:lstStyle/>
            <a:p>
              <a:endParaRPr lang="en-US"/>
            </a:p>
          </p:txBody>
        </p:sp>
        <p:sp>
          <p:nvSpPr>
            <p:cNvPr id="20" name="Line 19"/>
            <p:cNvSpPr>
              <a:spLocks noChangeShapeType="1"/>
            </p:cNvSpPr>
            <p:nvPr/>
          </p:nvSpPr>
          <p:spPr bwMode="auto">
            <a:xfrm>
              <a:off x="586" y="2016"/>
              <a:ext cx="0" cy="272"/>
            </a:xfrm>
            <a:prstGeom prst="line">
              <a:avLst/>
            </a:prstGeom>
            <a:noFill/>
            <a:ln w="28575" cap="sq">
              <a:solidFill>
                <a:schemeClr val="tx1"/>
              </a:solidFill>
              <a:round/>
            </a:ln>
          </p:spPr>
          <p:txBody>
            <a:bodyPr/>
            <a:lstStyle/>
            <a:p>
              <a:endParaRPr lang="en-US"/>
            </a:p>
          </p:txBody>
        </p:sp>
        <p:sp>
          <p:nvSpPr>
            <p:cNvPr id="21" name="Line 21"/>
            <p:cNvSpPr>
              <a:spLocks noChangeShapeType="1"/>
            </p:cNvSpPr>
            <p:nvPr/>
          </p:nvSpPr>
          <p:spPr bwMode="auto">
            <a:xfrm>
              <a:off x="793" y="2016"/>
              <a:ext cx="0" cy="272"/>
            </a:xfrm>
            <a:prstGeom prst="line">
              <a:avLst/>
            </a:prstGeom>
            <a:noFill/>
            <a:ln w="12700">
              <a:solidFill>
                <a:schemeClr val="tx1"/>
              </a:solidFill>
              <a:round/>
            </a:ln>
          </p:spPr>
          <p:txBody>
            <a:bodyPr/>
            <a:lstStyle/>
            <a:p>
              <a:endParaRPr lang="en-US"/>
            </a:p>
          </p:txBody>
        </p:sp>
        <p:sp>
          <p:nvSpPr>
            <p:cNvPr id="22" name="Line 22"/>
            <p:cNvSpPr>
              <a:spLocks noChangeShapeType="1"/>
            </p:cNvSpPr>
            <p:nvPr/>
          </p:nvSpPr>
          <p:spPr bwMode="auto">
            <a:xfrm>
              <a:off x="999" y="2016"/>
              <a:ext cx="0" cy="272"/>
            </a:xfrm>
            <a:prstGeom prst="line">
              <a:avLst/>
            </a:prstGeom>
            <a:noFill/>
            <a:ln w="12700">
              <a:solidFill>
                <a:schemeClr val="tx1"/>
              </a:solidFill>
              <a:round/>
            </a:ln>
          </p:spPr>
          <p:txBody>
            <a:bodyPr/>
            <a:lstStyle/>
            <a:p>
              <a:endParaRPr lang="en-US"/>
            </a:p>
          </p:txBody>
        </p:sp>
        <p:sp>
          <p:nvSpPr>
            <p:cNvPr id="23" name="Line 31"/>
            <p:cNvSpPr>
              <a:spLocks noChangeShapeType="1"/>
            </p:cNvSpPr>
            <p:nvPr/>
          </p:nvSpPr>
          <p:spPr bwMode="auto">
            <a:xfrm>
              <a:off x="2647" y="2016"/>
              <a:ext cx="0" cy="272"/>
            </a:xfrm>
            <a:prstGeom prst="line">
              <a:avLst/>
            </a:prstGeom>
            <a:noFill/>
            <a:ln w="28575" cap="sq">
              <a:solidFill>
                <a:schemeClr val="tx1"/>
              </a:solidFill>
              <a:round/>
            </a:ln>
          </p:spPr>
          <p:txBody>
            <a:bodyPr/>
            <a:lstStyle/>
            <a:p>
              <a:endParaRPr lang="en-US"/>
            </a:p>
          </p:txBody>
        </p:sp>
        <p:sp>
          <p:nvSpPr>
            <p:cNvPr id="24" name="Line 41"/>
            <p:cNvSpPr>
              <a:spLocks noChangeShapeType="1"/>
            </p:cNvSpPr>
            <p:nvPr/>
          </p:nvSpPr>
          <p:spPr bwMode="auto">
            <a:xfrm>
              <a:off x="2441" y="2016"/>
              <a:ext cx="0" cy="272"/>
            </a:xfrm>
            <a:prstGeom prst="line">
              <a:avLst/>
            </a:prstGeom>
            <a:noFill/>
            <a:ln w="12700">
              <a:solidFill>
                <a:schemeClr val="tx1"/>
              </a:solidFill>
              <a:round/>
            </a:ln>
          </p:spPr>
          <p:txBody>
            <a:bodyPr/>
            <a:lstStyle/>
            <a:p>
              <a:endParaRPr lang="en-US"/>
            </a:p>
          </p:txBody>
        </p:sp>
        <p:sp>
          <p:nvSpPr>
            <p:cNvPr id="25" name="Line 44"/>
            <p:cNvSpPr>
              <a:spLocks noChangeShapeType="1"/>
            </p:cNvSpPr>
            <p:nvPr/>
          </p:nvSpPr>
          <p:spPr bwMode="auto">
            <a:xfrm>
              <a:off x="1205" y="2016"/>
              <a:ext cx="0" cy="272"/>
            </a:xfrm>
            <a:prstGeom prst="line">
              <a:avLst/>
            </a:prstGeom>
            <a:noFill/>
            <a:ln w="12700">
              <a:solidFill>
                <a:schemeClr val="tx1"/>
              </a:solidFill>
              <a:round/>
            </a:ln>
          </p:spPr>
          <p:txBody>
            <a:bodyPr/>
            <a:lstStyle/>
            <a:p>
              <a:endParaRPr lang="en-US"/>
            </a:p>
          </p:txBody>
        </p:sp>
        <p:sp>
          <p:nvSpPr>
            <p:cNvPr id="26" name="Line 47"/>
            <p:cNvSpPr>
              <a:spLocks noChangeShapeType="1"/>
            </p:cNvSpPr>
            <p:nvPr/>
          </p:nvSpPr>
          <p:spPr bwMode="auto">
            <a:xfrm>
              <a:off x="1411" y="2016"/>
              <a:ext cx="0" cy="272"/>
            </a:xfrm>
            <a:prstGeom prst="line">
              <a:avLst/>
            </a:prstGeom>
            <a:noFill/>
            <a:ln w="12700">
              <a:solidFill>
                <a:schemeClr val="tx1"/>
              </a:solidFill>
              <a:round/>
            </a:ln>
          </p:spPr>
          <p:txBody>
            <a:bodyPr/>
            <a:lstStyle/>
            <a:p>
              <a:endParaRPr lang="en-US"/>
            </a:p>
          </p:txBody>
        </p:sp>
        <p:sp>
          <p:nvSpPr>
            <p:cNvPr id="27" name="Line 50"/>
            <p:cNvSpPr>
              <a:spLocks noChangeShapeType="1"/>
            </p:cNvSpPr>
            <p:nvPr/>
          </p:nvSpPr>
          <p:spPr bwMode="auto">
            <a:xfrm>
              <a:off x="2235" y="2016"/>
              <a:ext cx="0" cy="272"/>
            </a:xfrm>
            <a:prstGeom prst="line">
              <a:avLst/>
            </a:prstGeom>
            <a:noFill/>
            <a:ln w="12700">
              <a:solidFill>
                <a:schemeClr val="tx1"/>
              </a:solidFill>
              <a:round/>
            </a:ln>
          </p:spPr>
          <p:txBody>
            <a:bodyPr/>
            <a:lstStyle/>
            <a:p>
              <a:endParaRPr lang="en-US"/>
            </a:p>
          </p:txBody>
        </p:sp>
        <p:sp>
          <p:nvSpPr>
            <p:cNvPr id="28" name="Line 53"/>
            <p:cNvSpPr>
              <a:spLocks noChangeShapeType="1"/>
            </p:cNvSpPr>
            <p:nvPr/>
          </p:nvSpPr>
          <p:spPr bwMode="auto">
            <a:xfrm>
              <a:off x="2029" y="2016"/>
              <a:ext cx="0" cy="272"/>
            </a:xfrm>
            <a:prstGeom prst="line">
              <a:avLst/>
            </a:prstGeom>
            <a:noFill/>
            <a:ln w="12700">
              <a:solidFill>
                <a:schemeClr val="tx1"/>
              </a:solidFill>
              <a:round/>
            </a:ln>
          </p:spPr>
          <p:txBody>
            <a:bodyPr/>
            <a:lstStyle/>
            <a:p>
              <a:endParaRPr lang="en-US"/>
            </a:p>
          </p:txBody>
        </p:sp>
        <p:sp>
          <p:nvSpPr>
            <p:cNvPr id="29" name="Line 56"/>
            <p:cNvSpPr>
              <a:spLocks noChangeShapeType="1"/>
            </p:cNvSpPr>
            <p:nvPr/>
          </p:nvSpPr>
          <p:spPr bwMode="auto">
            <a:xfrm>
              <a:off x="1823" y="2016"/>
              <a:ext cx="0" cy="272"/>
            </a:xfrm>
            <a:prstGeom prst="line">
              <a:avLst/>
            </a:prstGeom>
            <a:noFill/>
            <a:ln w="12700">
              <a:solidFill>
                <a:schemeClr val="tx1"/>
              </a:solidFill>
              <a:round/>
            </a:ln>
          </p:spPr>
          <p:txBody>
            <a:bodyPr/>
            <a:lstStyle/>
            <a:p>
              <a:endParaRPr lang="en-US"/>
            </a:p>
          </p:txBody>
        </p:sp>
        <p:sp>
          <p:nvSpPr>
            <p:cNvPr id="30" name="Line 59"/>
            <p:cNvSpPr>
              <a:spLocks noChangeShapeType="1"/>
            </p:cNvSpPr>
            <p:nvPr/>
          </p:nvSpPr>
          <p:spPr bwMode="auto">
            <a:xfrm>
              <a:off x="1617" y="2016"/>
              <a:ext cx="0" cy="272"/>
            </a:xfrm>
            <a:prstGeom prst="line">
              <a:avLst/>
            </a:prstGeom>
            <a:noFill/>
            <a:ln w="12700">
              <a:solidFill>
                <a:schemeClr val="tx1"/>
              </a:solidFill>
              <a:round/>
            </a:ln>
          </p:spPr>
          <p:txBody>
            <a:bodyPr/>
            <a:lstStyle/>
            <a:p>
              <a:endParaRPr lang="en-US"/>
            </a:p>
          </p:txBody>
        </p:sp>
        <p:sp>
          <p:nvSpPr>
            <p:cNvPr id="31" name="Line 32"/>
            <p:cNvSpPr>
              <a:spLocks noChangeShapeType="1"/>
            </p:cNvSpPr>
            <p:nvPr/>
          </p:nvSpPr>
          <p:spPr bwMode="auto">
            <a:xfrm>
              <a:off x="202" y="2016"/>
              <a:ext cx="384" cy="0"/>
            </a:xfrm>
            <a:prstGeom prst="line">
              <a:avLst/>
            </a:prstGeom>
            <a:noFill/>
            <a:ln w="9525">
              <a:solidFill>
                <a:schemeClr val="tx1"/>
              </a:solidFill>
              <a:round/>
            </a:ln>
          </p:spPr>
          <p:txBody>
            <a:bodyPr wrap="none" anchor="ctr"/>
            <a:lstStyle/>
            <a:p>
              <a:endParaRPr lang="en-US"/>
            </a:p>
          </p:txBody>
        </p:sp>
        <p:sp>
          <p:nvSpPr>
            <p:cNvPr id="32" name="Line 33"/>
            <p:cNvSpPr>
              <a:spLocks noChangeShapeType="1"/>
            </p:cNvSpPr>
            <p:nvPr/>
          </p:nvSpPr>
          <p:spPr bwMode="auto">
            <a:xfrm>
              <a:off x="202" y="2304"/>
              <a:ext cx="384" cy="0"/>
            </a:xfrm>
            <a:prstGeom prst="line">
              <a:avLst/>
            </a:prstGeom>
            <a:noFill/>
            <a:ln w="9525">
              <a:solidFill>
                <a:schemeClr val="tx1"/>
              </a:solidFill>
              <a:round/>
            </a:ln>
          </p:spPr>
          <p:txBody>
            <a:bodyPr wrap="none" anchor="ctr"/>
            <a:lstStyle/>
            <a:p>
              <a:endParaRPr lang="en-US"/>
            </a:p>
          </p:txBody>
        </p:sp>
        <p:sp>
          <p:nvSpPr>
            <p:cNvPr id="33" name="Line 34"/>
            <p:cNvSpPr>
              <a:spLocks noChangeShapeType="1"/>
            </p:cNvSpPr>
            <p:nvPr/>
          </p:nvSpPr>
          <p:spPr bwMode="auto">
            <a:xfrm>
              <a:off x="2650" y="2016"/>
              <a:ext cx="384" cy="0"/>
            </a:xfrm>
            <a:prstGeom prst="line">
              <a:avLst/>
            </a:prstGeom>
            <a:noFill/>
            <a:ln w="9525">
              <a:solidFill>
                <a:schemeClr val="tx1"/>
              </a:solidFill>
              <a:round/>
            </a:ln>
          </p:spPr>
          <p:txBody>
            <a:bodyPr wrap="none" anchor="ctr"/>
            <a:lstStyle/>
            <a:p>
              <a:endParaRPr lang="en-US"/>
            </a:p>
          </p:txBody>
        </p:sp>
        <p:sp>
          <p:nvSpPr>
            <p:cNvPr id="34" name="Line 35"/>
            <p:cNvSpPr>
              <a:spLocks noChangeShapeType="1"/>
            </p:cNvSpPr>
            <p:nvPr/>
          </p:nvSpPr>
          <p:spPr bwMode="auto">
            <a:xfrm>
              <a:off x="2650" y="2256"/>
              <a:ext cx="384" cy="0"/>
            </a:xfrm>
            <a:prstGeom prst="line">
              <a:avLst/>
            </a:prstGeom>
            <a:noFill/>
            <a:ln w="9525">
              <a:solidFill>
                <a:schemeClr val="tx1"/>
              </a:solidFill>
              <a:round/>
            </a:ln>
          </p:spPr>
          <p:txBody>
            <a:bodyPr wrap="none" anchor="ctr"/>
            <a:lstStyle/>
            <a:p>
              <a:endParaRPr lang="en-US"/>
            </a:p>
          </p:txBody>
        </p:sp>
        <p:sp>
          <p:nvSpPr>
            <p:cNvPr id="35" name="Text Box 36"/>
            <p:cNvSpPr txBox="1">
              <a:spLocks noChangeArrowheads="1"/>
            </p:cNvSpPr>
            <p:nvPr/>
          </p:nvSpPr>
          <p:spPr bwMode="auto">
            <a:xfrm>
              <a:off x="310" y="2057"/>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36" name="Text Box 37"/>
            <p:cNvSpPr txBox="1">
              <a:spLocks noChangeArrowheads="1"/>
            </p:cNvSpPr>
            <p:nvPr/>
          </p:nvSpPr>
          <p:spPr bwMode="auto">
            <a:xfrm>
              <a:off x="2710" y="204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37" name="Group 372"/>
          <p:cNvGrpSpPr/>
          <p:nvPr/>
        </p:nvGrpSpPr>
        <p:grpSpPr bwMode="auto">
          <a:xfrm>
            <a:off x="9385" y="3962400"/>
            <a:ext cx="4495800" cy="457200"/>
            <a:chOff x="202" y="2496"/>
            <a:chExt cx="2832" cy="288"/>
          </a:xfrm>
        </p:grpSpPr>
        <p:sp>
          <p:nvSpPr>
            <p:cNvPr id="38" name="Rectangle 156"/>
            <p:cNvSpPr>
              <a:spLocks noChangeArrowheads="1"/>
            </p:cNvSpPr>
            <p:nvPr/>
          </p:nvSpPr>
          <p:spPr bwMode="auto">
            <a:xfrm>
              <a:off x="14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39" name="Rectangle 157"/>
            <p:cNvSpPr>
              <a:spLocks noChangeArrowheads="1"/>
            </p:cNvSpPr>
            <p:nvPr/>
          </p:nvSpPr>
          <p:spPr bwMode="auto">
            <a:xfrm>
              <a:off x="16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0" name="Rectangle 158"/>
            <p:cNvSpPr>
              <a:spLocks noChangeArrowheads="1"/>
            </p:cNvSpPr>
            <p:nvPr/>
          </p:nvSpPr>
          <p:spPr bwMode="auto">
            <a:xfrm>
              <a:off x="18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1" name="Rectangle 159"/>
            <p:cNvSpPr>
              <a:spLocks noChangeArrowheads="1"/>
            </p:cNvSpPr>
            <p:nvPr/>
          </p:nvSpPr>
          <p:spPr bwMode="auto">
            <a:xfrm>
              <a:off x="20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2" name="Rectangle 160"/>
            <p:cNvSpPr>
              <a:spLocks noChangeArrowheads="1"/>
            </p:cNvSpPr>
            <p:nvPr/>
          </p:nvSpPr>
          <p:spPr bwMode="auto">
            <a:xfrm>
              <a:off x="120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43" name="Rectangle 161"/>
            <p:cNvSpPr>
              <a:spLocks noChangeArrowheads="1"/>
            </p:cNvSpPr>
            <p:nvPr/>
          </p:nvSpPr>
          <p:spPr bwMode="auto">
            <a:xfrm>
              <a:off x="99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44" name="Rectangle 162"/>
            <p:cNvSpPr>
              <a:spLocks noChangeArrowheads="1"/>
            </p:cNvSpPr>
            <p:nvPr/>
          </p:nvSpPr>
          <p:spPr bwMode="auto">
            <a:xfrm>
              <a:off x="22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5" name="Rectangle 163"/>
            <p:cNvSpPr>
              <a:spLocks noChangeArrowheads="1"/>
            </p:cNvSpPr>
            <p:nvPr/>
          </p:nvSpPr>
          <p:spPr bwMode="auto">
            <a:xfrm>
              <a:off x="24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6" name="Rectangle 164"/>
            <p:cNvSpPr>
              <a:spLocks noChangeArrowheads="1"/>
            </p:cNvSpPr>
            <p:nvPr/>
          </p:nvSpPr>
          <p:spPr bwMode="auto">
            <a:xfrm>
              <a:off x="79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7" name="Rectangle 165"/>
            <p:cNvSpPr>
              <a:spLocks noChangeArrowheads="1"/>
            </p:cNvSpPr>
            <p:nvPr/>
          </p:nvSpPr>
          <p:spPr bwMode="auto">
            <a:xfrm>
              <a:off x="586"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8" name="Line 166"/>
            <p:cNvSpPr>
              <a:spLocks noChangeShapeType="1"/>
            </p:cNvSpPr>
            <p:nvPr/>
          </p:nvSpPr>
          <p:spPr bwMode="auto">
            <a:xfrm>
              <a:off x="586" y="2496"/>
              <a:ext cx="2061" cy="0"/>
            </a:xfrm>
            <a:prstGeom prst="line">
              <a:avLst/>
            </a:prstGeom>
            <a:noFill/>
            <a:ln w="28575" cap="sq">
              <a:solidFill>
                <a:schemeClr val="tx1"/>
              </a:solidFill>
              <a:round/>
            </a:ln>
          </p:spPr>
          <p:txBody>
            <a:bodyPr/>
            <a:lstStyle/>
            <a:p>
              <a:endParaRPr lang="en-US"/>
            </a:p>
          </p:txBody>
        </p:sp>
        <p:sp>
          <p:nvSpPr>
            <p:cNvPr id="49" name="Line 167"/>
            <p:cNvSpPr>
              <a:spLocks noChangeShapeType="1"/>
            </p:cNvSpPr>
            <p:nvPr/>
          </p:nvSpPr>
          <p:spPr bwMode="auto">
            <a:xfrm>
              <a:off x="586" y="2768"/>
              <a:ext cx="2061" cy="0"/>
            </a:xfrm>
            <a:prstGeom prst="line">
              <a:avLst/>
            </a:prstGeom>
            <a:noFill/>
            <a:ln w="28575" cap="sq">
              <a:solidFill>
                <a:schemeClr val="tx1"/>
              </a:solidFill>
              <a:round/>
            </a:ln>
          </p:spPr>
          <p:txBody>
            <a:bodyPr/>
            <a:lstStyle/>
            <a:p>
              <a:endParaRPr lang="en-US"/>
            </a:p>
          </p:txBody>
        </p:sp>
        <p:sp>
          <p:nvSpPr>
            <p:cNvPr id="50" name="Line 168"/>
            <p:cNvSpPr>
              <a:spLocks noChangeShapeType="1"/>
            </p:cNvSpPr>
            <p:nvPr/>
          </p:nvSpPr>
          <p:spPr bwMode="auto">
            <a:xfrm>
              <a:off x="586" y="2496"/>
              <a:ext cx="0" cy="272"/>
            </a:xfrm>
            <a:prstGeom prst="line">
              <a:avLst/>
            </a:prstGeom>
            <a:noFill/>
            <a:ln w="28575" cap="sq">
              <a:solidFill>
                <a:schemeClr val="tx1"/>
              </a:solidFill>
              <a:round/>
            </a:ln>
          </p:spPr>
          <p:txBody>
            <a:bodyPr/>
            <a:lstStyle/>
            <a:p>
              <a:endParaRPr lang="en-US"/>
            </a:p>
          </p:txBody>
        </p:sp>
        <p:sp>
          <p:nvSpPr>
            <p:cNvPr id="51" name="Line 169"/>
            <p:cNvSpPr>
              <a:spLocks noChangeShapeType="1"/>
            </p:cNvSpPr>
            <p:nvPr/>
          </p:nvSpPr>
          <p:spPr bwMode="auto">
            <a:xfrm>
              <a:off x="793" y="2496"/>
              <a:ext cx="0" cy="272"/>
            </a:xfrm>
            <a:prstGeom prst="line">
              <a:avLst/>
            </a:prstGeom>
            <a:noFill/>
            <a:ln w="12700">
              <a:solidFill>
                <a:schemeClr val="tx1"/>
              </a:solidFill>
              <a:round/>
            </a:ln>
          </p:spPr>
          <p:txBody>
            <a:bodyPr/>
            <a:lstStyle/>
            <a:p>
              <a:endParaRPr lang="en-US"/>
            </a:p>
          </p:txBody>
        </p:sp>
        <p:sp>
          <p:nvSpPr>
            <p:cNvPr id="52" name="Line 170"/>
            <p:cNvSpPr>
              <a:spLocks noChangeShapeType="1"/>
            </p:cNvSpPr>
            <p:nvPr/>
          </p:nvSpPr>
          <p:spPr bwMode="auto">
            <a:xfrm>
              <a:off x="999" y="2496"/>
              <a:ext cx="0" cy="272"/>
            </a:xfrm>
            <a:prstGeom prst="line">
              <a:avLst/>
            </a:prstGeom>
            <a:noFill/>
            <a:ln w="12700">
              <a:solidFill>
                <a:schemeClr val="tx1"/>
              </a:solidFill>
              <a:round/>
            </a:ln>
          </p:spPr>
          <p:txBody>
            <a:bodyPr/>
            <a:lstStyle/>
            <a:p>
              <a:endParaRPr lang="en-US"/>
            </a:p>
          </p:txBody>
        </p:sp>
        <p:sp>
          <p:nvSpPr>
            <p:cNvPr id="53" name="Line 171"/>
            <p:cNvSpPr>
              <a:spLocks noChangeShapeType="1"/>
            </p:cNvSpPr>
            <p:nvPr/>
          </p:nvSpPr>
          <p:spPr bwMode="auto">
            <a:xfrm>
              <a:off x="2647" y="2496"/>
              <a:ext cx="0" cy="272"/>
            </a:xfrm>
            <a:prstGeom prst="line">
              <a:avLst/>
            </a:prstGeom>
            <a:noFill/>
            <a:ln w="28575" cap="sq">
              <a:solidFill>
                <a:schemeClr val="tx1"/>
              </a:solidFill>
              <a:round/>
            </a:ln>
          </p:spPr>
          <p:txBody>
            <a:bodyPr/>
            <a:lstStyle/>
            <a:p>
              <a:endParaRPr lang="en-US"/>
            </a:p>
          </p:txBody>
        </p:sp>
        <p:sp>
          <p:nvSpPr>
            <p:cNvPr id="54" name="Line 172"/>
            <p:cNvSpPr>
              <a:spLocks noChangeShapeType="1"/>
            </p:cNvSpPr>
            <p:nvPr/>
          </p:nvSpPr>
          <p:spPr bwMode="auto">
            <a:xfrm>
              <a:off x="2441" y="2496"/>
              <a:ext cx="0" cy="272"/>
            </a:xfrm>
            <a:prstGeom prst="line">
              <a:avLst/>
            </a:prstGeom>
            <a:noFill/>
            <a:ln w="12700">
              <a:solidFill>
                <a:schemeClr val="tx1"/>
              </a:solidFill>
              <a:round/>
            </a:ln>
          </p:spPr>
          <p:txBody>
            <a:bodyPr/>
            <a:lstStyle/>
            <a:p>
              <a:endParaRPr lang="en-US"/>
            </a:p>
          </p:txBody>
        </p:sp>
        <p:sp>
          <p:nvSpPr>
            <p:cNvPr id="55" name="Line 173"/>
            <p:cNvSpPr>
              <a:spLocks noChangeShapeType="1"/>
            </p:cNvSpPr>
            <p:nvPr/>
          </p:nvSpPr>
          <p:spPr bwMode="auto">
            <a:xfrm>
              <a:off x="1205" y="2496"/>
              <a:ext cx="0" cy="272"/>
            </a:xfrm>
            <a:prstGeom prst="line">
              <a:avLst/>
            </a:prstGeom>
            <a:noFill/>
            <a:ln w="12700">
              <a:solidFill>
                <a:schemeClr val="tx1"/>
              </a:solidFill>
              <a:round/>
            </a:ln>
          </p:spPr>
          <p:txBody>
            <a:bodyPr/>
            <a:lstStyle/>
            <a:p>
              <a:endParaRPr lang="en-US"/>
            </a:p>
          </p:txBody>
        </p:sp>
        <p:sp>
          <p:nvSpPr>
            <p:cNvPr id="56" name="Line 174"/>
            <p:cNvSpPr>
              <a:spLocks noChangeShapeType="1"/>
            </p:cNvSpPr>
            <p:nvPr/>
          </p:nvSpPr>
          <p:spPr bwMode="auto">
            <a:xfrm>
              <a:off x="1411" y="2496"/>
              <a:ext cx="0" cy="272"/>
            </a:xfrm>
            <a:prstGeom prst="line">
              <a:avLst/>
            </a:prstGeom>
            <a:noFill/>
            <a:ln w="12700">
              <a:solidFill>
                <a:schemeClr val="tx1"/>
              </a:solidFill>
              <a:round/>
            </a:ln>
          </p:spPr>
          <p:txBody>
            <a:bodyPr/>
            <a:lstStyle/>
            <a:p>
              <a:endParaRPr lang="en-US"/>
            </a:p>
          </p:txBody>
        </p:sp>
        <p:sp>
          <p:nvSpPr>
            <p:cNvPr id="57" name="Line 175"/>
            <p:cNvSpPr>
              <a:spLocks noChangeShapeType="1"/>
            </p:cNvSpPr>
            <p:nvPr/>
          </p:nvSpPr>
          <p:spPr bwMode="auto">
            <a:xfrm>
              <a:off x="2235" y="2496"/>
              <a:ext cx="0" cy="272"/>
            </a:xfrm>
            <a:prstGeom prst="line">
              <a:avLst/>
            </a:prstGeom>
            <a:noFill/>
            <a:ln w="12700">
              <a:solidFill>
                <a:schemeClr val="tx1"/>
              </a:solidFill>
              <a:round/>
            </a:ln>
          </p:spPr>
          <p:txBody>
            <a:bodyPr/>
            <a:lstStyle/>
            <a:p>
              <a:endParaRPr lang="en-US"/>
            </a:p>
          </p:txBody>
        </p:sp>
        <p:sp>
          <p:nvSpPr>
            <p:cNvPr id="58" name="Line 176"/>
            <p:cNvSpPr>
              <a:spLocks noChangeShapeType="1"/>
            </p:cNvSpPr>
            <p:nvPr/>
          </p:nvSpPr>
          <p:spPr bwMode="auto">
            <a:xfrm>
              <a:off x="2029" y="2496"/>
              <a:ext cx="0" cy="272"/>
            </a:xfrm>
            <a:prstGeom prst="line">
              <a:avLst/>
            </a:prstGeom>
            <a:noFill/>
            <a:ln w="12700">
              <a:solidFill>
                <a:schemeClr val="tx1"/>
              </a:solidFill>
              <a:round/>
            </a:ln>
          </p:spPr>
          <p:txBody>
            <a:bodyPr/>
            <a:lstStyle/>
            <a:p>
              <a:endParaRPr lang="en-US"/>
            </a:p>
          </p:txBody>
        </p:sp>
        <p:sp>
          <p:nvSpPr>
            <p:cNvPr id="59" name="Line 177"/>
            <p:cNvSpPr>
              <a:spLocks noChangeShapeType="1"/>
            </p:cNvSpPr>
            <p:nvPr/>
          </p:nvSpPr>
          <p:spPr bwMode="auto">
            <a:xfrm>
              <a:off x="1823" y="2496"/>
              <a:ext cx="0" cy="272"/>
            </a:xfrm>
            <a:prstGeom prst="line">
              <a:avLst/>
            </a:prstGeom>
            <a:noFill/>
            <a:ln w="12700">
              <a:solidFill>
                <a:schemeClr val="tx1"/>
              </a:solidFill>
              <a:round/>
            </a:ln>
          </p:spPr>
          <p:txBody>
            <a:bodyPr/>
            <a:lstStyle/>
            <a:p>
              <a:endParaRPr lang="en-US"/>
            </a:p>
          </p:txBody>
        </p:sp>
        <p:sp>
          <p:nvSpPr>
            <p:cNvPr id="60" name="Line 178"/>
            <p:cNvSpPr>
              <a:spLocks noChangeShapeType="1"/>
            </p:cNvSpPr>
            <p:nvPr/>
          </p:nvSpPr>
          <p:spPr bwMode="auto">
            <a:xfrm>
              <a:off x="1617" y="2496"/>
              <a:ext cx="0" cy="272"/>
            </a:xfrm>
            <a:prstGeom prst="line">
              <a:avLst/>
            </a:prstGeom>
            <a:noFill/>
            <a:ln w="12700">
              <a:solidFill>
                <a:schemeClr val="tx1"/>
              </a:solidFill>
              <a:round/>
            </a:ln>
          </p:spPr>
          <p:txBody>
            <a:bodyPr/>
            <a:lstStyle/>
            <a:p>
              <a:endParaRPr lang="en-US"/>
            </a:p>
          </p:txBody>
        </p:sp>
        <p:sp>
          <p:nvSpPr>
            <p:cNvPr id="61" name="Line 179"/>
            <p:cNvSpPr>
              <a:spLocks noChangeShapeType="1"/>
            </p:cNvSpPr>
            <p:nvPr/>
          </p:nvSpPr>
          <p:spPr bwMode="auto">
            <a:xfrm>
              <a:off x="202" y="2496"/>
              <a:ext cx="384" cy="0"/>
            </a:xfrm>
            <a:prstGeom prst="line">
              <a:avLst/>
            </a:prstGeom>
            <a:noFill/>
            <a:ln w="9525">
              <a:solidFill>
                <a:schemeClr val="tx1"/>
              </a:solidFill>
              <a:round/>
            </a:ln>
          </p:spPr>
          <p:txBody>
            <a:bodyPr wrap="none" anchor="ctr"/>
            <a:lstStyle/>
            <a:p>
              <a:endParaRPr lang="en-US"/>
            </a:p>
          </p:txBody>
        </p:sp>
        <p:sp>
          <p:nvSpPr>
            <p:cNvPr id="62" name="Line 180"/>
            <p:cNvSpPr>
              <a:spLocks noChangeShapeType="1"/>
            </p:cNvSpPr>
            <p:nvPr/>
          </p:nvSpPr>
          <p:spPr bwMode="auto">
            <a:xfrm>
              <a:off x="202" y="2784"/>
              <a:ext cx="384" cy="0"/>
            </a:xfrm>
            <a:prstGeom prst="line">
              <a:avLst/>
            </a:prstGeom>
            <a:noFill/>
            <a:ln w="9525">
              <a:solidFill>
                <a:schemeClr val="tx1"/>
              </a:solidFill>
              <a:round/>
            </a:ln>
          </p:spPr>
          <p:txBody>
            <a:bodyPr wrap="none" anchor="ctr"/>
            <a:lstStyle/>
            <a:p>
              <a:endParaRPr lang="en-US"/>
            </a:p>
          </p:txBody>
        </p:sp>
        <p:sp>
          <p:nvSpPr>
            <p:cNvPr id="63" name="Line 181"/>
            <p:cNvSpPr>
              <a:spLocks noChangeShapeType="1"/>
            </p:cNvSpPr>
            <p:nvPr/>
          </p:nvSpPr>
          <p:spPr bwMode="auto">
            <a:xfrm>
              <a:off x="2650" y="2496"/>
              <a:ext cx="384" cy="0"/>
            </a:xfrm>
            <a:prstGeom prst="line">
              <a:avLst/>
            </a:prstGeom>
            <a:noFill/>
            <a:ln w="9525">
              <a:solidFill>
                <a:schemeClr val="tx1"/>
              </a:solidFill>
              <a:round/>
            </a:ln>
          </p:spPr>
          <p:txBody>
            <a:bodyPr wrap="none" anchor="ctr"/>
            <a:lstStyle/>
            <a:p>
              <a:endParaRPr lang="en-US"/>
            </a:p>
          </p:txBody>
        </p:sp>
        <p:sp>
          <p:nvSpPr>
            <p:cNvPr id="64" name="Line 182"/>
            <p:cNvSpPr>
              <a:spLocks noChangeShapeType="1"/>
            </p:cNvSpPr>
            <p:nvPr/>
          </p:nvSpPr>
          <p:spPr bwMode="auto">
            <a:xfrm>
              <a:off x="2640" y="2736"/>
              <a:ext cx="394" cy="0"/>
            </a:xfrm>
            <a:prstGeom prst="line">
              <a:avLst/>
            </a:prstGeom>
            <a:noFill/>
            <a:ln w="9525">
              <a:solidFill>
                <a:schemeClr val="tx1"/>
              </a:solidFill>
              <a:round/>
            </a:ln>
          </p:spPr>
          <p:txBody>
            <a:bodyPr wrap="none" anchor="ctr"/>
            <a:lstStyle/>
            <a:p>
              <a:endParaRPr lang="en-US"/>
            </a:p>
          </p:txBody>
        </p:sp>
        <p:sp>
          <p:nvSpPr>
            <p:cNvPr id="65" name="Text Box 183"/>
            <p:cNvSpPr txBox="1">
              <a:spLocks noChangeArrowheads="1"/>
            </p:cNvSpPr>
            <p:nvPr/>
          </p:nvSpPr>
          <p:spPr bwMode="auto">
            <a:xfrm>
              <a:off x="284" y="2549"/>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66" name="Text Box 184"/>
            <p:cNvSpPr txBox="1">
              <a:spLocks noChangeArrowheads="1"/>
            </p:cNvSpPr>
            <p:nvPr/>
          </p:nvSpPr>
          <p:spPr bwMode="auto">
            <a:xfrm>
              <a:off x="2710" y="2525"/>
              <a:ext cx="244" cy="212"/>
            </a:xfrm>
            <a:prstGeom prst="rect">
              <a:avLst/>
            </a:prstGeom>
            <a:noFill/>
            <a:ln w="9525">
              <a:noFill/>
              <a:miter lim="800000"/>
            </a:ln>
          </p:spPr>
          <p:txBody>
            <a:bodyPr wrap="none">
              <a:spAutoFit/>
            </a:bodyPr>
            <a:lstStyle/>
            <a:p>
              <a:r>
                <a:rPr lang="en-US" sz="1600"/>
                <a:t>…</a:t>
              </a:r>
              <a:endParaRPr lang="en-US" sz="1600"/>
            </a:p>
          </p:txBody>
        </p:sp>
      </p:grpSp>
      <p:sp>
        <p:nvSpPr>
          <p:cNvPr id="215" name="Line 378"/>
          <p:cNvSpPr>
            <a:spLocks noChangeShapeType="1"/>
          </p:cNvSpPr>
          <p:nvPr/>
        </p:nvSpPr>
        <p:spPr bwMode="auto">
          <a:xfrm>
            <a:off x="12889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1" name="Line 414"/>
          <p:cNvSpPr>
            <a:spLocks noChangeShapeType="1"/>
          </p:cNvSpPr>
          <p:nvPr/>
        </p:nvSpPr>
        <p:spPr bwMode="auto">
          <a:xfrm>
            <a:off x="1365110" y="3657600"/>
            <a:ext cx="76200" cy="304800"/>
          </a:xfrm>
          <a:prstGeom prst="line">
            <a:avLst/>
          </a:prstGeom>
          <a:noFill/>
          <a:ln w="9525">
            <a:solidFill>
              <a:schemeClr val="tx1"/>
            </a:solidFill>
            <a:round/>
            <a:tailEnd type="triangle" w="med" len="med"/>
          </a:ln>
        </p:spPr>
        <p:txBody>
          <a:bodyPr wrap="none" anchor="ct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思路分析：以</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000111</m:t>
                    </m:r>
                  </m:oMath>
                </a14:m>
                <a:r>
                  <a:rPr lang="zh-CN" altLang="en-US" dirty="0"/>
                  <a:t>为例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 name="Group 371"/>
          <p:cNvGrpSpPr/>
          <p:nvPr/>
        </p:nvGrpSpPr>
        <p:grpSpPr bwMode="auto">
          <a:xfrm>
            <a:off x="9385" y="3200400"/>
            <a:ext cx="4495800" cy="457200"/>
            <a:chOff x="202" y="2016"/>
            <a:chExt cx="2832" cy="288"/>
          </a:xfrm>
        </p:grpSpPr>
        <p:sp>
          <p:nvSpPr>
            <p:cNvPr id="8" name="Rectangle 58"/>
            <p:cNvSpPr>
              <a:spLocks noChangeArrowheads="1"/>
            </p:cNvSpPr>
            <p:nvPr/>
          </p:nvSpPr>
          <p:spPr bwMode="auto">
            <a:xfrm>
              <a:off x="141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 name="Rectangle 55"/>
            <p:cNvSpPr>
              <a:spLocks noChangeArrowheads="1"/>
            </p:cNvSpPr>
            <p:nvPr/>
          </p:nvSpPr>
          <p:spPr bwMode="auto">
            <a:xfrm>
              <a:off x="1617"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 name="Rectangle 52"/>
            <p:cNvSpPr>
              <a:spLocks noChangeArrowheads="1"/>
            </p:cNvSpPr>
            <p:nvPr/>
          </p:nvSpPr>
          <p:spPr bwMode="auto">
            <a:xfrm>
              <a:off x="182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1" name="Rectangle 49"/>
            <p:cNvSpPr>
              <a:spLocks noChangeArrowheads="1"/>
            </p:cNvSpPr>
            <p:nvPr/>
          </p:nvSpPr>
          <p:spPr bwMode="auto">
            <a:xfrm>
              <a:off x="202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2" name="Rectangle 46"/>
            <p:cNvSpPr>
              <a:spLocks noChangeArrowheads="1"/>
            </p:cNvSpPr>
            <p:nvPr/>
          </p:nvSpPr>
          <p:spPr bwMode="auto">
            <a:xfrm>
              <a:off x="120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3" name="Rectangle 43"/>
            <p:cNvSpPr>
              <a:spLocks noChangeArrowheads="1"/>
            </p:cNvSpPr>
            <p:nvPr/>
          </p:nvSpPr>
          <p:spPr bwMode="auto">
            <a:xfrm>
              <a:off x="99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4" name="Rectangle 40"/>
            <p:cNvSpPr>
              <a:spLocks noChangeArrowheads="1"/>
            </p:cNvSpPr>
            <p:nvPr/>
          </p:nvSpPr>
          <p:spPr bwMode="auto">
            <a:xfrm>
              <a:off x="223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5" name="Rectangle 5"/>
            <p:cNvSpPr>
              <a:spLocks noChangeArrowheads="1"/>
            </p:cNvSpPr>
            <p:nvPr/>
          </p:nvSpPr>
          <p:spPr bwMode="auto">
            <a:xfrm>
              <a:off x="244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 name="Rectangle 14"/>
            <p:cNvSpPr>
              <a:spLocks noChangeArrowheads="1"/>
            </p:cNvSpPr>
            <p:nvPr/>
          </p:nvSpPr>
          <p:spPr bwMode="auto">
            <a:xfrm>
              <a:off x="79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7" name="Rectangle 15"/>
            <p:cNvSpPr>
              <a:spLocks noChangeArrowheads="1"/>
            </p:cNvSpPr>
            <p:nvPr/>
          </p:nvSpPr>
          <p:spPr bwMode="auto">
            <a:xfrm>
              <a:off x="586" y="201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8" name="Line 17"/>
            <p:cNvSpPr>
              <a:spLocks noChangeShapeType="1"/>
            </p:cNvSpPr>
            <p:nvPr/>
          </p:nvSpPr>
          <p:spPr bwMode="auto">
            <a:xfrm>
              <a:off x="586" y="2016"/>
              <a:ext cx="2061" cy="0"/>
            </a:xfrm>
            <a:prstGeom prst="line">
              <a:avLst/>
            </a:prstGeom>
            <a:noFill/>
            <a:ln w="28575" cap="sq">
              <a:solidFill>
                <a:schemeClr val="tx1"/>
              </a:solidFill>
              <a:round/>
            </a:ln>
          </p:spPr>
          <p:txBody>
            <a:bodyPr/>
            <a:lstStyle/>
            <a:p>
              <a:endParaRPr lang="en-US"/>
            </a:p>
          </p:txBody>
        </p:sp>
        <p:sp>
          <p:nvSpPr>
            <p:cNvPr id="19" name="Line 18"/>
            <p:cNvSpPr>
              <a:spLocks noChangeShapeType="1"/>
            </p:cNvSpPr>
            <p:nvPr/>
          </p:nvSpPr>
          <p:spPr bwMode="auto">
            <a:xfrm>
              <a:off x="586" y="2288"/>
              <a:ext cx="2061" cy="0"/>
            </a:xfrm>
            <a:prstGeom prst="line">
              <a:avLst/>
            </a:prstGeom>
            <a:noFill/>
            <a:ln w="28575" cap="sq">
              <a:solidFill>
                <a:schemeClr val="tx1"/>
              </a:solidFill>
              <a:round/>
            </a:ln>
          </p:spPr>
          <p:txBody>
            <a:bodyPr/>
            <a:lstStyle/>
            <a:p>
              <a:endParaRPr lang="en-US"/>
            </a:p>
          </p:txBody>
        </p:sp>
        <p:sp>
          <p:nvSpPr>
            <p:cNvPr id="20" name="Line 19"/>
            <p:cNvSpPr>
              <a:spLocks noChangeShapeType="1"/>
            </p:cNvSpPr>
            <p:nvPr/>
          </p:nvSpPr>
          <p:spPr bwMode="auto">
            <a:xfrm>
              <a:off x="586" y="2016"/>
              <a:ext cx="0" cy="272"/>
            </a:xfrm>
            <a:prstGeom prst="line">
              <a:avLst/>
            </a:prstGeom>
            <a:noFill/>
            <a:ln w="28575" cap="sq">
              <a:solidFill>
                <a:schemeClr val="tx1"/>
              </a:solidFill>
              <a:round/>
            </a:ln>
          </p:spPr>
          <p:txBody>
            <a:bodyPr/>
            <a:lstStyle/>
            <a:p>
              <a:endParaRPr lang="en-US"/>
            </a:p>
          </p:txBody>
        </p:sp>
        <p:sp>
          <p:nvSpPr>
            <p:cNvPr id="21" name="Line 21"/>
            <p:cNvSpPr>
              <a:spLocks noChangeShapeType="1"/>
            </p:cNvSpPr>
            <p:nvPr/>
          </p:nvSpPr>
          <p:spPr bwMode="auto">
            <a:xfrm>
              <a:off x="793" y="2016"/>
              <a:ext cx="0" cy="272"/>
            </a:xfrm>
            <a:prstGeom prst="line">
              <a:avLst/>
            </a:prstGeom>
            <a:noFill/>
            <a:ln w="12700">
              <a:solidFill>
                <a:schemeClr val="tx1"/>
              </a:solidFill>
              <a:round/>
            </a:ln>
          </p:spPr>
          <p:txBody>
            <a:bodyPr/>
            <a:lstStyle/>
            <a:p>
              <a:endParaRPr lang="en-US"/>
            </a:p>
          </p:txBody>
        </p:sp>
        <p:sp>
          <p:nvSpPr>
            <p:cNvPr id="22" name="Line 22"/>
            <p:cNvSpPr>
              <a:spLocks noChangeShapeType="1"/>
            </p:cNvSpPr>
            <p:nvPr/>
          </p:nvSpPr>
          <p:spPr bwMode="auto">
            <a:xfrm>
              <a:off x="999" y="2016"/>
              <a:ext cx="0" cy="272"/>
            </a:xfrm>
            <a:prstGeom prst="line">
              <a:avLst/>
            </a:prstGeom>
            <a:noFill/>
            <a:ln w="12700">
              <a:solidFill>
                <a:schemeClr val="tx1"/>
              </a:solidFill>
              <a:round/>
            </a:ln>
          </p:spPr>
          <p:txBody>
            <a:bodyPr/>
            <a:lstStyle/>
            <a:p>
              <a:endParaRPr lang="en-US"/>
            </a:p>
          </p:txBody>
        </p:sp>
        <p:sp>
          <p:nvSpPr>
            <p:cNvPr id="23" name="Line 31"/>
            <p:cNvSpPr>
              <a:spLocks noChangeShapeType="1"/>
            </p:cNvSpPr>
            <p:nvPr/>
          </p:nvSpPr>
          <p:spPr bwMode="auto">
            <a:xfrm>
              <a:off x="2647" y="2016"/>
              <a:ext cx="0" cy="272"/>
            </a:xfrm>
            <a:prstGeom prst="line">
              <a:avLst/>
            </a:prstGeom>
            <a:noFill/>
            <a:ln w="28575" cap="sq">
              <a:solidFill>
                <a:schemeClr val="tx1"/>
              </a:solidFill>
              <a:round/>
            </a:ln>
          </p:spPr>
          <p:txBody>
            <a:bodyPr/>
            <a:lstStyle/>
            <a:p>
              <a:endParaRPr lang="en-US"/>
            </a:p>
          </p:txBody>
        </p:sp>
        <p:sp>
          <p:nvSpPr>
            <p:cNvPr id="24" name="Line 41"/>
            <p:cNvSpPr>
              <a:spLocks noChangeShapeType="1"/>
            </p:cNvSpPr>
            <p:nvPr/>
          </p:nvSpPr>
          <p:spPr bwMode="auto">
            <a:xfrm>
              <a:off x="2441" y="2016"/>
              <a:ext cx="0" cy="272"/>
            </a:xfrm>
            <a:prstGeom prst="line">
              <a:avLst/>
            </a:prstGeom>
            <a:noFill/>
            <a:ln w="12700">
              <a:solidFill>
                <a:schemeClr val="tx1"/>
              </a:solidFill>
              <a:round/>
            </a:ln>
          </p:spPr>
          <p:txBody>
            <a:bodyPr/>
            <a:lstStyle/>
            <a:p>
              <a:endParaRPr lang="en-US"/>
            </a:p>
          </p:txBody>
        </p:sp>
        <p:sp>
          <p:nvSpPr>
            <p:cNvPr id="25" name="Line 44"/>
            <p:cNvSpPr>
              <a:spLocks noChangeShapeType="1"/>
            </p:cNvSpPr>
            <p:nvPr/>
          </p:nvSpPr>
          <p:spPr bwMode="auto">
            <a:xfrm>
              <a:off x="1205" y="2016"/>
              <a:ext cx="0" cy="272"/>
            </a:xfrm>
            <a:prstGeom prst="line">
              <a:avLst/>
            </a:prstGeom>
            <a:noFill/>
            <a:ln w="12700">
              <a:solidFill>
                <a:schemeClr val="tx1"/>
              </a:solidFill>
              <a:round/>
            </a:ln>
          </p:spPr>
          <p:txBody>
            <a:bodyPr/>
            <a:lstStyle/>
            <a:p>
              <a:endParaRPr lang="en-US"/>
            </a:p>
          </p:txBody>
        </p:sp>
        <p:sp>
          <p:nvSpPr>
            <p:cNvPr id="26" name="Line 47"/>
            <p:cNvSpPr>
              <a:spLocks noChangeShapeType="1"/>
            </p:cNvSpPr>
            <p:nvPr/>
          </p:nvSpPr>
          <p:spPr bwMode="auto">
            <a:xfrm>
              <a:off x="1411" y="2016"/>
              <a:ext cx="0" cy="272"/>
            </a:xfrm>
            <a:prstGeom prst="line">
              <a:avLst/>
            </a:prstGeom>
            <a:noFill/>
            <a:ln w="12700">
              <a:solidFill>
                <a:schemeClr val="tx1"/>
              </a:solidFill>
              <a:round/>
            </a:ln>
          </p:spPr>
          <p:txBody>
            <a:bodyPr/>
            <a:lstStyle/>
            <a:p>
              <a:endParaRPr lang="en-US"/>
            </a:p>
          </p:txBody>
        </p:sp>
        <p:sp>
          <p:nvSpPr>
            <p:cNvPr id="27" name="Line 50"/>
            <p:cNvSpPr>
              <a:spLocks noChangeShapeType="1"/>
            </p:cNvSpPr>
            <p:nvPr/>
          </p:nvSpPr>
          <p:spPr bwMode="auto">
            <a:xfrm>
              <a:off x="2235" y="2016"/>
              <a:ext cx="0" cy="272"/>
            </a:xfrm>
            <a:prstGeom prst="line">
              <a:avLst/>
            </a:prstGeom>
            <a:noFill/>
            <a:ln w="12700">
              <a:solidFill>
                <a:schemeClr val="tx1"/>
              </a:solidFill>
              <a:round/>
            </a:ln>
          </p:spPr>
          <p:txBody>
            <a:bodyPr/>
            <a:lstStyle/>
            <a:p>
              <a:endParaRPr lang="en-US"/>
            </a:p>
          </p:txBody>
        </p:sp>
        <p:sp>
          <p:nvSpPr>
            <p:cNvPr id="28" name="Line 53"/>
            <p:cNvSpPr>
              <a:spLocks noChangeShapeType="1"/>
            </p:cNvSpPr>
            <p:nvPr/>
          </p:nvSpPr>
          <p:spPr bwMode="auto">
            <a:xfrm>
              <a:off x="2029" y="2016"/>
              <a:ext cx="0" cy="272"/>
            </a:xfrm>
            <a:prstGeom prst="line">
              <a:avLst/>
            </a:prstGeom>
            <a:noFill/>
            <a:ln w="12700">
              <a:solidFill>
                <a:schemeClr val="tx1"/>
              </a:solidFill>
              <a:round/>
            </a:ln>
          </p:spPr>
          <p:txBody>
            <a:bodyPr/>
            <a:lstStyle/>
            <a:p>
              <a:endParaRPr lang="en-US"/>
            </a:p>
          </p:txBody>
        </p:sp>
        <p:sp>
          <p:nvSpPr>
            <p:cNvPr id="29" name="Line 56"/>
            <p:cNvSpPr>
              <a:spLocks noChangeShapeType="1"/>
            </p:cNvSpPr>
            <p:nvPr/>
          </p:nvSpPr>
          <p:spPr bwMode="auto">
            <a:xfrm>
              <a:off x="1823" y="2016"/>
              <a:ext cx="0" cy="272"/>
            </a:xfrm>
            <a:prstGeom prst="line">
              <a:avLst/>
            </a:prstGeom>
            <a:noFill/>
            <a:ln w="12700">
              <a:solidFill>
                <a:schemeClr val="tx1"/>
              </a:solidFill>
              <a:round/>
            </a:ln>
          </p:spPr>
          <p:txBody>
            <a:bodyPr/>
            <a:lstStyle/>
            <a:p>
              <a:endParaRPr lang="en-US"/>
            </a:p>
          </p:txBody>
        </p:sp>
        <p:sp>
          <p:nvSpPr>
            <p:cNvPr id="30" name="Line 59"/>
            <p:cNvSpPr>
              <a:spLocks noChangeShapeType="1"/>
            </p:cNvSpPr>
            <p:nvPr/>
          </p:nvSpPr>
          <p:spPr bwMode="auto">
            <a:xfrm>
              <a:off x="1617" y="2016"/>
              <a:ext cx="0" cy="272"/>
            </a:xfrm>
            <a:prstGeom prst="line">
              <a:avLst/>
            </a:prstGeom>
            <a:noFill/>
            <a:ln w="12700">
              <a:solidFill>
                <a:schemeClr val="tx1"/>
              </a:solidFill>
              <a:round/>
            </a:ln>
          </p:spPr>
          <p:txBody>
            <a:bodyPr/>
            <a:lstStyle/>
            <a:p>
              <a:endParaRPr lang="en-US"/>
            </a:p>
          </p:txBody>
        </p:sp>
        <p:sp>
          <p:nvSpPr>
            <p:cNvPr id="31" name="Line 32"/>
            <p:cNvSpPr>
              <a:spLocks noChangeShapeType="1"/>
            </p:cNvSpPr>
            <p:nvPr/>
          </p:nvSpPr>
          <p:spPr bwMode="auto">
            <a:xfrm>
              <a:off x="202" y="2016"/>
              <a:ext cx="384" cy="0"/>
            </a:xfrm>
            <a:prstGeom prst="line">
              <a:avLst/>
            </a:prstGeom>
            <a:noFill/>
            <a:ln w="9525">
              <a:solidFill>
                <a:schemeClr val="tx1"/>
              </a:solidFill>
              <a:round/>
            </a:ln>
          </p:spPr>
          <p:txBody>
            <a:bodyPr wrap="none" anchor="ctr"/>
            <a:lstStyle/>
            <a:p>
              <a:endParaRPr lang="en-US"/>
            </a:p>
          </p:txBody>
        </p:sp>
        <p:sp>
          <p:nvSpPr>
            <p:cNvPr id="32" name="Line 33"/>
            <p:cNvSpPr>
              <a:spLocks noChangeShapeType="1"/>
            </p:cNvSpPr>
            <p:nvPr/>
          </p:nvSpPr>
          <p:spPr bwMode="auto">
            <a:xfrm>
              <a:off x="202" y="2304"/>
              <a:ext cx="384" cy="0"/>
            </a:xfrm>
            <a:prstGeom prst="line">
              <a:avLst/>
            </a:prstGeom>
            <a:noFill/>
            <a:ln w="9525">
              <a:solidFill>
                <a:schemeClr val="tx1"/>
              </a:solidFill>
              <a:round/>
            </a:ln>
          </p:spPr>
          <p:txBody>
            <a:bodyPr wrap="none" anchor="ctr"/>
            <a:lstStyle/>
            <a:p>
              <a:endParaRPr lang="en-US"/>
            </a:p>
          </p:txBody>
        </p:sp>
        <p:sp>
          <p:nvSpPr>
            <p:cNvPr id="33" name="Line 34"/>
            <p:cNvSpPr>
              <a:spLocks noChangeShapeType="1"/>
            </p:cNvSpPr>
            <p:nvPr/>
          </p:nvSpPr>
          <p:spPr bwMode="auto">
            <a:xfrm>
              <a:off x="2650" y="2016"/>
              <a:ext cx="384" cy="0"/>
            </a:xfrm>
            <a:prstGeom prst="line">
              <a:avLst/>
            </a:prstGeom>
            <a:noFill/>
            <a:ln w="9525">
              <a:solidFill>
                <a:schemeClr val="tx1"/>
              </a:solidFill>
              <a:round/>
            </a:ln>
          </p:spPr>
          <p:txBody>
            <a:bodyPr wrap="none" anchor="ctr"/>
            <a:lstStyle/>
            <a:p>
              <a:endParaRPr lang="en-US"/>
            </a:p>
          </p:txBody>
        </p:sp>
        <p:sp>
          <p:nvSpPr>
            <p:cNvPr id="34" name="Line 35"/>
            <p:cNvSpPr>
              <a:spLocks noChangeShapeType="1"/>
            </p:cNvSpPr>
            <p:nvPr/>
          </p:nvSpPr>
          <p:spPr bwMode="auto">
            <a:xfrm>
              <a:off x="2650" y="2256"/>
              <a:ext cx="384" cy="0"/>
            </a:xfrm>
            <a:prstGeom prst="line">
              <a:avLst/>
            </a:prstGeom>
            <a:noFill/>
            <a:ln w="9525">
              <a:solidFill>
                <a:schemeClr val="tx1"/>
              </a:solidFill>
              <a:round/>
            </a:ln>
          </p:spPr>
          <p:txBody>
            <a:bodyPr wrap="none" anchor="ctr"/>
            <a:lstStyle/>
            <a:p>
              <a:endParaRPr lang="en-US"/>
            </a:p>
          </p:txBody>
        </p:sp>
        <p:sp>
          <p:nvSpPr>
            <p:cNvPr id="35" name="Text Box 36"/>
            <p:cNvSpPr txBox="1">
              <a:spLocks noChangeArrowheads="1"/>
            </p:cNvSpPr>
            <p:nvPr/>
          </p:nvSpPr>
          <p:spPr bwMode="auto">
            <a:xfrm>
              <a:off x="310" y="2057"/>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36" name="Text Box 37"/>
            <p:cNvSpPr txBox="1">
              <a:spLocks noChangeArrowheads="1"/>
            </p:cNvSpPr>
            <p:nvPr/>
          </p:nvSpPr>
          <p:spPr bwMode="auto">
            <a:xfrm>
              <a:off x="2710" y="204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37" name="Group 372"/>
          <p:cNvGrpSpPr/>
          <p:nvPr/>
        </p:nvGrpSpPr>
        <p:grpSpPr bwMode="auto">
          <a:xfrm>
            <a:off x="9385" y="3962400"/>
            <a:ext cx="4495800" cy="457200"/>
            <a:chOff x="202" y="2496"/>
            <a:chExt cx="2832" cy="288"/>
          </a:xfrm>
        </p:grpSpPr>
        <p:sp>
          <p:nvSpPr>
            <p:cNvPr id="38" name="Rectangle 156"/>
            <p:cNvSpPr>
              <a:spLocks noChangeArrowheads="1"/>
            </p:cNvSpPr>
            <p:nvPr/>
          </p:nvSpPr>
          <p:spPr bwMode="auto">
            <a:xfrm>
              <a:off x="14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39" name="Rectangle 157"/>
            <p:cNvSpPr>
              <a:spLocks noChangeArrowheads="1"/>
            </p:cNvSpPr>
            <p:nvPr/>
          </p:nvSpPr>
          <p:spPr bwMode="auto">
            <a:xfrm>
              <a:off x="16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0" name="Rectangle 158"/>
            <p:cNvSpPr>
              <a:spLocks noChangeArrowheads="1"/>
            </p:cNvSpPr>
            <p:nvPr/>
          </p:nvSpPr>
          <p:spPr bwMode="auto">
            <a:xfrm>
              <a:off x="18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1" name="Rectangle 159"/>
            <p:cNvSpPr>
              <a:spLocks noChangeArrowheads="1"/>
            </p:cNvSpPr>
            <p:nvPr/>
          </p:nvSpPr>
          <p:spPr bwMode="auto">
            <a:xfrm>
              <a:off x="20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2" name="Rectangle 160"/>
            <p:cNvSpPr>
              <a:spLocks noChangeArrowheads="1"/>
            </p:cNvSpPr>
            <p:nvPr/>
          </p:nvSpPr>
          <p:spPr bwMode="auto">
            <a:xfrm>
              <a:off x="120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43" name="Rectangle 161"/>
            <p:cNvSpPr>
              <a:spLocks noChangeArrowheads="1"/>
            </p:cNvSpPr>
            <p:nvPr/>
          </p:nvSpPr>
          <p:spPr bwMode="auto">
            <a:xfrm>
              <a:off x="99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44" name="Rectangle 162"/>
            <p:cNvSpPr>
              <a:spLocks noChangeArrowheads="1"/>
            </p:cNvSpPr>
            <p:nvPr/>
          </p:nvSpPr>
          <p:spPr bwMode="auto">
            <a:xfrm>
              <a:off x="22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5" name="Rectangle 163"/>
            <p:cNvSpPr>
              <a:spLocks noChangeArrowheads="1"/>
            </p:cNvSpPr>
            <p:nvPr/>
          </p:nvSpPr>
          <p:spPr bwMode="auto">
            <a:xfrm>
              <a:off x="24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6" name="Rectangle 164"/>
            <p:cNvSpPr>
              <a:spLocks noChangeArrowheads="1"/>
            </p:cNvSpPr>
            <p:nvPr/>
          </p:nvSpPr>
          <p:spPr bwMode="auto">
            <a:xfrm>
              <a:off x="79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7" name="Rectangle 165"/>
            <p:cNvSpPr>
              <a:spLocks noChangeArrowheads="1"/>
            </p:cNvSpPr>
            <p:nvPr/>
          </p:nvSpPr>
          <p:spPr bwMode="auto">
            <a:xfrm>
              <a:off x="586"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8" name="Line 166"/>
            <p:cNvSpPr>
              <a:spLocks noChangeShapeType="1"/>
            </p:cNvSpPr>
            <p:nvPr/>
          </p:nvSpPr>
          <p:spPr bwMode="auto">
            <a:xfrm>
              <a:off x="586" y="2496"/>
              <a:ext cx="2061" cy="0"/>
            </a:xfrm>
            <a:prstGeom prst="line">
              <a:avLst/>
            </a:prstGeom>
            <a:noFill/>
            <a:ln w="28575" cap="sq">
              <a:solidFill>
                <a:schemeClr val="tx1"/>
              </a:solidFill>
              <a:round/>
            </a:ln>
          </p:spPr>
          <p:txBody>
            <a:bodyPr/>
            <a:lstStyle/>
            <a:p>
              <a:endParaRPr lang="en-US"/>
            </a:p>
          </p:txBody>
        </p:sp>
        <p:sp>
          <p:nvSpPr>
            <p:cNvPr id="49" name="Line 167"/>
            <p:cNvSpPr>
              <a:spLocks noChangeShapeType="1"/>
            </p:cNvSpPr>
            <p:nvPr/>
          </p:nvSpPr>
          <p:spPr bwMode="auto">
            <a:xfrm>
              <a:off x="586" y="2768"/>
              <a:ext cx="2061" cy="0"/>
            </a:xfrm>
            <a:prstGeom prst="line">
              <a:avLst/>
            </a:prstGeom>
            <a:noFill/>
            <a:ln w="28575" cap="sq">
              <a:solidFill>
                <a:schemeClr val="tx1"/>
              </a:solidFill>
              <a:round/>
            </a:ln>
          </p:spPr>
          <p:txBody>
            <a:bodyPr/>
            <a:lstStyle/>
            <a:p>
              <a:endParaRPr lang="en-US"/>
            </a:p>
          </p:txBody>
        </p:sp>
        <p:sp>
          <p:nvSpPr>
            <p:cNvPr id="50" name="Line 168"/>
            <p:cNvSpPr>
              <a:spLocks noChangeShapeType="1"/>
            </p:cNvSpPr>
            <p:nvPr/>
          </p:nvSpPr>
          <p:spPr bwMode="auto">
            <a:xfrm>
              <a:off x="586" y="2496"/>
              <a:ext cx="0" cy="272"/>
            </a:xfrm>
            <a:prstGeom prst="line">
              <a:avLst/>
            </a:prstGeom>
            <a:noFill/>
            <a:ln w="28575" cap="sq">
              <a:solidFill>
                <a:schemeClr val="tx1"/>
              </a:solidFill>
              <a:round/>
            </a:ln>
          </p:spPr>
          <p:txBody>
            <a:bodyPr/>
            <a:lstStyle/>
            <a:p>
              <a:endParaRPr lang="en-US"/>
            </a:p>
          </p:txBody>
        </p:sp>
        <p:sp>
          <p:nvSpPr>
            <p:cNvPr id="51" name="Line 169"/>
            <p:cNvSpPr>
              <a:spLocks noChangeShapeType="1"/>
            </p:cNvSpPr>
            <p:nvPr/>
          </p:nvSpPr>
          <p:spPr bwMode="auto">
            <a:xfrm>
              <a:off x="793" y="2496"/>
              <a:ext cx="0" cy="272"/>
            </a:xfrm>
            <a:prstGeom prst="line">
              <a:avLst/>
            </a:prstGeom>
            <a:noFill/>
            <a:ln w="12700">
              <a:solidFill>
                <a:schemeClr val="tx1"/>
              </a:solidFill>
              <a:round/>
            </a:ln>
          </p:spPr>
          <p:txBody>
            <a:bodyPr/>
            <a:lstStyle/>
            <a:p>
              <a:endParaRPr lang="en-US"/>
            </a:p>
          </p:txBody>
        </p:sp>
        <p:sp>
          <p:nvSpPr>
            <p:cNvPr id="52" name="Line 170"/>
            <p:cNvSpPr>
              <a:spLocks noChangeShapeType="1"/>
            </p:cNvSpPr>
            <p:nvPr/>
          </p:nvSpPr>
          <p:spPr bwMode="auto">
            <a:xfrm>
              <a:off x="999" y="2496"/>
              <a:ext cx="0" cy="272"/>
            </a:xfrm>
            <a:prstGeom prst="line">
              <a:avLst/>
            </a:prstGeom>
            <a:noFill/>
            <a:ln w="12700">
              <a:solidFill>
                <a:schemeClr val="tx1"/>
              </a:solidFill>
              <a:round/>
            </a:ln>
          </p:spPr>
          <p:txBody>
            <a:bodyPr/>
            <a:lstStyle/>
            <a:p>
              <a:endParaRPr lang="en-US"/>
            </a:p>
          </p:txBody>
        </p:sp>
        <p:sp>
          <p:nvSpPr>
            <p:cNvPr id="53" name="Line 171"/>
            <p:cNvSpPr>
              <a:spLocks noChangeShapeType="1"/>
            </p:cNvSpPr>
            <p:nvPr/>
          </p:nvSpPr>
          <p:spPr bwMode="auto">
            <a:xfrm>
              <a:off x="2647" y="2496"/>
              <a:ext cx="0" cy="272"/>
            </a:xfrm>
            <a:prstGeom prst="line">
              <a:avLst/>
            </a:prstGeom>
            <a:noFill/>
            <a:ln w="28575" cap="sq">
              <a:solidFill>
                <a:schemeClr val="tx1"/>
              </a:solidFill>
              <a:round/>
            </a:ln>
          </p:spPr>
          <p:txBody>
            <a:bodyPr/>
            <a:lstStyle/>
            <a:p>
              <a:endParaRPr lang="en-US"/>
            </a:p>
          </p:txBody>
        </p:sp>
        <p:sp>
          <p:nvSpPr>
            <p:cNvPr id="54" name="Line 172"/>
            <p:cNvSpPr>
              <a:spLocks noChangeShapeType="1"/>
            </p:cNvSpPr>
            <p:nvPr/>
          </p:nvSpPr>
          <p:spPr bwMode="auto">
            <a:xfrm>
              <a:off x="2441" y="2496"/>
              <a:ext cx="0" cy="272"/>
            </a:xfrm>
            <a:prstGeom prst="line">
              <a:avLst/>
            </a:prstGeom>
            <a:noFill/>
            <a:ln w="12700">
              <a:solidFill>
                <a:schemeClr val="tx1"/>
              </a:solidFill>
              <a:round/>
            </a:ln>
          </p:spPr>
          <p:txBody>
            <a:bodyPr/>
            <a:lstStyle/>
            <a:p>
              <a:endParaRPr lang="en-US"/>
            </a:p>
          </p:txBody>
        </p:sp>
        <p:sp>
          <p:nvSpPr>
            <p:cNvPr id="55" name="Line 173"/>
            <p:cNvSpPr>
              <a:spLocks noChangeShapeType="1"/>
            </p:cNvSpPr>
            <p:nvPr/>
          </p:nvSpPr>
          <p:spPr bwMode="auto">
            <a:xfrm>
              <a:off x="1205" y="2496"/>
              <a:ext cx="0" cy="272"/>
            </a:xfrm>
            <a:prstGeom prst="line">
              <a:avLst/>
            </a:prstGeom>
            <a:noFill/>
            <a:ln w="12700">
              <a:solidFill>
                <a:schemeClr val="tx1"/>
              </a:solidFill>
              <a:round/>
            </a:ln>
          </p:spPr>
          <p:txBody>
            <a:bodyPr/>
            <a:lstStyle/>
            <a:p>
              <a:endParaRPr lang="en-US"/>
            </a:p>
          </p:txBody>
        </p:sp>
        <p:sp>
          <p:nvSpPr>
            <p:cNvPr id="56" name="Line 174"/>
            <p:cNvSpPr>
              <a:spLocks noChangeShapeType="1"/>
            </p:cNvSpPr>
            <p:nvPr/>
          </p:nvSpPr>
          <p:spPr bwMode="auto">
            <a:xfrm>
              <a:off x="1411" y="2496"/>
              <a:ext cx="0" cy="272"/>
            </a:xfrm>
            <a:prstGeom prst="line">
              <a:avLst/>
            </a:prstGeom>
            <a:noFill/>
            <a:ln w="12700">
              <a:solidFill>
                <a:schemeClr val="tx1"/>
              </a:solidFill>
              <a:round/>
            </a:ln>
          </p:spPr>
          <p:txBody>
            <a:bodyPr/>
            <a:lstStyle/>
            <a:p>
              <a:endParaRPr lang="en-US"/>
            </a:p>
          </p:txBody>
        </p:sp>
        <p:sp>
          <p:nvSpPr>
            <p:cNvPr id="57" name="Line 175"/>
            <p:cNvSpPr>
              <a:spLocks noChangeShapeType="1"/>
            </p:cNvSpPr>
            <p:nvPr/>
          </p:nvSpPr>
          <p:spPr bwMode="auto">
            <a:xfrm>
              <a:off x="2235" y="2496"/>
              <a:ext cx="0" cy="272"/>
            </a:xfrm>
            <a:prstGeom prst="line">
              <a:avLst/>
            </a:prstGeom>
            <a:noFill/>
            <a:ln w="12700">
              <a:solidFill>
                <a:schemeClr val="tx1"/>
              </a:solidFill>
              <a:round/>
            </a:ln>
          </p:spPr>
          <p:txBody>
            <a:bodyPr/>
            <a:lstStyle/>
            <a:p>
              <a:endParaRPr lang="en-US"/>
            </a:p>
          </p:txBody>
        </p:sp>
        <p:sp>
          <p:nvSpPr>
            <p:cNvPr id="58" name="Line 176"/>
            <p:cNvSpPr>
              <a:spLocks noChangeShapeType="1"/>
            </p:cNvSpPr>
            <p:nvPr/>
          </p:nvSpPr>
          <p:spPr bwMode="auto">
            <a:xfrm>
              <a:off x="2029" y="2496"/>
              <a:ext cx="0" cy="272"/>
            </a:xfrm>
            <a:prstGeom prst="line">
              <a:avLst/>
            </a:prstGeom>
            <a:noFill/>
            <a:ln w="12700">
              <a:solidFill>
                <a:schemeClr val="tx1"/>
              </a:solidFill>
              <a:round/>
            </a:ln>
          </p:spPr>
          <p:txBody>
            <a:bodyPr/>
            <a:lstStyle/>
            <a:p>
              <a:endParaRPr lang="en-US"/>
            </a:p>
          </p:txBody>
        </p:sp>
        <p:sp>
          <p:nvSpPr>
            <p:cNvPr id="59" name="Line 177"/>
            <p:cNvSpPr>
              <a:spLocks noChangeShapeType="1"/>
            </p:cNvSpPr>
            <p:nvPr/>
          </p:nvSpPr>
          <p:spPr bwMode="auto">
            <a:xfrm>
              <a:off x="1823" y="2496"/>
              <a:ext cx="0" cy="272"/>
            </a:xfrm>
            <a:prstGeom prst="line">
              <a:avLst/>
            </a:prstGeom>
            <a:noFill/>
            <a:ln w="12700">
              <a:solidFill>
                <a:schemeClr val="tx1"/>
              </a:solidFill>
              <a:round/>
            </a:ln>
          </p:spPr>
          <p:txBody>
            <a:bodyPr/>
            <a:lstStyle/>
            <a:p>
              <a:endParaRPr lang="en-US"/>
            </a:p>
          </p:txBody>
        </p:sp>
        <p:sp>
          <p:nvSpPr>
            <p:cNvPr id="60" name="Line 178"/>
            <p:cNvSpPr>
              <a:spLocks noChangeShapeType="1"/>
            </p:cNvSpPr>
            <p:nvPr/>
          </p:nvSpPr>
          <p:spPr bwMode="auto">
            <a:xfrm>
              <a:off x="1617" y="2496"/>
              <a:ext cx="0" cy="272"/>
            </a:xfrm>
            <a:prstGeom prst="line">
              <a:avLst/>
            </a:prstGeom>
            <a:noFill/>
            <a:ln w="12700">
              <a:solidFill>
                <a:schemeClr val="tx1"/>
              </a:solidFill>
              <a:round/>
            </a:ln>
          </p:spPr>
          <p:txBody>
            <a:bodyPr/>
            <a:lstStyle/>
            <a:p>
              <a:endParaRPr lang="en-US"/>
            </a:p>
          </p:txBody>
        </p:sp>
        <p:sp>
          <p:nvSpPr>
            <p:cNvPr id="61" name="Line 179"/>
            <p:cNvSpPr>
              <a:spLocks noChangeShapeType="1"/>
            </p:cNvSpPr>
            <p:nvPr/>
          </p:nvSpPr>
          <p:spPr bwMode="auto">
            <a:xfrm>
              <a:off x="202" y="2496"/>
              <a:ext cx="384" cy="0"/>
            </a:xfrm>
            <a:prstGeom prst="line">
              <a:avLst/>
            </a:prstGeom>
            <a:noFill/>
            <a:ln w="9525">
              <a:solidFill>
                <a:schemeClr val="tx1"/>
              </a:solidFill>
              <a:round/>
            </a:ln>
          </p:spPr>
          <p:txBody>
            <a:bodyPr wrap="none" anchor="ctr"/>
            <a:lstStyle/>
            <a:p>
              <a:endParaRPr lang="en-US"/>
            </a:p>
          </p:txBody>
        </p:sp>
        <p:sp>
          <p:nvSpPr>
            <p:cNvPr id="62" name="Line 180"/>
            <p:cNvSpPr>
              <a:spLocks noChangeShapeType="1"/>
            </p:cNvSpPr>
            <p:nvPr/>
          </p:nvSpPr>
          <p:spPr bwMode="auto">
            <a:xfrm>
              <a:off x="202" y="2784"/>
              <a:ext cx="384" cy="0"/>
            </a:xfrm>
            <a:prstGeom prst="line">
              <a:avLst/>
            </a:prstGeom>
            <a:noFill/>
            <a:ln w="9525">
              <a:solidFill>
                <a:schemeClr val="tx1"/>
              </a:solidFill>
              <a:round/>
            </a:ln>
          </p:spPr>
          <p:txBody>
            <a:bodyPr wrap="none" anchor="ctr"/>
            <a:lstStyle/>
            <a:p>
              <a:endParaRPr lang="en-US"/>
            </a:p>
          </p:txBody>
        </p:sp>
        <p:sp>
          <p:nvSpPr>
            <p:cNvPr id="63" name="Line 181"/>
            <p:cNvSpPr>
              <a:spLocks noChangeShapeType="1"/>
            </p:cNvSpPr>
            <p:nvPr/>
          </p:nvSpPr>
          <p:spPr bwMode="auto">
            <a:xfrm>
              <a:off x="2650" y="2496"/>
              <a:ext cx="384" cy="0"/>
            </a:xfrm>
            <a:prstGeom prst="line">
              <a:avLst/>
            </a:prstGeom>
            <a:noFill/>
            <a:ln w="9525">
              <a:solidFill>
                <a:schemeClr val="tx1"/>
              </a:solidFill>
              <a:round/>
            </a:ln>
          </p:spPr>
          <p:txBody>
            <a:bodyPr wrap="none" anchor="ctr"/>
            <a:lstStyle/>
            <a:p>
              <a:endParaRPr lang="en-US"/>
            </a:p>
          </p:txBody>
        </p:sp>
        <p:sp>
          <p:nvSpPr>
            <p:cNvPr id="64" name="Line 182"/>
            <p:cNvSpPr>
              <a:spLocks noChangeShapeType="1"/>
            </p:cNvSpPr>
            <p:nvPr/>
          </p:nvSpPr>
          <p:spPr bwMode="auto">
            <a:xfrm>
              <a:off x="2640" y="2736"/>
              <a:ext cx="394" cy="0"/>
            </a:xfrm>
            <a:prstGeom prst="line">
              <a:avLst/>
            </a:prstGeom>
            <a:noFill/>
            <a:ln w="9525">
              <a:solidFill>
                <a:schemeClr val="tx1"/>
              </a:solidFill>
              <a:round/>
            </a:ln>
          </p:spPr>
          <p:txBody>
            <a:bodyPr wrap="none" anchor="ctr"/>
            <a:lstStyle/>
            <a:p>
              <a:endParaRPr lang="en-US"/>
            </a:p>
          </p:txBody>
        </p:sp>
        <p:sp>
          <p:nvSpPr>
            <p:cNvPr id="65" name="Text Box 183"/>
            <p:cNvSpPr txBox="1">
              <a:spLocks noChangeArrowheads="1"/>
            </p:cNvSpPr>
            <p:nvPr/>
          </p:nvSpPr>
          <p:spPr bwMode="auto">
            <a:xfrm>
              <a:off x="284" y="2549"/>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66" name="Text Box 184"/>
            <p:cNvSpPr txBox="1">
              <a:spLocks noChangeArrowheads="1"/>
            </p:cNvSpPr>
            <p:nvPr/>
          </p:nvSpPr>
          <p:spPr bwMode="auto">
            <a:xfrm>
              <a:off x="2710" y="2525"/>
              <a:ext cx="244" cy="212"/>
            </a:xfrm>
            <a:prstGeom prst="rect">
              <a:avLst/>
            </a:prstGeom>
            <a:noFill/>
            <a:ln w="9525">
              <a:noFill/>
              <a:miter lim="800000"/>
            </a:ln>
          </p:spPr>
          <p:txBody>
            <a:bodyPr wrap="none">
              <a:spAutoFit/>
            </a:bodyPr>
            <a:lstStyle/>
            <a:p>
              <a:r>
                <a:rPr lang="en-US" sz="1600"/>
                <a:t>…</a:t>
              </a:r>
              <a:endParaRPr lang="en-US" sz="1600"/>
            </a:p>
          </p:txBody>
        </p:sp>
      </p:grpSp>
      <p:sp>
        <p:nvSpPr>
          <p:cNvPr id="67" name="Text Box 213"/>
          <p:cNvSpPr txBox="1">
            <a:spLocks noChangeArrowheads="1"/>
          </p:cNvSpPr>
          <p:nvPr/>
        </p:nvSpPr>
        <p:spPr bwMode="auto">
          <a:xfrm>
            <a:off x="120510" y="4807838"/>
            <a:ext cx="387350" cy="336550"/>
          </a:xfrm>
          <a:prstGeom prst="rect">
            <a:avLst/>
          </a:prstGeom>
          <a:noFill/>
          <a:ln w="9525">
            <a:noFill/>
            <a:miter lim="800000"/>
          </a:ln>
        </p:spPr>
        <p:txBody>
          <a:bodyPr wrap="none">
            <a:spAutoFit/>
          </a:bodyPr>
          <a:lstStyle/>
          <a:p>
            <a:r>
              <a:rPr lang="en-US" sz="1600"/>
              <a:t>…</a:t>
            </a:r>
            <a:endParaRPr lang="en-US" sz="1600"/>
          </a:p>
        </p:txBody>
      </p:sp>
      <p:grpSp>
        <p:nvGrpSpPr>
          <p:cNvPr id="68" name="Group 373"/>
          <p:cNvGrpSpPr/>
          <p:nvPr/>
        </p:nvGrpSpPr>
        <p:grpSpPr bwMode="auto">
          <a:xfrm>
            <a:off x="9385" y="4724400"/>
            <a:ext cx="4495800" cy="457200"/>
            <a:chOff x="202" y="2976"/>
            <a:chExt cx="2832" cy="288"/>
          </a:xfrm>
        </p:grpSpPr>
        <p:sp>
          <p:nvSpPr>
            <p:cNvPr id="69" name="Rectangle 186"/>
            <p:cNvSpPr>
              <a:spLocks noChangeArrowheads="1"/>
            </p:cNvSpPr>
            <p:nvPr/>
          </p:nvSpPr>
          <p:spPr bwMode="auto">
            <a:xfrm>
              <a:off x="141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0" name="Rectangle 187"/>
            <p:cNvSpPr>
              <a:spLocks noChangeArrowheads="1"/>
            </p:cNvSpPr>
            <p:nvPr/>
          </p:nvSpPr>
          <p:spPr bwMode="auto">
            <a:xfrm>
              <a:off x="1617"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p>
          </p:txBody>
        </p:sp>
        <p:sp>
          <p:nvSpPr>
            <p:cNvPr id="71" name="Rectangle 188"/>
            <p:cNvSpPr>
              <a:spLocks noChangeArrowheads="1"/>
            </p:cNvSpPr>
            <p:nvPr/>
          </p:nvSpPr>
          <p:spPr bwMode="auto">
            <a:xfrm>
              <a:off x="182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2" name="Rectangle 189"/>
            <p:cNvSpPr>
              <a:spLocks noChangeArrowheads="1"/>
            </p:cNvSpPr>
            <p:nvPr/>
          </p:nvSpPr>
          <p:spPr bwMode="auto">
            <a:xfrm>
              <a:off x="202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3" name="Rectangle 190"/>
            <p:cNvSpPr>
              <a:spLocks noChangeArrowheads="1"/>
            </p:cNvSpPr>
            <p:nvPr/>
          </p:nvSpPr>
          <p:spPr bwMode="auto">
            <a:xfrm>
              <a:off x="120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4" name="Rectangle 191"/>
            <p:cNvSpPr>
              <a:spLocks noChangeArrowheads="1"/>
            </p:cNvSpPr>
            <p:nvPr/>
          </p:nvSpPr>
          <p:spPr bwMode="auto">
            <a:xfrm>
              <a:off x="99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75" name="Rectangle 192"/>
            <p:cNvSpPr>
              <a:spLocks noChangeArrowheads="1"/>
            </p:cNvSpPr>
            <p:nvPr/>
          </p:nvSpPr>
          <p:spPr bwMode="auto">
            <a:xfrm>
              <a:off x="223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6" name="Rectangle 193"/>
            <p:cNvSpPr>
              <a:spLocks noChangeArrowheads="1"/>
            </p:cNvSpPr>
            <p:nvPr/>
          </p:nvSpPr>
          <p:spPr bwMode="auto">
            <a:xfrm>
              <a:off x="244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7" name="Rectangle 194"/>
            <p:cNvSpPr>
              <a:spLocks noChangeArrowheads="1"/>
            </p:cNvSpPr>
            <p:nvPr/>
          </p:nvSpPr>
          <p:spPr bwMode="auto">
            <a:xfrm>
              <a:off x="79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8" name="Rectangle 195"/>
            <p:cNvSpPr>
              <a:spLocks noChangeArrowheads="1"/>
            </p:cNvSpPr>
            <p:nvPr/>
          </p:nvSpPr>
          <p:spPr bwMode="auto">
            <a:xfrm>
              <a:off x="586" y="297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9" name="Line 196"/>
            <p:cNvSpPr>
              <a:spLocks noChangeShapeType="1"/>
            </p:cNvSpPr>
            <p:nvPr/>
          </p:nvSpPr>
          <p:spPr bwMode="auto">
            <a:xfrm>
              <a:off x="586" y="2976"/>
              <a:ext cx="2061" cy="0"/>
            </a:xfrm>
            <a:prstGeom prst="line">
              <a:avLst/>
            </a:prstGeom>
            <a:noFill/>
            <a:ln w="28575" cap="sq">
              <a:solidFill>
                <a:schemeClr val="tx1"/>
              </a:solidFill>
              <a:round/>
            </a:ln>
          </p:spPr>
          <p:txBody>
            <a:bodyPr/>
            <a:lstStyle/>
            <a:p>
              <a:endParaRPr lang="en-US"/>
            </a:p>
          </p:txBody>
        </p:sp>
        <p:sp>
          <p:nvSpPr>
            <p:cNvPr id="80" name="Line 197"/>
            <p:cNvSpPr>
              <a:spLocks noChangeShapeType="1"/>
            </p:cNvSpPr>
            <p:nvPr/>
          </p:nvSpPr>
          <p:spPr bwMode="auto">
            <a:xfrm>
              <a:off x="586" y="3248"/>
              <a:ext cx="2061" cy="0"/>
            </a:xfrm>
            <a:prstGeom prst="line">
              <a:avLst/>
            </a:prstGeom>
            <a:noFill/>
            <a:ln w="28575" cap="sq">
              <a:solidFill>
                <a:schemeClr val="tx1"/>
              </a:solidFill>
              <a:round/>
            </a:ln>
          </p:spPr>
          <p:txBody>
            <a:bodyPr/>
            <a:lstStyle/>
            <a:p>
              <a:endParaRPr lang="en-US"/>
            </a:p>
          </p:txBody>
        </p:sp>
        <p:sp>
          <p:nvSpPr>
            <p:cNvPr id="81" name="Line 198"/>
            <p:cNvSpPr>
              <a:spLocks noChangeShapeType="1"/>
            </p:cNvSpPr>
            <p:nvPr/>
          </p:nvSpPr>
          <p:spPr bwMode="auto">
            <a:xfrm>
              <a:off x="586" y="2976"/>
              <a:ext cx="0" cy="272"/>
            </a:xfrm>
            <a:prstGeom prst="line">
              <a:avLst/>
            </a:prstGeom>
            <a:noFill/>
            <a:ln w="28575" cap="sq">
              <a:solidFill>
                <a:schemeClr val="tx1"/>
              </a:solidFill>
              <a:round/>
            </a:ln>
          </p:spPr>
          <p:txBody>
            <a:bodyPr/>
            <a:lstStyle/>
            <a:p>
              <a:endParaRPr lang="en-US"/>
            </a:p>
          </p:txBody>
        </p:sp>
        <p:sp>
          <p:nvSpPr>
            <p:cNvPr id="82" name="Line 199"/>
            <p:cNvSpPr>
              <a:spLocks noChangeShapeType="1"/>
            </p:cNvSpPr>
            <p:nvPr/>
          </p:nvSpPr>
          <p:spPr bwMode="auto">
            <a:xfrm>
              <a:off x="793" y="2976"/>
              <a:ext cx="0" cy="272"/>
            </a:xfrm>
            <a:prstGeom prst="line">
              <a:avLst/>
            </a:prstGeom>
            <a:noFill/>
            <a:ln w="12700">
              <a:solidFill>
                <a:schemeClr val="tx1"/>
              </a:solidFill>
              <a:round/>
            </a:ln>
          </p:spPr>
          <p:txBody>
            <a:bodyPr/>
            <a:lstStyle/>
            <a:p>
              <a:endParaRPr lang="en-US"/>
            </a:p>
          </p:txBody>
        </p:sp>
        <p:sp>
          <p:nvSpPr>
            <p:cNvPr id="83" name="Line 200"/>
            <p:cNvSpPr>
              <a:spLocks noChangeShapeType="1"/>
            </p:cNvSpPr>
            <p:nvPr/>
          </p:nvSpPr>
          <p:spPr bwMode="auto">
            <a:xfrm>
              <a:off x="999" y="2976"/>
              <a:ext cx="0" cy="272"/>
            </a:xfrm>
            <a:prstGeom prst="line">
              <a:avLst/>
            </a:prstGeom>
            <a:noFill/>
            <a:ln w="12700">
              <a:solidFill>
                <a:schemeClr val="tx1"/>
              </a:solidFill>
              <a:round/>
            </a:ln>
          </p:spPr>
          <p:txBody>
            <a:bodyPr/>
            <a:lstStyle/>
            <a:p>
              <a:endParaRPr lang="en-US"/>
            </a:p>
          </p:txBody>
        </p:sp>
        <p:sp>
          <p:nvSpPr>
            <p:cNvPr id="84" name="Line 201"/>
            <p:cNvSpPr>
              <a:spLocks noChangeShapeType="1"/>
            </p:cNvSpPr>
            <p:nvPr/>
          </p:nvSpPr>
          <p:spPr bwMode="auto">
            <a:xfrm>
              <a:off x="2647" y="2976"/>
              <a:ext cx="0" cy="272"/>
            </a:xfrm>
            <a:prstGeom prst="line">
              <a:avLst/>
            </a:prstGeom>
            <a:noFill/>
            <a:ln w="28575" cap="sq">
              <a:solidFill>
                <a:schemeClr val="tx1"/>
              </a:solidFill>
              <a:round/>
            </a:ln>
          </p:spPr>
          <p:txBody>
            <a:bodyPr/>
            <a:lstStyle/>
            <a:p>
              <a:endParaRPr lang="en-US"/>
            </a:p>
          </p:txBody>
        </p:sp>
        <p:sp>
          <p:nvSpPr>
            <p:cNvPr id="85" name="Line 202"/>
            <p:cNvSpPr>
              <a:spLocks noChangeShapeType="1"/>
            </p:cNvSpPr>
            <p:nvPr/>
          </p:nvSpPr>
          <p:spPr bwMode="auto">
            <a:xfrm>
              <a:off x="2441" y="2976"/>
              <a:ext cx="0" cy="272"/>
            </a:xfrm>
            <a:prstGeom prst="line">
              <a:avLst/>
            </a:prstGeom>
            <a:noFill/>
            <a:ln w="12700">
              <a:solidFill>
                <a:schemeClr val="tx1"/>
              </a:solidFill>
              <a:round/>
            </a:ln>
          </p:spPr>
          <p:txBody>
            <a:bodyPr/>
            <a:lstStyle/>
            <a:p>
              <a:endParaRPr lang="en-US"/>
            </a:p>
          </p:txBody>
        </p:sp>
        <p:sp>
          <p:nvSpPr>
            <p:cNvPr id="86" name="Line 203"/>
            <p:cNvSpPr>
              <a:spLocks noChangeShapeType="1"/>
            </p:cNvSpPr>
            <p:nvPr/>
          </p:nvSpPr>
          <p:spPr bwMode="auto">
            <a:xfrm>
              <a:off x="1205" y="2976"/>
              <a:ext cx="0" cy="272"/>
            </a:xfrm>
            <a:prstGeom prst="line">
              <a:avLst/>
            </a:prstGeom>
            <a:noFill/>
            <a:ln w="12700">
              <a:solidFill>
                <a:schemeClr val="tx1"/>
              </a:solidFill>
              <a:round/>
            </a:ln>
          </p:spPr>
          <p:txBody>
            <a:bodyPr/>
            <a:lstStyle/>
            <a:p>
              <a:endParaRPr lang="en-US"/>
            </a:p>
          </p:txBody>
        </p:sp>
        <p:sp>
          <p:nvSpPr>
            <p:cNvPr id="87" name="Line 204"/>
            <p:cNvSpPr>
              <a:spLocks noChangeShapeType="1"/>
            </p:cNvSpPr>
            <p:nvPr/>
          </p:nvSpPr>
          <p:spPr bwMode="auto">
            <a:xfrm>
              <a:off x="1411" y="2976"/>
              <a:ext cx="0" cy="272"/>
            </a:xfrm>
            <a:prstGeom prst="line">
              <a:avLst/>
            </a:prstGeom>
            <a:noFill/>
            <a:ln w="12700">
              <a:solidFill>
                <a:schemeClr val="tx1"/>
              </a:solidFill>
              <a:round/>
            </a:ln>
          </p:spPr>
          <p:txBody>
            <a:bodyPr/>
            <a:lstStyle/>
            <a:p>
              <a:endParaRPr lang="en-US"/>
            </a:p>
          </p:txBody>
        </p:sp>
        <p:sp>
          <p:nvSpPr>
            <p:cNvPr id="88" name="Line 205"/>
            <p:cNvSpPr>
              <a:spLocks noChangeShapeType="1"/>
            </p:cNvSpPr>
            <p:nvPr/>
          </p:nvSpPr>
          <p:spPr bwMode="auto">
            <a:xfrm>
              <a:off x="2235" y="2976"/>
              <a:ext cx="0" cy="272"/>
            </a:xfrm>
            <a:prstGeom prst="line">
              <a:avLst/>
            </a:prstGeom>
            <a:noFill/>
            <a:ln w="12700">
              <a:solidFill>
                <a:schemeClr val="tx1"/>
              </a:solidFill>
              <a:round/>
            </a:ln>
          </p:spPr>
          <p:txBody>
            <a:bodyPr/>
            <a:lstStyle/>
            <a:p>
              <a:endParaRPr lang="en-US"/>
            </a:p>
          </p:txBody>
        </p:sp>
        <p:sp>
          <p:nvSpPr>
            <p:cNvPr id="89" name="Line 206"/>
            <p:cNvSpPr>
              <a:spLocks noChangeShapeType="1"/>
            </p:cNvSpPr>
            <p:nvPr/>
          </p:nvSpPr>
          <p:spPr bwMode="auto">
            <a:xfrm>
              <a:off x="2029" y="2976"/>
              <a:ext cx="0" cy="272"/>
            </a:xfrm>
            <a:prstGeom prst="line">
              <a:avLst/>
            </a:prstGeom>
            <a:noFill/>
            <a:ln w="12700">
              <a:solidFill>
                <a:schemeClr val="tx1"/>
              </a:solidFill>
              <a:round/>
            </a:ln>
          </p:spPr>
          <p:txBody>
            <a:bodyPr/>
            <a:lstStyle/>
            <a:p>
              <a:endParaRPr lang="en-US"/>
            </a:p>
          </p:txBody>
        </p:sp>
        <p:sp>
          <p:nvSpPr>
            <p:cNvPr id="90" name="Line 207"/>
            <p:cNvSpPr>
              <a:spLocks noChangeShapeType="1"/>
            </p:cNvSpPr>
            <p:nvPr/>
          </p:nvSpPr>
          <p:spPr bwMode="auto">
            <a:xfrm>
              <a:off x="1823" y="2976"/>
              <a:ext cx="0" cy="272"/>
            </a:xfrm>
            <a:prstGeom prst="line">
              <a:avLst/>
            </a:prstGeom>
            <a:noFill/>
            <a:ln w="12700">
              <a:solidFill>
                <a:schemeClr val="tx1"/>
              </a:solidFill>
              <a:round/>
            </a:ln>
          </p:spPr>
          <p:txBody>
            <a:bodyPr/>
            <a:lstStyle/>
            <a:p>
              <a:endParaRPr lang="en-US"/>
            </a:p>
          </p:txBody>
        </p:sp>
        <p:sp>
          <p:nvSpPr>
            <p:cNvPr id="91" name="Line 208"/>
            <p:cNvSpPr>
              <a:spLocks noChangeShapeType="1"/>
            </p:cNvSpPr>
            <p:nvPr/>
          </p:nvSpPr>
          <p:spPr bwMode="auto">
            <a:xfrm>
              <a:off x="1617" y="2976"/>
              <a:ext cx="0" cy="272"/>
            </a:xfrm>
            <a:prstGeom prst="line">
              <a:avLst/>
            </a:prstGeom>
            <a:noFill/>
            <a:ln w="12700">
              <a:solidFill>
                <a:schemeClr val="tx1"/>
              </a:solidFill>
              <a:round/>
            </a:ln>
          </p:spPr>
          <p:txBody>
            <a:bodyPr/>
            <a:lstStyle/>
            <a:p>
              <a:endParaRPr lang="en-US"/>
            </a:p>
          </p:txBody>
        </p:sp>
        <p:sp>
          <p:nvSpPr>
            <p:cNvPr id="92" name="Line 209"/>
            <p:cNvSpPr>
              <a:spLocks noChangeShapeType="1"/>
            </p:cNvSpPr>
            <p:nvPr/>
          </p:nvSpPr>
          <p:spPr bwMode="auto">
            <a:xfrm>
              <a:off x="202" y="2976"/>
              <a:ext cx="384" cy="0"/>
            </a:xfrm>
            <a:prstGeom prst="line">
              <a:avLst/>
            </a:prstGeom>
            <a:noFill/>
            <a:ln w="9525">
              <a:solidFill>
                <a:schemeClr val="tx1"/>
              </a:solidFill>
              <a:round/>
            </a:ln>
          </p:spPr>
          <p:txBody>
            <a:bodyPr wrap="none" anchor="ctr"/>
            <a:lstStyle/>
            <a:p>
              <a:endParaRPr lang="en-US"/>
            </a:p>
          </p:txBody>
        </p:sp>
        <p:sp>
          <p:nvSpPr>
            <p:cNvPr id="93" name="Line 210"/>
            <p:cNvSpPr>
              <a:spLocks noChangeShapeType="1"/>
            </p:cNvSpPr>
            <p:nvPr/>
          </p:nvSpPr>
          <p:spPr bwMode="auto">
            <a:xfrm>
              <a:off x="202" y="3264"/>
              <a:ext cx="384" cy="0"/>
            </a:xfrm>
            <a:prstGeom prst="line">
              <a:avLst/>
            </a:prstGeom>
            <a:noFill/>
            <a:ln w="9525">
              <a:solidFill>
                <a:schemeClr val="tx1"/>
              </a:solidFill>
              <a:round/>
            </a:ln>
          </p:spPr>
          <p:txBody>
            <a:bodyPr wrap="none" anchor="ctr"/>
            <a:lstStyle/>
            <a:p>
              <a:endParaRPr lang="en-US"/>
            </a:p>
          </p:txBody>
        </p:sp>
        <p:sp>
          <p:nvSpPr>
            <p:cNvPr id="94" name="Line 211"/>
            <p:cNvSpPr>
              <a:spLocks noChangeShapeType="1"/>
            </p:cNvSpPr>
            <p:nvPr/>
          </p:nvSpPr>
          <p:spPr bwMode="auto">
            <a:xfrm>
              <a:off x="2650" y="2976"/>
              <a:ext cx="384" cy="0"/>
            </a:xfrm>
            <a:prstGeom prst="line">
              <a:avLst/>
            </a:prstGeom>
            <a:noFill/>
            <a:ln w="9525">
              <a:solidFill>
                <a:schemeClr val="tx1"/>
              </a:solidFill>
              <a:round/>
            </a:ln>
          </p:spPr>
          <p:txBody>
            <a:bodyPr wrap="none" anchor="ctr"/>
            <a:lstStyle/>
            <a:p>
              <a:endParaRPr lang="en-US"/>
            </a:p>
          </p:txBody>
        </p:sp>
        <p:sp>
          <p:nvSpPr>
            <p:cNvPr id="95" name="Line 212"/>
            <p:cNvSpPr>
              <a:spLocks noChangeShapeType="1"/>
            </p:cNvSpPr>
            <p:nvPr/>
          </p:nvSpPr>
          <p:spPr bwMode="auto">
            <a:xfrm>
              <a:off x="2650" y="3216"/>
              <a:ext cx="384" cy="0"/>
            </a:xfrm>
            <a:prstGeom prst="line">
              <a:avLst/>
            </a:prstGeom>
            <a:noFill/>
            <a:ln w="9525">
              <a:solidFill>
                <a:schemeClr val="tx1"/>
              </a:solidFill>
              <a:round/>
            </a:ln>
          </p:spPr>
          <p:txBody>
            <a:bodyPr wrap="none" anchor="ctr"/>
            <a:lstStyle/>
            <a:p>
              <a:endParaRPr lang="en-US"/>
            </a:p>
          </p:txBody>
        </p:sp>
        <p:sp>
          <p:nvSpPr>
            <p:cNvPr id="96" name="Text Box 214"/>
            <p:cNvSpPr txBox="1">
              <a:spLocks noChangeArrowheads="1"/>
            </p:cNvSpPr>
            <p:nvPr/>
          </p:nvSpPr>
          <p:spPr bwMode="auto">
            <a:xfrm>
              <a:off x="2710" y="3005"/>
              <a:ext cx="244" cy="212"/>
            </a:xfrm>
            <a:prstGeom prst="rect">
              <a:avLst/>
            </a:prstGeom>
            <a:noFill/>
            <a:ln w="9525">
              <a:noFill/>
              <a:miter lim="800000"/>
            </a:ln>
          </p:spPr>
          <p:txBody>
            <a:bodyPr wrap="none">
              <a:spAutoFit/>
            </a:bodyPr>
            <a:lstStyle/>
            <a:p>
              <a:r>
                <a:rPr lang="en-US" sz="1600"/>
                <a:t>…</a:t>
              </a:r>
              <a:endParaRPr lang="en-US" sz="1600"/>
            </a:p>
          </p:txBody>
        </p:sp>
      </p:grpSp>
      <p:sp>
        <p:nvSpPr>
          <p:cNvPr id="215" name="Line 378"/>
          <p:cNvSpPr>
            <a:spLocks noChangeShapeType="1"/>
          </p:cNvSpPr>
          <p:nvPr/>
        </p:nvSpPr>
        <p:spPr bwMode="auto">
          <a:xfrm>
            <a:off x="12889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6" name="Line 379"/>
          <p:cNvSpPr>
            <a:spLocks noChangeShapeType="1"/>
          </p:cNvSpPr>
          <p:nvPr/>
        </p:nvSpPr>
        <p:spPr bwMode="auto">
          <a:xfrm>
            <a:off x="2279510" y="4419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1" name="Line 414"/>
          <p:cNvSpPr>
            <a:spLocks noChangeShapeType="1"/>
          </p:cNvSpPr>
          <p:nvPr/>
        </p:nvSpPr>
        <p:spPr bwMode="auto">
          <a:xfrm>
            <a:off x="13651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2" name="TextBox 251"/>
          <p:cNvSpPr txBox="1">
            <a:spLocks noChangeArrowheads="1"/>
          </p:cNvSpPr>
          <p:nvPr/>
        </p:nvSpPr>
        <p:spPr bwMode="auto">
          <a:xfrm>
            <a:off x="1822310" y="4343400"/>
            <a:ext cx="441325" cy="400050"/>
          </a:xfrm>
          <a:prstGeom prst="rect">
            <a:avLst/>
          </a:prstGeom>
          <a:noFill/>
          <a:ln w="9525">
            <a:noFill/>
            <a:miter lim="800000"/>
          </a:ln>
        </p:spPr>
        <p:txBody>
          <a:bodyPr wrap="none">
            <a:spAutoFit/>
          </a:bodyPr>
          <a:lstStyle/>
          <a:p>
            <a:r>
              <a:rPr lang="en-US"/>
              <a:t>…</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思路分析：以</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000111</m:t>
                    </m:r>
                  </m:oMath>
                </a14:m>
                <a:r>
                  <a:rPr lang="zh-CN" altLang="en-US" dirty="0"/>
                  <a:t>为例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 name="Group 371"/>
          <p:cNvGrpSpPr/>
          <p:nvPr/>
        </p:nvGrpSpPr>
        <p:grpSpPr bwMode="auto">
          <a:xfrm>
            <a:off x="9385" y="3200400"/>
            <a:ext cx="4495800" cy="457200"/>
            <a:chOff x="202" y="2016"/>
            <a:chExt cx="2832" cy="288"/>
          </a:xfrm>
        </p:grpSpPr>
        <p:sp>
          <p:nvSpPr>
            <p:cNvPr id="8" name="Rectangle 58"/>
            <p:cNvSpPr>
              <a:spLocks noChangeArrowheads="1"/>
            </p:cNvSpPr>
            <p:nvPr/>
          </p:nvSpPr>
          <p:spPr bwMode="auto">
            <a:xfrm>
              <a:off x="141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 name="Rectangle 55"/>
            <p:cNvSpPr>
              <a:spLocks noChangeArrowheads="1"/>
            </p:cNvSpPr>
            <p:nvPr/>
          </p:nvSpPr>
          <p:spPr bwMode="auto">
            <a:xfrm>
              <a:off x="1617"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 name="Rectangle 52"/>
            <p:cNvSpPr>
              <a:spLocks noChangeArrowheads="1"/>
            </p:cNvSpPr>
            <p:nvPr/>
          </p:nvSpPr>
          <p:spPr bwMode="auto">
            <a:xfrm>
              <a:off x="182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1" name="Rectangle 49"/>
            <p:cNvSpPr>
              <a:spLocks noChangeArrowheads="1"/>
            </p:cNvSpPr>
            <p:nvPr/>
          </p:nvSpPr>
          <p:spPr bwMode="auto">
            <a:xfrm>
              <a:off x="202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2" name="Rectangle 46"/>
            <p:cNvSpPr>
              <a:spLocks noChangeArrowheads="1"/>
            </p:cNvSpPr>
            <p:nvPr/>
          </p:nvSpPr>
          <p:spPr bwMode="auto">
            <a:xfrm>
              <a:off x="120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3" name="Rectangle 43"/>
            <p:cNvSpPr>
              <a:spLocks noChangeArrowheads="1"/>
            </p:cNvSpPr>
            <p:nvPr/>
          </p:nvSpPr>
          <p:spPr bwMode="auto">
            <a:xfrm>
              <a:off x="99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4" name="Rectangle 40"/>
            <p:cNvSpPr>
              <a:spLocks noChangeArrowheads="1"/>
            </p:cNvSpPr>
            <p:nvPr/>
          </p:nvSpPr>
          <p:spPr bwMode="auto">
            <a:xfrm>
              <a:off x="223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5" name="Rectangle 5"/>
            <p:cNvSpPr>
              <a:spLocks noChangeArrowheads="1"/>
            </p:cNvSpPr>
            <p:nvPr/>
          </p:nvSpPr>
          <p:spPr bwMode="auto">
            <a:xfrm>
              <a:off x="244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 name="Rectangle 14"/>
            <p:cNvSpPr>
              <a:spLocks noChangeArrowheads="1"/>
            </p:cNvSpPr>
            <p:nvPr/>
          </p:nvSpPr>
          <p:spPr bwMode="auto">
            <a:xfrm>
              <a:off x="79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7" name="Rectangle 15"/>
            <p:cNvSpPr>
              <a:spLocks noChangeArrowheads="1"/>
            </p:cNvSpPr>
            <p:nvPr/>
          </p:nvSpPr>
          <p:spPr bwMode="auto">
            <a:xfrm>
              <a:off x="586" y="201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8" name="Line 17"/>
            <p:cNvSpPr>
              <a:spLocks noChangeShapeType="1"/>
            </p:cNvSpPr>
            <p:nvPr/>
          </p:nvSpPr>
          <p:spPr bwMode="auto">
            <a:xfrm>
              <a:off x="586" y="2016"/>
              <a:ext cx="2061" cy="0"/>
            </a:xfrm>
            <a:prstGeom prst="line">
              <a:avLst/>
            </a:prstGeom>
            <a:noFill/>
            <a:ln w="28575" cap="sq">
              <a:solidFill>
                <a:schemeClr val="tx1"/>
              </a:solidFill>
              <a:round/>
            </a:ln>
          </p:spPr>
          <p:txBody>
            <a:bodyPr/>
            <a:lstStyle/>
            <a:p>
              <a:endParaRPr lang="en-US"/>
            </a:p>
          </p:txBody>
        </p:sp>
        <p:sp>
          <p:nvSpPr>
            <p:cNvPr id="19" name="Line 18"/>
            <p:cNvSpPr>
              <a:spLocks noChangeShapeType="1"/>
            </p:cNvSpPr>
            <p:nvPr/>
          </p:nvSpPr>
          <p:spPr bwMode="auto">
            <a:xfrm>
              <a:off x="586" y="2288"/>
              <a:ext cx="2061" cy="0"/>
            </a:xfrm>
            <a:prstGeom prst="line">
              <a:avLst/>
            </a:prstGeom>
            <a:noFill/>
            <a:ln w="28575" cap="sq">
              <a:solidFill>
                <a:schemeClr val="tx1"/>
              </a:solidFill>
              <a:round/>
            </a:ln>
          </p:spPr>
          <p:txBody>
            <a:bodyPr/>
            <a:lstStyle/>
            <a:p>
              <a:endParaRPr lang="en-US"/>
            </a:p>
          </p:txBody>
        </p:sp>
        <p:sp>
          <p:nvSpPr>
            <p:cNvPr id="20" name="Line 19"/>
            <p:cNvSpPr>
              <a:spLocks noChangeShapeType="1"/>
            </p:cNvSpPr>
            <p:nvPr/>
          </p:nvSpPr>
          <p:spPr bwMode="auto">
            <a:xfrm>
              <a:off x="586" y="2016"/>
              <a:ext cx="0" cy="272"/>
            </a:xfrm>
            <a:prstGeom prst="line">
              <a:avLst/>
            </a:prstGeom>
            <a:noFill/>
            <a:ln w="28575" cap="sq">
              <a:solidFill>
                <a:schemeClr val="tx1"/>
              </a:solidFill>
              <a:round/>
            </a:ln>
          </p:spPr>
          <p:txBody>
            <a:bodyPr/>
            <a:lstStyle/>
            <a:p>
              <a:endParaRPr lang="en-US"/>
            </a:p>
          </p:txBody>
        </p:sp>
        <p:sp>
          <p:nvSpPr>
            <p:cNvPr id="21" name="Line 21"/>
            <p:cNvSpPr>
              <a:spLocks noChangeShapeType="1"/>
            </p:cNvSpPr>
            <p:nvPr/>
          </p:nvSpPr>
          <p:spPr bwMode="auto">
            <a:xfrm>
              <a:off x="793" y="2016"/>
              <a:ext cx="0" cy="272"/>
            </a:xfrm>
            <a:prstGeom prst="line">
              <a:avLst/>
            </a:prstGeom>
            <a:noFill/>
            <a:ln w="12700">
              <a:solidFill>
                <a:schemeClr val="tx1"/>
              </a:solidFill>
              <a:round/>
            </a:ln>
          </p:spPr>
          <p:txBody>
            <a:bodyPr/>
            <a:lstStyle/>
            <a:p>
              <a:endParaRPr lang="en-US"/>
            </a:p>
          </p:txBody>
        </p:sp>
        <p:sp>
          <p:nvSpPr>
            <p:cNvPr id="22" name="Line 22"/>
            <p:cNvSpPr>
              <a:spLocks noChangeShapeType="1"/>
            </p:cNvSpPr>
            <p:nvPr/>
          </p:nvSpPr>
          <p:spPr bwMode="auto">
            <a:xfrm>
              <a:off x="999" y="2016"/>
              <a:ext cx="0" cy="272"/>
            </a:xfrm>
            <a:prstGeom prst="line">
              <a:avLst/>
            </a:prstGeom>
            <a:noFill/>
            <a:ln w="12700">
              <a:solidFill>
                <a:schemeClr val="tx1"/>
              </a:solidFill>
              <a:round/>
            </a:ln>
          </p:spPr>
          <p:txBody>
            <a:bodyPr/>
            <a:lstStyle/>
            <a:p>
              <a:endParaRPr lang="en-US"/>
            </a:p>
          </p:txBody>
        </p:sp>
        <p:sp>
          <p:nvSpPr>
            <p:cNvPr id="23" name="Line 31"/>
            <p:cNvSpPr>
              <a:spLocks noChangeShapeType="1"/>
            </p:cNvSpPr>
            <p:nvPr/>
          </p:nvSpPr>
          <p:spPr bwMode="auto">
            <a:xfrm>
              <a:off x="2647" y="2016"/>
              <a:ext cx="0" cy="272"/>
            </a:xfrm>
            <a:prstGeom prst="line">
              <a:avLst/>
            </a:prstGeom>
            <a:noFill/>
            <a:ln w="28575" cap="sq">
              <a:solidFill>
                <a:schemeClr val="tx1"/>
              </a:solidFill>
              <a:round/>
            </a:ln>
          </p:spPr>
          <p:txBody>
            <a:bodyPr/>
            <a:lstStyle/>
            <a:p>
              <a:endParaRPr lang="en-US"/>
            </a:p>
          </p:txBody>
        </p:sp>
        <p:sp>
          <p:nvSpPr>
            <p:cNvPr id="24" name="Line 41"/>
            <p:cNvSpPr>
              <a:spLocks noChangeShapeType="1"/>
            </p:cNvSpPr>
            <p:nvPr/>
          </p:nvSpPr>
          <p:spPr bwMode="auto">
            <a:xfrm>
              <a:off x="2441" y="2016"/>
              <a:ext cx="0" cy="272"/>
            </a:xfrm>
            <a:prstGeom prst="line">
              <a:avLst/>
            </a:prstGeom>
            <a:noFill/>
            <a:ln w="12700">
              <a:solidFill>
                <a:schemeClr val="tx1"/>
              </a:solidFill>
              <a:round/>
            </a:ln>
          </p:spPr>
          <p:txBody>
            <a:bodyPr/>
            <a:lstStyle/>
            <a:p>
              <a:endParaRPr lang="en-US"/>
            </a:p>
          </p:txBody>
        </p:sp>
        <p:sp>
          <p:nvSpPr>
            <p:cNvPr id="25" name="Line 44"/>
            <p:cNvSpPr>
              <a:spLocks noChangeShapeType="1"/>
            </p:cNvSpPr>
            <p:nvPr/>
          </p:nvSpPr>
          <p:spPr bwMode="auto">
            <a:xfrm>
              <a:off x="1205" y="2016"/>
              <a:ext cx="0" cy="272"/>
            </a:xfrm>
            <a:prstGeom prst="line">
              <a:avLst/>
            </a:prstGeom>
            <a:noFill/>
            <a:ln w="12700">
              <a:solidFill>
                <a:schemeClr val="tx1"/>
              </a:solidFill>
              <a:round/>
            </a:ln>
          </p:spPr>
          <p:txBody>
            <a:bodyPr/>
            <a:lstStyle/>
            <a:p>
              <a:endParaRPr lang="en-US"/>
            </a:p>
          </p:txBody>
        </p:sp>
        <p:sp>
          <p:nvSpPr>
            <p:cNvPr id="26" name="Line 47"/>
            <p:cNvSpPr>
              <a:spLocks noChangeShapeType="1"/>
            </p:cNvSpPr>
            <p:nvPr/>
          </p:nvSpPr>
          <p:spPr bwMode="auto">
            <a:xfrm>
              <a:off x="1411" y="2016"/>
              <a:ext cx="0" cy="272"/>
            </a:xfrm>
            <a:prstGeom prst="line">
              <a:avLst/>
            </a:prstGeom>
            <a:noFill/>
            <a:ln w="12700">
              <a:solidFill>
                <a:schemeClr val="tx1"/>
              </a:solidFill>
              <a:round/>
            </a:ln>
          </p:spPr>
          <p:txBody>
            <a:bodyPr/>
            <a:lstStyle/>
            <a:p>
              <a:endParaRPr lang="en-US"/>
            </a:p>
          </p:txBody>
        </p:sp>
        <p:sp>
          <p:nvSpPr>
            <p:cNvPr id="27" name="Line 50"/>
            <p:cNvSpPr>
              <a:spLocks noChangeShapeType="1"/>
            </p:cNvSpPr>
            <p:nvPr/>
          </p:nvSpPr>
          <p:spPr bwMode="auto">
            <a:xfrm>
              <a:off x="2235" y="2016"/>
              <a:ext cx="0" cy="272"/>
            </a:xfrm>
            <a:prstGeom prst="line">
              <a:avLst/>
            </a:prstGeom>
            <a:noFill/>
            <a:ln w="12700">
              <a:solidFill>
                <a:schemeClr val="tx1"/>
              </a:solidFill>
              <a:round/>
            </a:ln>
          </p:spPr>
          <p:txBody>
            <a:bodyPr/>
            <a:lstStyle/>
            <a:p>
              <a:endParaRPr lang="en-US"/>
            </a:p>
          </p:txBody>
        </p:sp>
        <p:sp>
          <p:nvSpPr>
            <p:cNvPr id="28" name="Line 53"/>
            <p:cNvSpPr>
              <a:spLocks noChangeShapeType="1"/>
            </p:cNvSpPr>
            <p:nvPr/>
          </p:nvSpPr>
          <p:spPr bwMode="auto">
            <a:xfrm>
              <a:off x="2029" y="2016"/>
              <a:ext cx="0" cy="272"/>
            </a:xfrm>
            <a:prstGeom prst="line">
              <a:avLst/>
            </a:prstGeom>
            <a:noFill/>
            <a:ln w="12700">
              <a:solidFill>
                <a:schemeClr val="tx1"/>
              </a:solidFill>
              <a:round/>
            </a:ln>
          </p:spPr>
          <p:txBody>
            <a:bodyPr/>
            <a:lstStyle/>
            <a:p>
              <a:endParaRPr lang="en-US"/>
            </a:p>
          </p:txBody>
        </p:sp>
        <p:sp>
          <p:nvSpPr>
            <p:cNvPr id="29" name="Line 56"/>
            <p:cNvSpPr>
              <a:spLocks noChangeShapeType="1"/>
            </p:cNvSpPr>
            <p:nvPr/>
          </p:nvSpPr>
          <p:spPr bwMode="auto">
            <a:xfrm>
              <a:off x="1823" y="2016"/>
              <a:ext cx="0" cy="272"/>
            </a:xfrm>
            <a:prstGeom prst="line">
              <a:avLst/>
            </a:prstGeom>
            <a:noFill/>
            <a:ln w="12700">
              <a:solidFill>
                <a:schemeClr val="tx1"/>
              </a:solidFill>
              <a:round/>
            </a:ln>
          </p:spPr>
          <p:txBody>
            <a:bodyPr/>
            <a:lstStyle/>
            <a:p>
              <a:endParaRPr lang="en-US"/>
            </a:p>
          </p:txBody>
        </p:sp>
        <p:sp>
          <p:nvSpPr>
            <p:cNvPr id="30" name="Line 59"/>
            <p:cNvSpPr>
              <a:spLocks noChangeShapeType="1"/>
            </p:cNvSpPr>
            <p:nvPr/>
          </p:nvSpPr>
          <p:spPr bwMode="auto">
            <a:xfrm>
              <a:off x="1617" y="2016"/>
              <a:ext cx="0" cy="272"/>
            </a:xfrm>
            <a:prstGeom prst="line">
              <a:avLst/>
            </a:prstGeom>
            <a:noFill/>
            <a:ln w="12700">
              <a:solidFill>
                <a:schemeClr val="tx1"/>
              </a:solidFill>
              <a:round/>
            </a:ln>
          </p:spPr>
          <p:txBody>
            <a:bodyPr/>
            <a:lstStyle/>
            <a:p>
              <a:endParaRPr lang="en-US"/>
            </a:p>
          </p:txBody>
        </p:sp>
        <p:sp>
          <p:nvSpPr>
            <p:cNvPr id="31" name="Line 32"/>
            <p:cNvSpPr>
              <a:spLocks noChangeShapeType="1"/>
            </p:cNvSpPr>
            <p:nvPr/>
          </p:nvSpPr>
          <p:spPr bwMode="auto">
            <a:xfrm>
              <a:off x="202" y="2016"/>
              <a:ext cx="384" cy="0"/>
            </a:xfrm>
            <a:prstGeom prst="line">
              <a:avLst/>
            </a:prstGeom>
            <a:noFill/>
            <a:ln w="9525">
              <a:solidFill>
                <a:schemeClr val="tx1"/>
              </a:solidFill>
              <a:round/>
            </a:ln>
          </p:spPr>
          <p:txBody>
            <a:bodyPr wrap="none" anchor="ctr"/>
            <a:lstStyle/>
            <a:p>
              <a:endParaRPr lang="en-US"/>
            </a:p>
          </p:txBody>
        </p:sp>
        <p:sp>
          <p:nvSpPr>
            <p:cNvPr id="32" name="Line 33"/>
            <p:cNvSpPr>
              <a:spLocks noChangeShapeType="1"/>
            </p:cNvSpPr>
            <p:nvPr/>
          </p:nvSpPr>
          <p:spPr bwMode="auto">
            <a:xfrm>
              <a:off x="202" y="2304"/>
              <a:ext cx="384" cy="0"/>
            </a:xfrm>
            <a:prstGeom prst="line">
              <a:avLst/>
            </a:prstGeom>
            <a:noFill/>
            <a:ln w="9525">
              <a:solidFill>
                <a:schemeClr val="tx1"/>
              </a:solidFill>
              <a:round/>
            </a:ln>
          </p:spPr>
          <p:txBody>
            <a:bodyPr wrap="none" anchor="ctr"/>
            <a:lstStyle/>
            <a:p>
              <a:endParaRPr lang="en-US"/>
            </a:p>
          </p:txBody>
        </p:sp>
        <p:sp>
          <p:nvSpPr>
            <p:cNvPr id="33" name="Line 34"/>
            <p:cNvSpPr>
              <a:spLocks noChangeShapeType="1"/>
            </p:cNvSpPr>
            <p:nvPr/>
          </p:nvSpPr>
          <p:spPr bwMode="auto">
            <a:xfrm>
              <a:off x="2650" y="2016"/>
              <a:ext cx="384" cy="0"/>
            </a:xfrm>
            <a:prstGeom prst="line">
              <a:avLst/>
            </a:prstGeom>
            <a:noFill/>
            <a:ln w="9525">
              <a:solidFill>
                <a:schemeClr val="tx1"/>
              </a:solidFill>
              <a:round/>
            </a:ln>
          </p:spPr>
          <p:txBody>
            <a:bodyPr wrap="none" anchor="ctr"/>
            <a:lstStyle/>
            <a:p>
              <a:endParaRPr lang="en-US"/>
            </a:p>
          </p:txBody>
        </p:sp>
        <p:sp>
          <p:nvSpPr>
            <p:cNvPr id="34" name="Line 35"/>
            <p:cNvSpPr>
              <a:spLocks noChangeShapeType="1"/>
            </p:cNvSpPr>
            <p:nvPr/>
          </p:nvSpPr>
          <p:spPr bwMode="auto">
            <a:xfrm>
              <a:off x="2650" y="2256"/>
              <a:ext cx="384" cy="0"/>
            </a:xfrm>
            <a:prstGeom prst="line">
              <a:avLst/>
            </a:prstGeom>
            <a:noFill/>
            <a:ln w="9525">
              <a:solidFill>
                <a:schemeClr val="tx1"/>
              </a:solidFill>
              <a:round/>
            </a:ln>
          </p:spPr>
          <p:txBody>
            <a:bodyPr wrap="none" anchor="ctr"/>
            <a:lstStyle/>
            <a:p>
              <a:endParaRPr lang="en-US"/>
            </a:p>
          </p:txBody>
        </p:sp>
        <p:sp>
          <p:nvSpPr>
            <p:cNvPr id="35" name="Text Box 36"/>
            <p:cNvSpPr txBox="1">
              <a:spLocks noChangeArrowheads="1"/>
            </p:cNvSpPr>
            <p:nvPr/>
          </p:nvSpPr>
          <p:spPr bwMode="auto">
            <a:xfrm>
              <a:off x="310" y="2057"/>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36" name="Text Box 37"/>
            <p:cNvSpPr txBox="1">
              <a:spLocks noChangeArrowheads="1"/>
            </p:cNvSpPr>
            <p:nvPr/>
          </p:nvSpPr>
          <p:spPr bwMode="auto">
            <a:xfrm>
              <a:off x="2710" y="204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37" name="Group 372"/>
          <p:cNvGrpSpPr/>
          <p:nvPr/>
        </p:nvGrpSpPr>
        <p:grpSpPr bwMode="auto">
          <a:xfrm>
            <a:off x="9385" y="3962400"/>
            <a:ext cx="4495800" cy="457200"/>
            <a:chOff x="202" y="2496"/>
            <a:chExt cx="2832" cy="288"/>
          </a:xfrm>
        </p:grpSpPr>
        <p:sp>
          <p:nvSpPr>
            <p:cNvPr id="38" name="Rectangle 156"/>
            <p:cNvSpPr>
              <a:spLocks noChangeArrowheads="1"/>
            </p:cNvSpPr>
            <p:nvPr/>
          </p:nvSpPr>
          <p:spPr bwMode="auto">
            <a:xfrm>
              <a:off x="14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39" name="Rectangle 157"/>
            <p:cNvSpPr>
              <a:spLocks noChangeArrowheads="1"/>
            </p:cNvSpPr>
            <p:nvPr/>
          </p:nvSpPr>
          <p:spPr bwMode="auto">
            <a:xfrm>
              <a:off x="16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0" name="Rectangle 158"/>
            <p:cNvSpPr>
              <a:spLocks noChangeArrowheads="1"/>
            </p:cNvSpPr>
            <p:nvPr/>
          </p:nvSpPr>
          <p:spPr bwMode="auto">
            <a:xfrm>
              <a:off x="18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1" name="Rectangle 159"/>
            <p:cNvSpPr>
              <a:spLocks noChangeArrowheads="1"/>
            </p:cNvSpPr>
            <p:nvPr/>
          </p:nvSpPr>
          <p:spPr bwMode="auto">
            <a:xfrm>
              <a:off x="20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2" name="Rectangle 160"/>
            <p:cNvSpPr>
              <a:spLocks noChangeArrowheads="1"/>
            </p:cNvSpPr>
            <p:nvPr/>
          </p:nvSpPr>
          <p:spPr bwMode="auto">
            <a:xfrm>
              <a:off x="120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43" name="Rectangle 161"/>
            <p:cNvSpPr>
              <a:spLocks noChangeArrowheads="1"/>
            </p:cNvSpPr>
            <p:nvPr/>
          </p:nvSpPr>
          <p:spPr bwMode="auto">
            <a:xfrm>
              <a:off x="99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44" name="Rectangle 162"/>
            <p:cNvSpPr>
              <a:spLocks noChangeArrowheads="1"/>
            </p:cNvSpPr>
            <p:nvPr/>
          </p:nvSpPr>
          <p:spPr bwMode="auto">
            <a:xfrm>
              <a:off x="22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5" name="Rectangle 163"/>
            <p:cNvSpPr>
              <a:spLocks noChangeArrowheads="1"/>
            </p:cNvSpPr>
            <p:nvPr/>
          </p:nvSpPr>
          <p:spPr bwMode="auto">
            <a:xfrm>
              <a:off x="24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6" name="Rectangle 164"/>
            <p:cNvSpPr>
              <a:spLocks noChangeArrowheads="1"/>
            </p:cNvSpPr>
            <p:nvPr/>
          </p:nvSpPr>
          <p:spPr bwMode="auto">
            <a:xfrm>
              <a:off x="79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7" name="Rectangle 165"/>
            <p:cNvSpPr>
              <a:spLocks noChangeArrowheads="1"/>
            </p:cNvSpPr>
            <p:nvPr/>
          </p:nvSpPr>
          <p:spPr bwMode="auto">
            <a:xfrm>
              <a:off x="586"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8" name="Line 166"/>
            <p:cNvSpPr>
              <a:spLocks noChangeShapeType="1"/>
            </p:cNvSpPr>
            <p:nvPr/>
          </p:nvSpPr>
          <p:spPr bwMode="auto">
            <a:xfrm>
              <a:off x="586" y="2496"/>
              <a:ext cx="2061" cy="0"/>
            </a:xfrm>
            <a:prstGeom prst="line">
              <a:avLst/>
            </a:prstGeom>
            <a:noFill/>
            <a:ln w="28575" cap="sq">
              <a:solidFill>
                <a:schemeClr val="tx1"/>
              </a:solidFill>
              <a:round/>
            </a:ln>
          </p:spPr>
          <p:txBody>
            <a:bodyPr/>
            <a:lstStyle/>
            <a:p>
              <a:endParaRPr lang="en-US"/>
            </a:p>
          </p:txBody>
        </p:sp>
        <p:sp>
          <p:nvSpPr>
            <p:cNvPr id="49" name="Line 167"/>
            <p:cNvSpPr>
              <a:spLocks noChangeShapeType="1"/>
            </p:cNvSpPr>
            <p:nvPr/>
          </p:nvSpPr>
          <p:spPr bwMode="auto">
            <a:xfrm>
              <a:off x="586" y="2768"/>
              <a:ext cx="2061" cy="0"/>
            </a:xfrm>
            <a:prstGeom prst="line">
              <a:avLst/>
            </a:prstGeom>
            <a:noFill/>
            <a:ln w="28575" cap="sq">
              <a:solidFill>
                <a:schemeClr val="tx1"/>
              </a:solidFill>
              <a:round/>
            </a:ln>
          </p:spPr>
          <p:txBody>
            <a:bodyPr/>
            <a:lstStyle/>
            <a:p>
              <a:endParaRPr lang="en-US"/>
            </a:p>
          </p:txBody>
        </p:sp>
        <p:sp>
          <p:nvSpPr>
            <p:cNvPr id="50" name="Line 168"/>
            <p:cNvSpPr>
              <a:spLocks noChangeShapeType="1"/>
            </p:cNvSpPr>
            <p:nvPr/>
          </p:nvSpPr>
          <p:spPr bwMode="auto">
            <a:xfrm>
              <a:off x="586" y="2496"/>
              <a:ext cx="0" cy="272"/>
            </a:xfrm>
            <a:prstGeom prst="line">
              <a:avLst/>
            </a:prstGeom>
            <a:noFill/>
            <a:ln w="28575" cap="sq">
              <a:solidFill>
                <a:schemeClr val="tx1"/>
              </a:solidFill>
              <a:round/>
            </a:ln>
          </p:spPr>
          <p:txBody>
            <a:bodyPr/>
            <a:lstStyle/>
            <a:p>
              <a:endParaRPr lang="en-US"/>
            </a:p>
          </p:txBody>
        </p:sp>
        <p:sp>
          <p:nvSpPr>
            <p:cNvPr id="51" name="Line 169"/>
            <p:cNvSpPr>
              <a:spLocks noChangeShapeType="1"/>
            </p:cNvSpPr>
            <p:nvPr/>
          </p:nvSpPr>
          <p:spPr bwMode="auto">
            <a:xfrm>
              <a:off x="793" y="2496"/>
              <a:ext cx="0" cy="272"/>
            </a:xfrm>
            <a:prstGeom prst="line">
              <a:avLst/>
            </a:prstGeom>
            <a:noFill/>
            <a:ln w="12700">
              <a:solidFill>
                <a:schemeClr val="tx1"/>
              </a:solidFill>
              <a:round/>
            </a:ln>
          </p:spPr>
          <p:txBody>
            <a:bodyPr/>
            <a:lstStyle/>
            <a:p>
              <a:endParaRPr lang="en-US"/>
            </a:p>
          </p:txBody>
        </p:sp>
        <p:sp>
          <p:nvSpPr>
            <p:cNvPr id="52" name="Line 170"/>
            <p:cNvSpPr>
              <a:spLocks noChangeShapeType="1"/>
            </p:cNvSpPr>
            <p:nvPr/>
          </p:nvSpPr>
          <p:spPr bwMode="auto">
            <a:xfrm>
              <a:off x="999" y="2496"/>
              <a:ext cx="0" cy="272"/>
            </a:xfrm>
            <a:prstGeom prst="line">
              <a:avLst/>
            </a:prstGeom>
            <a:noFill/>
            <a:ln w="12700">
              <a:solidFill>
                <a:schemeClr val="tx1"/>
              </a:solidFill>
              <a:round/>
            </a:ln>
          </p:spPr>
          <p:txBody>
            <a:bodyPr/>
            <a:lstStyle/>
            <a:p>
              <a:endParaRPr lang="en-US"/>
            </a:p>
          </p:txBody>
        </p:sp>
        <p:sp>
          <p:nvSpPr>
            <p:cNvPr id="53" name="Line 171"/>
            <p:cNvSpPr>
              <a:spLocks noChangeShapeType="1"/>
            </p:cNvSpPr>
            <p:nvPr/>
          </p:nvSpPr>
          <p:spPr bwMode="auto">
            <a:xfrm>
              <a:off x="2647" y="2496"/>
              <a:ext cx="0" cy="272"/>
            </a:xfrm>
            <a:prstGeom prst="line">
              <a:avLst/>
            </a:prstGeom>
            <a:noFill/>
            <a:ln w="28575" cap="sq">
              <a:solidFill>
                <a:schemeClr val="tx1"/>
              </a:solidFill>
              <a:round/>
            </a:ln>
          </p:spPr>
          <p:txBody>
            <a:bodyPr/>
            <a:lstStyle/>
            <a:p>
              <a:endParaRPr lang="en-US"/>
            </a:p>
          </p:txBody>
        </p:sp>
        <p:sp>
          <p:nvSpPr>
            <p:cNvPr id="54" name="Line 172"/>
            <p:cNvSpPr>
              <a:spLocks noChangeShapeType="1"/>
            </p:cNvSpPr>
            <p:nvPr/>
          </p:nvSpPr>
          <p:spPr bwMode="auto">
            <a:xfrm>
              <a:off x="2441" y="2496"/>
              <a:ext cx="0" cy="272"/>
            </a:xfrm>
            <a:prstGeom prst="line">
              <a:avLst/>
            </a:prstGeom>
            <a:noFill/>
            <a:ln w="12700">
              <a:solidFill>
                <a:schemeClr val="tx1"/>
              </a:solidFill>
              <a:round/>
            </a:ln>
          </p:spPr>
          <p:txBody>
            <a:bodyPr/>
            <a:lstStyle/>
            <a:p>
              <a:endParaRPr lang="en-US"/>
            </a:p>
          </p:txBody>
        </p:sp>
        <p:sp>
          <p:nvSpPr>
            <p:cNvPr id="55" name="Line 173"/>
            <p:cNvSpPr>
              <a:spLocks noChangeShapeType="1"/>
            </p:cNvSpPr>
            <p:nvPr/>
          </p:nvSpPr>
          <p:spPr bwMode="auto">
            <a:xfrm>
              <a:off x="1205" y="2496"/>
              <a:ext cx="0" cy="272"/>
            </a:xfrm>
            <a:prstGeom prst="line">
              <a:avLst/>
            </a:prstGeom>
            <a:noFill/>
            <a:ln w="12700">
              <a:solidFill>
                <a:schemeClr val="tx1"/>
              </a:solidFill>
              <a:round/>
            </a:ln>
          </p:spPr>
          <p:txBody>
            <a:bodyPr/>
            <a:lstStyle/>
            <a:p>
              <a:endParaRPr lang="en-US"/>
            </a:p>
          </p:txBody>
        </p:sp>
        <p:sp>
          <p:nvSpPr>
            <p:cNvPr id="56" name="Line 174"/>
            <p:cNvSpPr>
              <a:spLocks noChangeShapeType="1"/>
            </p:cNvSpPr>
            <p:nvPr/>
          </p:nvSpPr>
          <p:spPr bwMode="auto">
            <a:xfrm>
              <a:off x="1411" y="2496"/>
              <a:ext cx="0" cy="272"/>
            </a:xfrm>
            <a:prstGeom prst="line">
              <a:avLst/>
            </a:prstGeom>
            <a:noFill/>
            <a:ln w="12700">
              <a:solidFill>
                <a:schemeClr val="tx1"/>
              </a:solidFill>
              <a:round/>
            </a:ln>
          </p:spPr>
          <p:txBody>
            <a:bodyPr/>
            <a:lstStyle/>
            <a:p>
              <a:endParaRPr lang="en-US"/>
            </a:p>
          </p:txBody>
        </p:sp>
        <p:sp>
          <p:nvSpPr>
            <p:cNvPr id="57" name="Line 175"/>
            <p:cNvSpPr>
              <a:spLocks noChangeShapeType="1"/>
            </p:cNvSpPr>
            <p:nvPr/>
          </p:nvSpPr>
          <p:spPr bwMode="auto">
            <a:xfrm>
              <a:off x="2235" y="2496"/>
              <a:ext cx="0" cy="272"/>
            </a:xfrm>
            <a:prstGeom prst="line">
              <a:avLst/>
            </a:prstGeom>
            <a:noFill/>
            <a:ln w="12700">
              <a:solidFill>
                <a:schemeClr val="tx1"/>
              </a:solidFill>
              <a:round/>
            </a:ln>
          </p:spPr>
          <p:txBody>
            <a:bodyPr/>
            <a:lstStyle/>
            <a:p>
              <a:endParaRPr lang="en-US"/>
            </a:p>
          </p:txBody>
        </p:sp>
        <p:sp>
          <p:nvSpPr>
            <p:cNvPr id="58" name="Line 176"/>
            <p:cNvSpPr>
              <a:spLocks noChangeShapeType="1"/>
            </p:cNvSpPr>
            <p:nvPr/>
          </p:nvSpPr>
          <p:spPr bwMode="auto">
            <a:xfrm>
              <a:off x="2029" y="2496"/>
              <a:ext cx="0" cy="272"/>
            </a:xfrm>
            <a:prstGeom prst="line">
              <a:avLst/>
            </a:prstGeom>
            <a:noFill/>
            <a:ln w="12700">
              <a:solidFill>
                <a:schemeClr val="tx1"/>
              </a:solidFill>
              <a:round/>
            </a:ln>
          </p:spPr>
          <p:txBody>
            <a:bodyPr/>
            <a:lstStyle/>
            <a:p>
              <a:endParaRPr lang="en-US"/>
            </a:p>
          </p:txBody>
        </p:sp>
        <p:sp>
          <p:nvSpPr>
            <p:cNvPr id="59" name="Line 177"/>
            <p:cNvSpPr>
              <a:spLocks noChangeShapeType="1"/>
            </p:cNvSpPr>
            <p:nvPr/>
          </p:nvSpPr>
          <p:spPr bwMode="auto">
            <a:xfrm>
              <a:off x="1823" y="2496"/>
              <a:ext cx="0" cy="272"/>
            </a:xfrm>
            <a:prstGeom prst="line">
              <a:avLst/>
            </a:prstGeom>
            <a:noFill/>
            <a:ln w="12700">
              <a:solidFill>
                <a:schemeClr val="tx1"/>
              </a:solidFill>
              <a:round/>
            </a:ln>
          </p:spPr>
          <p:txBody>
            <a:bodyPr/>
            <a:lstStyle/>
            <a:p>
              <a:endParaRPr lang="en-US"/>
            </a:p>
          </p:txBody>
        </p:sp>
        <p:sp>
          <p:nvSpPr>
            <p:cNvPr id="60" name="Line 178"/>
            <p:cNvSpPr>
              <a:spLocks noChangeShapeType="1"/>
            </p:cNvSpPr>
            <p:nvPr/>
          </p:nvSpPr>
          <p:spPr bwMode="auto">
            <a:xfrm>
              <a:off x="1617" y="2496"/>
              <a:ext cx="0" cy="272"/>
            </a:xfrm>
            <a:prstGeom prst="line">
              <a:avLst/>
            </a:prstGeom>
            <a:noFill/>
            <a:ln w="12700">
              <a:solidFill>
                <a:schemeClr val="tx1"/>
              </a:solidFill>
              <a:round/>
            </a:ln>
          </p:spPr>
          <p:txBody>
            <a:bodyPr/>
            <a:lstStyle/>
            <a:p>
              <a:endParaRPr lang="en-US"/>
            </a:p>
          </p:txBody>
        </p:sp>
        <p:sp>
          <p:nvSpPr>
            <p:cNvPr id="61" name="Line 179"/>
            <p:cNvSpPr>
              <a:spLocks noChangeShapeType="1"/>
            </p:cNvSpPr>
            <p:nvPr/>
          </p:nvSpPr>
          <p:spPr bwMode="auto">
            <a:xfrm>
              <a:off x="202" y="2496"/>
              <a:ext cx="384" cy="0"/>
            </a:xfrm>
            <a:prstGeom prst="line">
              <a:avLst/>
            </a:prstGeom>
            <a:noFill/>
            <a:ln w="9525">
              <a:solidFill>
                <a:schemeClr val="tx1"/>
              </a:solidFill>
              <a:round/>
            </a:ln>
          </p:spPr>
          <p:txBody>
            <a:bodyPr wrap="none" anchor="ctr"/>
            <a:lstStyle/>
            <a:p>
              <a:endParaRPr lang="en-US"/>
            </a:p>
          </p:txBody>
        </p:sp>
        <p:sp>
          <p:nvSpPr>
            <p:cNvPr id="62" name="Line 180"/>
            <p:cNvSpPr>
              <a:spLocks noChangeShapeType="1"/>
            </p:cNvSpPr>
            <p:nvPr/>
          </p:nvSpPr>
          <p:spPr bwMode="auto">
            <a:xfrm>
              <a:off x="202" y="2784"/>
              <a:ext cx="384" cy="0"/>
            </a:xfrm>
            <a:prstGeom prst="line">
              <a:avLst/>
            </a:prstGeom>
            <a:noFill/>
            <a:ln w="9525">
              <a:solidFill>
                <a:schemeClr val="tx1"/>
              </a:solidFill>
              <a:round/>
            </a:ln>
          </p:spPr>
          <p:txBody>
            <a:bodyPr wrap="none" anchor="ctr"/>
            <a:lstStyle/>
            <a:p>
              <a:endParaRPr lang="en-US"/>
            </a:p>
          </p:txBody>
        </p:sp>
        <p:sp>
          <p:nvSpPr>
            <p:cNvPr id="63" name="Line 181"/>
            <p:cNvSpPr>
              <a:spLocks noChangeShapeType="1"/>
            </p:cNvSpPr>
            <p:nvPr/>
          </p:nvSpPr>
          <p:spPr bwMode="auto">
            <a:xfrm>
              <a:off x="2650" y="2496"/>
              <a:ext cx="384" cy="0"/>
            </a:xfrm>
            <a:prstGeom prst="line">
              <a:avLst/>
            </a:prstGeom>
            <a:noFill/>
            <a:ln w="9525">
              <a:solidFill>
                <a:schemeClr val="tx1"/>
              </a:solidFill>
              <a:round/>
            </a:ln>
          </p:spPr>
          <p:txBody>
            <a:bodyPr wrap="none" anchor="ctr"/>
            <a:lstStyle/>
            <a:p>
              <a:endParaRPr lang="en-US"/>
            </a:p>
          </p:txBody>
        </p:sp>
        <p:sp>
          <p:nvSpPr>
            <p:cNvPr id="64" name="Line 182"/>
            <p:cNvSpPr>
              <a:spLocks noChangeShapeType="1"/>
            </p:cNvSpPr>
            <p:nvPr/>
          </p:nvSpPr>
          <p:spPr bwMode="auto">
            <a:xfrm>
              <a:off x="2640" y="2736"/>
              <a:ext cx="394" cy="0"/>
            </a:xfrm>
            <a:prstGeom prst="line">
              <a:avLst/>
            </a:prstGeom>
            <a:noFill/>
            <a:ln w="9525">
              <a:solidFill>
                <a:schemeClr val="tx1"/>
              </a:solidFill>
              <a:round/>
            </a:ln>
          </p:spPr>
          <p:txBody>
            <a:bodyPr wrap="none" anchor="ctr"/>
            <a:lstStyle/>
            <a:p>
              <a:endParaRPr lang="en-US"/>
            </a:p>
          </p:txBody>
        </p:sp>
        <p:sp>
          <p:nvSpPr>
            <p:cNvPr id="65" name="Text Box 183"/>
            <p:cNvSpPr txBox="1">
              <a:spLocks noChangeArrowheads="1"/>
            </p:cNvSpPr>
            <p:nvPr/>
          </p:nvSpPr>
          <p:spPr bwMode="auto">
            <a:xfrm>
              <a:off x="284" y="2549"/>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66" name="Text Box 184"/>
            <p:cNvSpPr txBox="1">
              <a:spLocks noChangeArrowheads="1"/>
            </p:cNvSpPr>
            <p:nvPr/>
          </p:nvSpPr>
          <p:spPr bwMode="auto">
            <a:xfrm>
              <a:off x="2710" y="2525"/>
              <a:ext cx="244" cy="212"/>
            </a:xfrm>
            <a:prstGeom prst="rect">
              <a:avLst/>
            </a:prstGeom>
            <a:noFill/>
            <a:ln w="9525">
              <a:noFill/>
              <a:miter lim="800000"/>
            </a:ln>
          </p:spPr>
          <p:txBody>
            <a:bodyPr wrap="none">
              <a:spAutoFit/>
            </a:bodyPr>
            <a:lstStyle/>
            <a:p>
              <a:r>
                <a:rPr lang="en-US" sz="1600"/>
                <a:t>…</a:t>
              </a:r>
              <a:endParaRPr lang="en-US" sz="1600"/>
            </a:p>
          </p:txBody>
        </p:sp>
      </p:grpSp>
      <p:sp>
        <p:nvSpPr>
          <p:cNvPr id="67" name="Text Box 213"/>
          <p:cNvSpPr txBox="1">
            <a:spLocks noChangeArrowheads="1"/>
          </p:cNvSpPr>
          <p:nvPr/>
        </p:nvSpPr>
        <p:spPr bwMode="auto">
          <a:xfrm>
            <a:off x="120510" y="4807838"/>
            <a:ext cx="387350" cy="336550"/>
          </a:xfrm>
          <a:prstGeom prst="rect">
            <a:avLst/>
          </a:prstGeom>
          <a:noFill/>
          <a:ln w="9525">
            <a:noFill/>
            <a:miter lim="800000"/>
          </a:ln>
        </p:spPr>
        <p:txBody>
          <a:bodyPr wrap="none">
            <a:spAutoFit/>
          </a:bodyPr>
          <a:lstStyle/>
          <a:p>
            <a:r>
              <a:rPr lang="en-US" sz="1600"/>
              <a:t>…</a:t>
            </a:r>
            <a:endParaRPr lang="en-US" sz="1600"/>
          </a:p>
        </p:txBody>
      </p:sp>
      <p:grpSp>
        <p:nvGrpSpPr>
          <p:cNvPr id="68" name="Group 373"/>
          <p:cNvGrpSpPr/>
          <p:nvPr/>
        </p:nvGrpSpPr>
        <p:grpSpPr bwMode="auto">
          <a:xfrm>
            <a:off x="9385" y="4724400"/>
            <a:ext cx="4495800" cy="457200"/>
            <a:chOff x="202" y="2976"/>
            <a:chExt cx="2832" cy="288"/>
          </a:xfrm>
        </p:grpSpPr>
        <p:sp>
          <p:nvSpPr>
            <p:cNvPr id="69" name="Rectangle 186"/>
            <p:cNvSpPr>
              <a:spLocks noChangeArrowheads="1"/>
            </p:cNvSpPr>
            <p:nvPr/>
          </p:nvSpPr>
          <p:spPr bwMode="auto">
            <a:xfrm>
              <a:off x="141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0" name="Rectangle 187"/>
            <p:cNvSpPr>
              <a:spLocks noChangeArrowheads="1"/>
            </p:cNvSpPr>
            <p:nvPr/>
          </p:nvSpPr>
          <p:spPr bwMode="auto">
            <a:xfrm>
              <a:off x="1617"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p>
          </p:txBody>
        </p:sp>
        <p:sp>
          <p:nvSpPr>
            <p:cNvPr id="71" name="Rectangle 188"/>
            <p:cNvSpPr>
              <a:spLocks noChangeArrowheads="1"/>
            </p:cNvSpPr>
            <p:nvPr/>
          </p:nvSpPr>
          <p:spPr bwMode="auto">
            <a:xfrm>
              <a:off x="182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2" name="Rectangle 189"/>
            <p:cNvSpPr>
              <a:spLocks noChangeArrowheads="1"/>
            </p:cNvSpPr>
            <p:nvPr/>
          </p:nvSpPr>
          <p:spPr bwMode="auto">
            <a:xfrm>
              <a:off x="202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3" name="Rectangle 190"/>
            <p:cNvSpPr>
              <a:spLocks noChangeArrowheads="1"/>
            </p:cNvSpPr>
            <p:nvPr/>
          </p:nvSpPr>
          <p:spPr bwMode="auto">
            <a:xfrm>
              <a:off x="120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4" name="Rectangle 191"/>
            <p:cNvSpPr>
              <a:spLocks noChangeArrowheads="1"/>
            </p:cNvSpPr>
            <p:nvPr/>
          </p:nvSpPr>
          <p:spPr bwMode="auto">
            <a:xfrm>
              <a:off x="99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75" name="Rectangle 192"/>
            <p:cNvSpPr>
              <a:spLocks noChangeArrowheads="1"/>
            </p:cNvSpPr>
            <p:nvPr/>
          </p:nvSpPr>
          <p:spPr bwMode="auto">
            <a:xfrm>
              <a:off x="223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6" name="Rectangle 193"/>
            <p:cNvSpPr>
              <a:spLocks noChangeArrowheads="1"/>
            </p:cNvSpPr>
            <p:nvPr/>
          </p:nvSpPr>
          <p:spPr bwMode="auto">
            <a:xfrm>
              <a:off x="244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7" name="Rectangle 194"/>
            <p:cNvSpPr>
              <a:spLocks noChangeArrowheads="1"/>
            </p:cNvSpPr>
            <p:nvPr/>
          </p:nvSpPr>
          <p:spPr bwMode="auto">
            <a:xfrm>
              <a:off x="79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8" name="Rectangle 195"/>
            <p:cNvSpPr>
              <a:spLocks noChangeArrowheads="1"/>
            </p:cNvSpPr>
            <p:nvPr/>
          </p:nvSpPr>
          <p:spPr bwMode="auto">
            <a:xfrm>
              <a:off x="586" y="297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9" name="Line 196"/>
            <p:cNvSpPr>
              <a:spLocks noChangeShapeType="1"/>
            </p:cNvSpPr>
            <p:nvPr/>
          </p:nvSpPr>
          <p:spPr bwMode="auto">
            <a:xfrm>
              <a:off x="586" y="2976"/>
              <a:ext cx="2061" cy="0"/>
            </a:xfrm>
            <a:prstGeom prst="line">
              <a:avLst/>
            </a:prstGeom>
            <a:noFill/>
            <a:ln w="28575" cap="sq">
              <a:solidFill>
                <a:schemeClr val="tx1"/>
              </a:solidFill>
              <a:round/>
            </a:ln>
          </p:spPr>
          <p:txBody>
            <a:bodyPr/>
            <a:lstStyle/>
            <a:p>
              <a:endParaRPr lang="en-US"/>
            </a:p>
          </p:txBody>
        </p:sp>
        <p:sp>
          <p:nvSpPr>
            <p:cNvPr id="80" name="Line 197"/>
            <p:cNvSpPr>
              <a:spLocks noChangeShapeType="1"/>
            </p:cNvSpPr>
            <p:nvPr/>
          </p:nvSpPr>
          <p:spPr bwMode="auto">
            <a:xfrm>
              <a:off x="586" y="3248"/>
              <a:ext cx="2061" cy="0"/>
            </a:xfrm>
            <a:prstGeom prst="line">
              <a:avLst/>
            </a:prstGeom>
            <a:noFill/>
            <a:ln w="28575" cap="sq">
              <a:solidFill>
                <a:schemeClr val="tx1"/>
              </a:solidFill>
              <a:round/>
            </a:ln>
          </p:spPr>
          <p:txBody>
            <a:bodyPr/>
            <a:lstStyle/>
            <a:p>
              <a:endParaRPr lang="en-US"/>
            </a:p>
          </p:txBody>
        </p:sp>
        <p:sp>
          <p:nvSpPr>
            <p:cNvPr id="81" name="Line 198"/>
            <p:cNvSpPr>
              <a:spLocks noChangeShapeType="1"/>
            </p:cNvSpPr>
            <p:nvPr/>
          </p:nvSpPr>
          <p:spPr bwMode="auto">
            <a:xfrm>
              <a:off x="586" y="2976"/>
              <a:ext cx="0" cy="272"/>
            </a:xfrm>
            <a:prstGeom prst="line">
              <a:avLst/>
            </a:prstGeom>
            <a:noFill/>
            <a:ln w="28575" cap="sq">
              <a:solidFill>
                <a:schemeClr val="tx1"/>
              </a:solidFill>
              <a:round/>
            </a:ln>
          </p:spPr>
          <p:txBody>
            <a:bodyPr/>
            <a:lstStyle/>
            <a:p>
              <a:endParaRPr lang="en-US"/>
            </a:p>
          </p:txBody>
        </p:sp>
        <p:sp>
          <p:nvSpPr>
            <p:cNvPr id="82" name="Line 199"/>
            <p:cNvSpPr>
              <a:spLocks noChangeShapeType="1"/>
            </p:cNvSpPr>
            <p:nvPr/>
          </p:nvSpPr>
          <p:spPr bwMode="auto">
            <a:xfrm>
              <a:off x="793" y="2976"/>
              <a:ext cx="0" cy="272"/>
            </a:xfrm>
            <a:prstGeom prst="line">
              <a:avLst/>
            </a:prstGeom>
            <a:noFill/>
            <a:ln w="12700">
              <a:solidFill>
                <a:schemeClr val="tx1"/>
              </a:solidFill>
              <a:round/>
            </a:ln>
          </p:spPr>
          <p:txBody>
            <a:bodyPr/>
            <a:lstStyle/>
            <a:p>
              <a:endParaRPr lang="en-US"/>
            </a:p>
          </p:txBody>
        </p:sp>
        <p:sp>
          <p:nvSpPr>
            <p:cNvPr id="83" name="Line 200"/>
            <p:cNvSpPr>
              <a:spLocks noChangeShapeType="1"/>
            </p:cNvSpPr>
            <p:nvPr/>
          </p:nvSpPr>
          <p:spPr bwMode="auto">
            <a:xfrm>
              <a:off x="999" y="2976"/>
              <a:ext cx="0" cy="272"/>
            </a:xfrm>
            <a:prstGeom prst="line">
              <a:avLst/>
            </a:prstGeom>
            <a:noFill/>
            <a:ln w="12700">
              <a:solidFill>
                <a:schemeClr val="tx1"/>
              </a:solidFill>
              <a:round/>
            </a:ln>
          </p:spPr>
          <p:txBody>
            <a:bodyPr/>
            <a:lstStyle/>
            <a:p>
              <a:endParaRPr lang="en-US"/>
            </a:p>
          </p:txBody>
        </p:sp>
        <p:sp>
          <p:nvSpPr>
            <p:cNvPr id="84" name="Line 201"/>
            <p:cNvSpPr>
              <a:spLocks noChangeShapeType="1"/>
            </p:cNvSpPr>
            <p:nvPr/>
          </p:nvSpPr>
          <p:spPr bwMode="auto">
            <a:xfrm>
              <a:off x="2647" y="2976"/>
              <a:ext cx="0" cy="272"/>
            </a:xfrm>
            <a:prstGeom prst="line">
              <a:avLst/>
            </a:prstGeom>
            <a:noFill/>
            <a:ln w="28575" cap="sq">
              <a:solidFill>
                <a:schemeClr val="tx1"/>
              </a:solidFill>
              <a:round/>
            </a:ln>
          </p:spPr>
          <p:txBody>
            <a:bodyPr/>
            <a:lstStyle/>
            <a:p>
              <a:endParaRPr lang="en-US"/>
            </a:p>
          </p:txBody>
        </p:sp>
        <p:sp>
          <p:nvSpPr>
            <p:cNvPr id="85" name="Line 202"/>
            <p:cNvSpPr>
              <a:spLocks noChangeShapeType="1"/>
            </p:cNvSpPr>
            <p:nvPr/>
          </p:nvSpPr>
          <p:spPr bwMode="auto">
            <a:xfrm>
              <a:off x="2441" y="2976"/>
              <a:ext cx="0" cy="272"/>
            </a:xfrm>
            <a:prstGeom prst="line">
              <a:avLst/>
            </a:prstGeom>
            <a:noFill/>
            <a:ln w="12700">
              <a:solidFill>
                <a:schemeClr val="tx1"/>
              </a:solidFill>
              <a:round/>
            </a:ln>
          </p:spPr>
          <p:txBody>
            <a:bodyPr/>
            <a:lstStyle/>
            <a:p>
              <a:endParaRPr lang="en-US"/>
            </a:p>
          </p:txBody>
        </p:sp>
        <p:sp>
          <p:nvSpPr>
            <p:cNvPr id="86" name="Line 203"/>
            <p:cNvSpPr>
              <a:spLocks noChangeShapeType="1"/>
            </p:cNvSpPr>
            <p:nvPr/>
          </p:nvSpPr>
          <p:spPr bwMode="auto">
            <a:xfrm>
              <a:off x="1205" y="2976"/>
              <a:ext cx="0" cy="272"/>
            </a:xfrm>
            <a:prstGeom prst="line">
              <a:avLst/>
            </a:prstGeom>
            <a:noFill/>
            <a:ln w="12700">
              <a:solidFill>
                <a:schemeClr val="tx1"/>
              </a:solidFill>
              <a:round/>
            </a:ln>
          </p:spPr>
          <p:txBody>
            <a:bodyPr/>
            <a:lstStyle/>
            <a:p>
              <a:endParaRPr lang="en-US"/>
            </a:p>
          </p:txBody>
        </p:sp>
        <p:sp>
          <p:nvSpPr>
            <p:cNvPr id="87" name="Line 204"/>
            <p:cNvSpPr>
              <a:spLocks noChangeShapeType="1"/>
            </p:cNvSpPr>
            <p:nvPr/>
          </p:nvSpPr>
          <p:spPr bwMode="auto">
            <a:xfrm>
              <a:off x="1411" y="2976"/>
              <a:ext cx="0" cy="272"/>
            </a:xfrm>
            <a:prstGeom prst="line">
              <a:avLst/>
            </a:prstGeom>
            <a:noFill/>
            <a:ln w="12700">
              <a:solidFill>
                <a:schemeClr val="tx1"/>
              </a:solidFill>
              <a:round/>
            </a:ln>
          </p:spPr>
          <p:txBody>
            <a:bodyPr/>
            <a:lstStyle/>
            <a:p>
              <a:endParaRPr lang="en-US"/>
            </a:p>
          </p:txBody>
        </p:sp>
        <p:sp>
          <p:nvSpPr>
            <p:cNvPr id="88" name="Line 205"/>
            <p:cNvSpPr>
              <a:spLocks noChangeShapeType="1"/>
            </p:cNvSpPr>
            <p:nvPr/>
          </p:nvSpPr>
          <p:spPr bwMode="auto">
            <a:xfrm>
              <a:off x="2235" y="2976"/>
              <a:ext cx="0" cy="272"/>
            </a:xfrm>
            <a:prstGeom prst="line">
              <a:avLst/>
            </a:prstGeom>
            <a:noFill/>
            <a:ln w="12700">
              <a:solidFill>
                <a:schemeClr val="tx1"/>
              </a:solidFill>
              <a:round/>
            </a:ln>
          </p:spPr>
          <p:txBody>
            <a:bodyPr/>
            <a:lstStyle/>
            <a:p>
              <a:endParaRPr lang="en-US"/>
            </a:p>
          </p:txBody>
        </p:sp>
        <p:sp>
          <p:nvSpPr>
            <p:cNvPr id="89" name="Line 206"/>
            <p:cNvSpPr>
              <a:spLocks noChangeShapeType="1"/>
            </p:cNvSpPr>
            <p:nvPr/>
          </p:nvSpPr>
          <p:spPr bwMode="auto">
            <a:xfrm>
              <a:off x="2029" y="2976"/>
              <a:ext cx="0" cy="272"/>
            </a:xfrm>
            <a:prstGeom prst="line">
              <a:avLst/>
            </a:prstGeom>
            <a:noFill/>
            <a:ln w="12700">
              <a:solidFill>
                <a:schemeClr val="tx1"/>
              </a:solidFill>
              <a:round/>
            </a:ln>
          </p:spPr>
          <p:txBody>
            <a:bodyPr/>
            <a:lstStyle/>
            <a:p>
              <a:endParaRPr lang="en-US"/>
            </a:p>
          </p:txBody>
        </p:sp>
        <p:sp>
          <p:nvSpPr>
            <p:cNvPr id="90" name="Line 207"/>
            <p:cNvSpPr>
              <a:spLocks noChangeShapeType="1"/>
            </p:cNvSpPr>
            <p:nvPr/>
          </p:nvSpPr>
          <p:spPr bwMode="auto">
            <a:xfrm>
              <a:off x="1823" y="2976"/>
              <a:ext cx="0" cy="272"/>
            </a:xfrm>
            <a:prstGeom prst="line">
              <a:avLst/>
            </a:prstGeom>
            <a:noFill/>
            <a:ln w="12700">
              <a:solidFill>
                <a:schemeClr val="tx1"/>
              </a:solidFill>
              <a:round/>
            </a:ln>
          </p:spPr>
          <p:txBody>
            <a:bodyPr/>
            <a:lstStyle/>
            <a:p>
              <a:endParaRPr lang="en-US"/>
            </a:p>
          </p:txBody>
        </p:sp>
        <p:sp>
          <p:nvSpPr>
            <p:cNvPr id="91" name="Line 208"/>
            <p:cNvSpPr>
              <a:spLocks noChangeShapeType="1"/>
            </p:cNvSpPr>
            <p:nvPr/>
          </p:nvSpPr>
          <p:spPr bwMode="auto">
            <a:xfrm>
              <a:off x="1617" y="2976"/>
              <a:ext cx="0" cy="272"/>
            </a:xfrm>
            <a:prstGeom prst="line">
              <a:avLst/>
            </a:prstGeom>
            <a:noFill/>
            <a:ln w="12700">
              <a:solidFill>
                <a:schemeClr val="tx1"/>
              </a:solidFill>
              <a:round/>
            </a:ln>
          </p:spPr>
          <p:txBody>
            <a:bodyPr/>
            <a:lstStyle/>
            <a:p>
              <a:endParaRPr lang="en-US"/>
            </a:p>
          </p:txBody>
        </p:sp>
        <p:sp>
          <p:nvSpPr>
            <p:cNvPr id="92" name="Line 209"/>
            <p:cNvSpPr>
              <a:spLocks noChangeShapeType="1"/>
            </p:cNvSpPr>
            <p:nvPr/>
          </p:nvSpPr>
          <p:spPr bwMode="auto">
            <a:xfrm>
              <a:off x="202" y="2976"/>
              <a:ext cx="384" cy="0"/>
            </a:xfrm>
            <a:prstGeom prst="line">
              <a:avLst/>
            </a:prstGeom>
            <a:noFill/>
            <a:ln w="9525">
              <a:solidFill>
                <a:schemeClr val="tx1"/>
              </a:solidFill>
              <a:round/>
            </a:ln>
          </p:spPr>
          <p:txBody>
            <a:bodyPr wrap="none" anchor="ctr"/>
            <a:lstStyle/>
            <a:p>
              <a:endParaRPr lang="en-US"/>
            </a:p>
          </p:txBody>
        </p:sp>
        <p:sp>
          <p:nvSpPr>
            <p:cNvPr id="93" name="Line 210"/>
            <p:cNvSpPr>
              <a:spLocks noChangeShapeType="1"/>
            </p:cNvSpPr>
            <p:nvPr/>
          </p:nvSpPr>
          <p:spPr bwMode="auto">
            <a:xfrm>
              <a:off x="202" y="3264"/>
              <a:ext cx="384" cy="0"/>
            </a:xfrm>
            <a:prstGeom prst="line">
              <a:avLst/>
            </a:prstGeom>
            <a:noFill/>
            <a:ln w="9525">
              <a:solidFill>
                <a:schemeClr val="tx1"/>
              </a:solidFill>
              <a:round/>
            </a:ln>
          </p:spPr>
          <p:txBody>
            <a:bodyPr wrap="none" anchor="ctr"/>
            <a:lstStyle/>
            <a:p>
              <a:endParaRPr lang="en-US"/>
            </a:p>
          </p:txBody>
        </p:sp>
        <p:sp>
          <p:nvSpPr>
            <p:cNvPr id="94" name="Line 211"/>
            <p:cNvSpPr>
              <a:spLocks noChangeShapeType="1"/>
            </p:cNvSpPr>
            <p:nvPr/>
          </p:nvSpPr>
          <p:spPr bwMode="auto">
            <a:xfrm>
              <a:off x="2650" y="2976"/>
              <a:ext cx="384" cy="0"/>
            </a:xfrm>
            <a:prstGeom prst="line">
              <a:avLst/>
            </a:prstGeom>
            <a:noFill/>
            <a:ln w="9525">
              <a:solidFill>
                <a:schemeClr val="tx1"/>
              </a:solidFill>
              <a:round/>
            </a:ln>
          </p:spPr>
          <p:txBody>
            <a:bodyPr wrap="none" anchor="ctr"/>
            <a:lstStyle/>
            <a:p>
              <a:endParaRPr lang="en-US"/>
            </a:p>
          </p:txBody>
        </p:sp>
        <p:sp>
          <p:nvSpPr>
            <p:cNvPr id="95" name="Line 212"/>
            <p:cNvSpPr>
              <a:spLocks noChangeShapeType="1"/>
            </p:cNvSpPr>
            <p:nvPr/>
          </p:nvSpPr>
          <p:spPr bwMode="auto">
            <a:xfrm>
              <a:off x="2650" y="3216"/>
              <a:ext cx="384" cy="0"/>
            </a:xfrm>
            <a:prstGeom prst="line">
              <a:avLst/>
            </a:prstGeom>
            <a:noFill/>
            <a:ln w="9525">
              <a:solidFill>
                <a:schemeClr val="tx1"/>
              </a:solidFill>
              <a:round/>
            </a:ln>
          </p:spPr>
          <p:txBody>
            <a:bodyPr wrap="none" anchor="ctr"/>
            <a:lstStyle/>
            <a:p>
              <a:endParaRPr lang="en-US"/>
            </a:p>
          </p:txBody>
        </p:sp>
        <p:sp>
          <p:nvSpPr>
            <p:cNvPr id="96" name="Text Box 214"/>
            <p:cNvSpPr txBox="1">
              <a:spLocks noChangeArrowheads="1"/>
            </p:cNvSpPr>
            <p:nvPr/>
          </p:nvSpPr>
          <p:spPr bwMode="auto">
            <a:xfrm>
              <a:off x="2710" y="300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97" name="Group 374"/>
          <p:cNvGrpSpPr/>
          <p:nvPr/>
        </p:nvGrpSpPr>
        <p:grpSpPr bwMode="auto">
          <a:xfrm>
            <a:off x="-6490" y="5486400"/>
            <a:ext cx="4495800" cy="457200"/>
            <a:chOff x="192" y="3456"/>
            <a:chExt cx="2832" cy="288"/>
          </a:xfrm>
        </p:grpSpPr>
        <p:sp>
          <p:nvSpPr>
            <p:cNvPr id="98" name="Rectangle 216"/>
            <p:cNvSpPr>
              <a:spLocks noChangeArrowheads="1"/>
            </p:cNvSpPr>
            <p:nvPr/>
          </p:nvSpPr>
          <p:spPr bwMode="auto">
            <a:xfrm>
              <a:off x="140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9" name="Rectangle 217"/>
            <p:cNvSpPr>
              <a:spLocks noChangeArrowheads="1"/>
            </p:cNvSpPr>
            <p:nvPr/>
          </p:nvSpPr>
          <p:spPr bwMode="auto">
            <a:xfrm>
              <a:off x="1607"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00" name="Rectangle 218"/>
            <p:cNvSpPr>
              <a:spLocks noChangeArrowheads="1"/>
            </p:cNvSpPr>
            <p:nvPr/>
          </p:nvSpPr>
          <p:spPr bwMode="auto">
            <a:xfrm>
              <a:off x="181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1" name="Rectangle 219"/>
            <p:cNvSpPr>
              <a:spLocks noChangeArrowheads="1"/>
            </p:cNvSpPr>
            <p:nvPr/>
          </p:nvSpPr>
          <p:spPr bwMode="auto">
            <a:xfrm>
              <a:off x="201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2" name="Rectangle 220"/>
            <p:cNvSpPr>
              <a:spLocks noChangeArrowheads="1"/>
            </p:cNvSpPr>
            <p:nvPr/>
          </p:nvSpPr>
          <p:spPr bwMode="auto">
            <a:xfrm>
              <a:off x="119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03" name="Rectangle 221"/>
            <p:cNvSpPr>
              <a:spLocks noChangeArrowheads="1"/>
            </p:cNvSpPr>
            <p:nvPr/>
          </p:nvSpPr>
          <p:spPr bwMode="auto">
            <a:xfrm>
              <a:off x="98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04" name="Rectangle 222"/>
            <p:cNvSpPr>
              <a:spLocks noChangeArrowheads="1"/>
            </p:cNvSpPr>
            <p:nvPr/>
          </p:nvSpPr>
          <p:spPr bwMode="auto">
            <a:xfrm>
              <a:off x="222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5" name="Rectangle 223"/>
            <p:cNvSpPr>
              <a:spLocks noChangeArrowheads="1"/>
            </p:cNvSpPr>
            <p:nvPr/>
          </p:nvSpPr>
          <p:spPr bwMode="auto">
            <a:xfrm>
              <a:off x="243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6" name="Rectangle 224"/>
            <p:cNvSpPr>
              <a:spLocks noChangeArrowheads="1"/>
            </p:cNvSpPr>
            <p:nvPr/>
          </p:nvSpPr>
          <p:spPr bwMode="auto">
            <a:xfrm>
              <a:off x="78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7" name="Rectangle 225"/>
            <p:cNvSpPr>
              <a:spLocks noChangeArrowheads="1"/>
            </p:cNvSpPr>
            <p:nvPr/>
          </p:nvSpPr>
          <p:spPr bwMode="auto">
            <a:xfrm>
              <a:off x="576" y="345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8" name="Line 226"/>
            <p:cNvSpPr>
              <a:spLocks noChangeShapeType="1"/>
            </p:cNvSpPr>
            <p:nvPr/>
          </p:nvSpPr>
          <p:spPr bwMode="auto">
            <a:xfrm>
              <a:off x="576" y="3456"/>
              <a:ext cx="2061" cy="0"/>
            </a:xfrm>
            <a:prstGeom prst="line">
              <a:avLst/>
            </a:prstGeom>
            <a:noFill/>
            <a:ln w="28575" cap="sq">
              <a:solidFill>
                <a:schemeClr val="tx1"/>
              </a:solidFill>
              <a:round/>
            </a:ln>
          </p:spPr>
          <p:txBody>
            <a:bodyPr/>
            <a:lstStyle/>
            <a:p>
              <a:endParaRPr lang="en-US"/>
            </a:p>
          </p:txBody>
        </p:sp>
        <p:sp>
          <p:nvSpPr>
            <p:cNvPr id="109" name="Line 227"/>
            <p:cNvSpPr>
              <a:spLocks noChangeShapeType="1"/>
            </p:cNvSpPr>
            <p:nvPr/>
          </p:nvSpPr>
          <p:spPr bwMode="auto">
            <a:xfrm>
              <a:off x="576" y="3728"/>
              <a:ext cx="2061" cy="0"/>
            </a:xfrm>
            <a:prstGeom prst="line">
              <a:avLst/>
            </a:prstGeom>
            <a:noFill/>
            <a:ln w="28575" cap="sq">
              <a:solidFill>
                <a:schemeClr val="tx1"/>
              </a:solidFill>
              <a:round/>
            </a:ln>
          </p:spPr>
          <p:txBody>
            <a:bodyPr/>
            <a:lstStyle/>
            <a:p>
              <a:endParaRPr lang="en-US"/>
            </a:p>
          </p:txBody>
        </p:sp>
        <p:sp>
          <p:nvSpPr>
            <p:cNvPr id="110" name="Line 228"/>
            <p:cNvSpPr>
              <a:spLocks noChangeShapeType="1"/>
            </p:cNvSpPr>
            <p:nvPr/>
          </p:nvSpPr>
          <p:spPr bwMode="auto">
            <a:xfrm>
              <a:off x="576" y="3456"/>
              <a:ext cx="0" cy="272"/>
            </a:xfrm>
            <a:prstGeom prst="line">
              <a:avLst/>
            </a:prstGeom>
            <a:noFill/>
            <a:ln w="28575" cap="sq">
              <a:solidFill>
                <a:schemeClr val="tx1"/>
              </a:solidFill>
              <a:round/>
            </a:ln>
          </p:spPr>
          <p:txBody>
            <a:bodyPr/>
            <a:lstStyle/>
            <a:p>
              <a:endParaRPr lang="en-US"/>
            </a:p>
          </p:txBody>
        </p:sp>
        <p:sp>
          <p:nvSpPr>
            <p:cNvPr id="111" name="Line 229"/>
            <p:cNvSpPr>
              <a:spLocks noChangeShapeType="1"/>
            </p:cNvSpPr>
            <p:nvPr/>
          </p:nvSpPr>
          <p:spPr bwMode="auto">
            <a:xfrm>
              <a:off x="783" y="3456"/>
              <a:ext cx="0" cy="272"/>
            </a:xfrm>
            <a:prstGeom prst="line">
              <a:avLst/>
            </a:prstGeom>
            <a:noFill/>
            <a:ln w="12700">
              <a:solidFill>
                <a:schemeClr val="tx1"/>
              </a:solidFill>
              <a:round/>
            </a:ln>
          </p:spPr>
          <p:txBody>
            <a:bodyPr/>
            <a:lstStyle/>
            <a:p>
              <a:endParaRPr lang="en-US"/>
            </a:p>
          </p:txBody>
        </p:sp>
        <p:sp>
          <p:nvSpPr>
            <p:cNvPr id="112" name="Line 230"/>
            <p:cNvSpPr>
              <a:spLocks noChangeShapeType="1"/>
            </p:cNvSpPr>
            <p:nvPr/>
          </p:nvSpPr>
          <p:spPr bwMode="auto">
            <a:xfrm>
              <a:off x="989" y="3456"/>
              <a:ext cx="0" cy="272"/>
            </a:xfrm>
            <a:prstGeom prst="line">
              <a:avLst/>
            </a:prstGeom>
            <a:noFill/>
            <a:ln w="12700">
              <a:solidFill>
                <a:schemeClr val="tx1"/>
              </a:solidFill>
              <a:round/>
            </a:ln>
          </p:spPr>
          <p:txBody>
            <a:bodyPr/>
            <a:lstStyle/>
            <a:p>
              <a:endParaRPr lang="en-US"/>
            </a:p>
          </p:txBody>
        </p:sp>
        <p:sp>
          <p:nvSpPr>
            <p:cNvPr id="113" name="Line 231"/>
            <p:cNvSpPr>
              <a:spLocks noChangeShapeType="1"/>
            </p:cNvSpPr>
            <p:nvPr/>
          </p:nvSpPr>
          <p:spPr bwMode="auto">
            <a:xfrm>
              <a:off x="2637" y="3456"/>
              <a:ext cx="0" cy="272"/>
            </a:xfrm>
            <a:prstGeom prst="line">
              <a:avLst/>
            </a:prstGeom>
            <a:noFill/>
            <a:ln w="28575" cap="sq">
              <a:solidFill>
                <a:schemeClr val="tx1"/>
              </a:solidFill>
              <a:round/>
            </a:ln>
          </p:spPr>
          <p:txBody>
            <a:bodyPr/>
            <a:lstStyle/>
            <a:p>
              <a:endParaRPr lang="en-US"/>
            </a:p>
          </p:txBody>
        </p:sp>
        <p:sp>
          <p:nvSpPr>
            <p:cNvPr id="114" name="Line 232"/>
            <p:cNvSpPr>
              <a:spLocks noChangeShapeType="1"/>
            </p:cNvSpPr>
            <p:nvPr/>
          </p:nvSpPr>
          <p:spPr bwMode="auto">
            <a:xfrm>
              <a:off x="2431" y="3456"/>
              <a:ext cx="0" cy="272"/>
            </a:xfrm>
            <a:prstGeom prst="line">
              <a:avLst/>
            </a:prstGeom>
            <a:noFill/>
            <a:ln w="12700">
              <a:solidFill>
                <a:schemeClr val="tx1"/>
              </a:solidFill>
              <a:round/>
            </a:ln>
          </p:spPr>
          <p:txBody>
            <a:bodyPr/>
            <a:lstStyle/>
            <a:p>
              <a:endParaRPr lang="en-US"/>
            </a:p>
          </p:txBody>
        </p:sp>
        <p:sp>
          <p:nvSpPr>
            <p:cNvPr id="115" name="Line 233"/>
            <p:cNvSpPr>
              <a:spLocks noChangeShapeType="1"/>
            </p:cNvSpPr>
            <p:nvPr/>
          </p:nvSpPr>
          <p:spPr bwMode="auto">
            <a:xfrm>
              <a:off x="1195" y="3456"/>
              <a:ext cx="0" cy="272"/>
            </a:xfrm>
            <a:prstGeom prst="line">
              <a:avLst/>
            </a:prstGeom>
            <a:noFill/>
            <a:ln w="12700">
              <a:solidFill>
                <a:schemeClr val="tx1"/>
              </a:solidFill>
              <a:round/>
            </a:ln>
          </p:spPr>
          <p:txBody>
            <a:bodyPr/>
            <a:lstStyle/>
            <a:p>
              <a:endParaRPr lang="en-US"/>
            </a:p>
          </p:txBody>
        </p:sp>
        <p:sp>
          <p:nvSpPr>
            <p:cNvPr id="116" name="Line 234"/>
            <p:cNvSpPr>
              <a:spLocks noChangeShapeType="1"/>
            </p:cNvSpPr>
            <p:nvPr/>
          </p:nvSpPr>
          <p:spPr bwMode="auto">
            <a:xfrm>
              <a:off x="1401" y="3456"/>
              <a:ext cx="0" cy="272"/>
            </a:xfrm>
            <a:prstGeom prst="line">
              <a:avLst/>
            </a:prstGeom>
            <a:noFill/>
            <a:ln w="12700">
              <a:solidFill>
                <a:schemeClr val="tx1"/>
              </a:solidFill>
              <a:round/>
            </a:ln>
          </p:spPr>
          <p:txBody>
            <a:bodyPr/>
            <a:lstStyle/>
            <a:p>
              <a:endParaRPr lang="en-US"/>
            </a:p>
          </p:txBody>
        </p:sp>
        <p:sp>
          <p:nvSpPr>
            <p:cNvPr id="117" name="Line 235"/>
            <p:cNvSpPr>
              <a:spLocks noChangeShapeType="1"/>
            </p:cNvSpPr>
            <p:nvPr/>
          </p:nvSpPr>
          <p:spPr bwMode="auto">
            <a:xfrm>
              <a:off x="2225" y="3456"/>
              <a:ext cx="0" cy="272"/>
            </a:xfrm>
            <a:prstGeom prst="line">
              <a:avLst/>
            </a:prstGeom>
            <a:noFill/>
            <a:ln w="12700">
              <a:solidFill>
                <a:schemeClr val="tx1"/>
              </a:solidFill>
              <a:round/>
            </a:ln>
          </p:spPr>
          <p:txBody>
            <a:bodyPr/>
            <a:lstStyle/>
            <a:p>
              <a:endParaRPr lang="en-US"/>
            </a:p>
          </p:txBody>
        </p:sp>
        <p:sp>
          <p:nvSpPr>
            <p:cNvPr id="118" name="Line 236"/>
            <p:cNvSpPr>
              <a:spLocks noChangeShapeType="1"/>
            </p:cNvSpPr>
            <p:nvPr/>
          </p:nvSpPr>
          <p:spPr bwMode="auto">
            <a:xfrm>
              <a:off x="2019" y="3456"/>
              <a:ext cx="0" cy="272"/>
            </a:xfrm>
            <a:prstGeom prst="line">
              <a:avLst/>
            </a:prstGeom>
            <a:noFill/>
            <a:ln w="12700">
              <a:solidFill>
                <a:schemeClr val="tx1"/>
              </a:solidFill>
              <a:round/>
            </a:ln>
          </p:spPr>
          <p:txBody>
            <a:bodyPr/>
            <a:lstStyle/>
            <a:p>
              <a:endParaRPr lang="en-US"/>
            </a:p>
          </p:txBody>
        </p:sp>
        <p:sp>
          <p:nvSpPr>
            <p:cNvPr id="119" name="Line 237"/>
            <p:cNvSpPr>
              <a:spLocks noChangeShapeType="1"/>
            </p:cNvSpPr>
            <p:nvPr/>
          </p:nvSpPr>
          <p:spPr bwMode="auto">
            <a:xfrm>
              <a:off x="1813" y="3456"/>
              <a:ext cx="0" cy="272"/>
            </a:xfrm>
            <a:prstGeom prst="line">
              <a:avLst/>
            </a:prstGeom>
            <a:noFill/>
            <a:ln w="12700">
              <a:solidFill>
                <a:schemeClr val="tx1"/>
              </a:solidFill>
              <a:round/>
            </a:ln>
          </p:spPr>
          <p:txBody>
            <a:bodyPr/>
            <a:lstStyle/>
            <a:p>
              <a:endParaRPr lang="en-US"/>
            </a:p>
          </p:txBody>
        </p:sp>
        <p:sp>
          <p:nvSpPr>
            <p:cNvPr id="120" name="Line 238"/>
            <p:cNvSpPr>
              <a:spLocks noChangeShapeType="1"/>
            </p:cNvSpPr>
            <p:nvPr/>
          </p:nvSpPr>
          <p:spPr bwMode="auto">
            <a:xfrm>
              <a:off x="1607" y="3456"/>
              <a:ext cx="0" cy="272"/>
            </a:xfrm>
            <a:prstGeom prst="line">
              <a:avLst/>
            </a:prstGeom>
            <a:noFill/>
            <a:ln w="12700">
              <a:solidFill>
                <a:schemeClr val="tx1"/>
              </a:solidFill>
              <a:round/>
            </a:ln>
          </p:spPr>
          <p:txBody>
            <a:bodyPr/>
            <a:lstStyle/>
            <a:p>
              <a:endParaRPr lang="en-US"/>
            </a:p>
          </p:txBody>
        </p:sp>
        <p:sp>
          <p:nvSpPr>
            <p:cNvPr id="121" name="Line 239"/>
            <p:cNvSpPr>
              <a:spLocks noChangeShapeType="1"/>
            </p:cNvSpPr>
            <p:nvPr/>
          </p:nvSpPr>
          <p:spPr bwMode="auto">
            <a:xfrm>
              <a:off x="192" y="3456"/>
              <a:ext cx="384" cy="0"/>
            </a:xfrm>
            <a:prstGeom prst="line">
              <a:avLst/>
            </a:prstGeom>
            <a:noFill/>
            <a:ln w="9525">
              <a:solidFill>
                <a:schemeClr val="tx1"/>
              </a:solidFill>
              <a:round/>
            </a:ln>
          </p:spPr>
          <p:txBody>
            <a:bodyPr wrap="none" anchor="ctr"/>
            <a:lstStyle/>
            <a:p>
              <a:endParaRPr lang="en-US"/>
            </a:p>
          </p:txBody>
        </p:sp>
        <p:sp>
          <p:nvSpPr>
            <p:cNvPr id="122" name="Line 240"/>
            <p:cNvSpPr>
              <a:spLocks noChangeShapeType="1"/>
            </p:cNvSpPr>
            <p:nvPr/>
          </p:nvSpPr>
          <p:spPr bwMode="auto">
            <a:xfrm>
              <a:off x="192" y="3744"/>
              <a:ext cx="384" cy="0"/>
            </a:xfrm>
            <a:prstGeom prst="line">
              <a:avLst/>
            </a:prstGeom>
            <a:noFill/>
            <a:ln w="9525">
              <a:solidFill>
                <a:schemeClr val="tx1"/>
              </a:solidFill>
              <a:round/>
            </a:ln>
          </p:spPr>
          <p:txBody>
            <a:bodyPr wrap="none" anchor="ctr"/>
            <a:lstStyle/>
            <a:p>
              <a:endParaRPr lang="en-US"/>
            </a:p>
          </p:txBody>
        </p:sp>
        <p:sp>
          <p:nvSpPr>
            <p:cNvPr id="123" name="Line 241"/>
            <p:cNvSpPr>
              <a:spLocks noChangeShapeType="1"/>
            </p:cNvSpPr>
            <p:nvPr/>
          </p:nvSpPr>
          <p:spPr bwMode="auto">
            <a:xfrm>
              <a:off x="2640" y="3456"/>
              <a:ext cx="384" cy="0"/>
            </a:xfrm>
            <a:prstGeom prst="line">
              <a:avLst/>
            </a:prstGeom>
            <a:noFill/>
            <a:ln w="9525">
              <a:solidFill>
                <a:schemeClr val="tx1"/>
              </a:solidFill>
              <a:round/>
            </a:ln>
          </p:spPr>
          <p:txBody>
            <a:bodyPr wrap="none" anchor="ctr"/>
            <a:lstStyle/>
            <a:p>
              <a:endParaRPr lang="en-US"/>
            </a:p>
          </p:txBody>
        </p:sp>
        <p:sp>
          <p:nvSpPr>
            <p:cNvPr id="124" name="Line 242"/>
            <p:cNvSpPr>
              <a:spLocks noChangeShapeType="1"/>
            </p:cNvSpPr>
            <p:nvPr/>
          </p:nvSpPr>
          <p:spPr bwMode="auto">
            <a:xfrm>
              <a:off x="2640" y="3696"/>
              <a:ext cx="384" cy="0"/>
            </a:xfrm>
            <a:prstGeom prst="line">
              <a:avLst/>
            </a:prstGeom>
            <a:noFill/>
            <a:ln w="9525">
              <a:solidFill>
                <a:schemeClr val="tx1"/>
              </a:solidFill>
              <a:round/>
            </a:ln>
          </p:spPr>
          <p:txBody>
            <a:bodyPr wrap="none" anchor="ctr"/>
            <a:lstStyle/>
            <a:p>
              <a:endParaRPr lang="en-US"/>
            </a:p>
          </p:txBody>
        </p:sp>
        <p:sp>
          <p:nvSpPr>
            <p:cNvPr id="125" name="Text Box 243"/>
            <p:cNvSpPr txBox="1">
              <a:spLocks noChangeArrowheads="1"/>
            </p:cNvSpPr>
            <p:nvPr/>
          </p:nvSpPr>
          <p:spPr bwMode="auto">
            <a:xfrm>
              <a:off x="290" y="3485"/>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126" name="Text Box 244"/>
            <p:cNvSpPr txBox="1">
              <a:spLocks noChangeArrowheads="1"/>
            </p:cNvSpPr>
            <p:nvPr/>
          </p:nvSpPr>
          <p:spPr bwMode="auto">
            <a:xfrm>
              <a:off x="2700" y="3485"/>
              <a:ext cx="244" cy="212"/>
            </a:xfrm>
            <a:prstGeom prst="rect">
              <a:avLst/>
            </a:prstGeom>
            <a:noFill/>
            <a:ln w="9525">
              <a:noFill/>
              <a:miter lim="800000"/>
            </a:ln>
          </p:spPr>
          <p:txBody>
            <a:bodyPr wrap="none">
              <a:spAutoFit/>
            </a:bodyPr>
            <a:lstStyle/>
            <a:p>
              <a:r>
                <a:rPr lang="en-US" sz="1600" dirty="0"/>
                <a:t>…</a:t>
              </a:r>
              <a:endParaRPr lang="en-US" sz="1600" dirty="0"/>
            </a:p>
          </p:txBody>
        </p:sp>
      </p:grpSp>
      <p:sp>
        <p:nvSpPr>
          <p:cNvPr id="215" name="Line 378"/>
          <p:cNvSpPr>
            <a:spLocks noChangeShapeType="1"/>
          </p:cNvSpPr>
          <p:nvPr/>
        </p:nvSpPr>
        <p:spPr bwMode="auto">
          <a:xfrm>
            <a:off x="12889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6" name="Line 379"/>
          <p:cNvSpPr>
            <a:spLocks noChangeShapeType="1"/>
          </p:cNvSpPr>
          <p:nvPr/>
        </p:nvSpPr>
        <p:spPr bwMode="auto">
          <a:xfrm>
            <a:off x="2279510" y="4419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7" name="Line 380"/>
          <p:cNvSpPr>
            <a:spLocks noChangeShapeType="1"/>
          </p:cNvSpPr>
          <p:nvPr/>
        </p:nvSpPr>
        <p:spPr bwMode="auto">
          <a:xfrm>
            <a:off x="1669910" y="5181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1" name="Line 414"/>
          <p:cNvSpPr>
            <a:spLocks noChangeShapeType="1"/>
          </p:cNvSpPr>
          <p:nvPr/>
        </p:nvSpPr>
        <p:spPr bwMode="auto">
          <a:xfrm>
            <a:off x="13651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2" name="TextBox 251"/>
          <p:cNvSpPr txBox="1">
            <a:spLocks noChangeArrowheads="1"/>
          </p:cNvSpPr>
          <p:nvPr/>
        </p:nvSpPr>
        <p:spPr bwMode="auto">
          <a:xfrm>
            <a:off x="1822310" y="4343400"/>
            <a:ext cx="441325" cy="400050"/>
          </a:xfrm>
          <a:prstGeom prst="rect">
            <a:avLst/>
          </a:prstGeom>
          <a:noFill/>
          <a:ln w="9525">
            <a:noFill/>
            <a:miter lim="800000"/>
          </a:ln>
        </p:spPr>
        <p:txBody>
          <a:bodyPr wrap="none">
            <a:spAutoFit/>
          </a:bodyPr>
          <a:lstStyle/>
          <a:p>
            <a:r>
              <a:rPr lang="en-US"/>
              <a:t>…</a:t>
            </a:r>
            <a:endParaRPr lang="en-US"/>
          </a:p>
        </p:txBody>
      </p:sp>
      <p:sp>
        <p:nvSpPr>
          <p:cNvPr id="253" name="TextBox 252"/>
          <p:cNvSpPr txBox="1">
            <a:spLocks noChangeArrowheads="1"/>
          </p:cNvSpPr>
          <p:nvPr/>
        </p:nvSpPr>
        <p:spPr bwMode="auto">
          <a:xfrm>
            <a:off x="1822310" y="5105400"/>
            <a:ext cx="441325" cy="400050"/>
          </a:xfrm>
          <a:prstGeom prst="rect">
            <a:avLst/>
          </a:prstGeom>
          <a:noFill/>
          <a:ln w="9525">
            <a:noFill/>
            <a:miter lim="800000"/>
          </a:ln>
        </p:spPr>
        <p:txBody>
          <a:bodyPr wrap="none">
            <a:spAutoFit/>
          </a:bodyPr>
          <a:lstStyle/>
          <a:p>
            <a:r>
              <a:rPr lang="en-US"/>
              <a:t>…</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思路分析：以</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000111</m:t>
                    </m:r>
                  </m:oMath>
                </a14:m>
                <a:r>
                  <a:rPr lang="zh-CN" altLang="en-US" dirty="0"/>
                  <a:t>为例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 name="Group 371"/>
          <p:cNvGrpSpPr/>
          <p:nvPr/>
        </p:nvGrpSpPr>
        <p:grpSpPr bwMode="auto">
          <a:xfrm>
            <a:off x="9385" y="3200400"/>
            <a:ext cx="4495800" cy="457200"/>
            <a:chOff x="202" y="2016"/>
            <a:chExt cx="2832" cy="288"/>
          </a:xfrm>
        </p:grpSpPr>
        <p:sp>
          <p:nvSpPr>
            <p:cNvPr id="8" name="Rectangle 58"/>
            <p:cNvSpPr>
              <a:spLocks noChangeArrowheads="1"/>
            </p:cNvSpPr>
            <p:nvPr/>
          </p:nvSpPr>
          <p:spPr bwMode="auto">
            <a:xfrm>
              <a:off x="141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 name="Rectangle 55"/>
            <p:cNvSpPr>
              <a:spLocks noChangeArrowheads="1"/>
            </p:cNvSpPr>
            <p:nvPr/>
          </p:nvSpPr>
          <p:spPr bwMode="auto">
            <a:xfrm>
              <a:off x="1617"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 name="Rectangle 52"/>
            <p:cNvSpPr>
              <a:spLocks noChangeArrowheads="1"/>
            </p:cNvSpPr>
            <p:nvPr/>
          </p:nvSpPr>
          <p:spPr bwMode="auto">
            <a:xfrm>
              <a:off x="182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1" name="Rectangle 49"/>
            <p:cNvSpPr>
              <a:spLocks noChangeArrowheads="1"/>
            </p:cNvSpPr>
            <p:nvPr/>
          </p:nvSpPr>
          <p:spPr bwMode="auto">
            <a:xfrm>
              <a:off x="202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2" name="Rectangle 46"/>
            <p:cNvSpPr>
              <a:spLocks noChangeArrowheads="1"/>
            </p:cNvSpPr>
            <p:nvPr/>
          </p:nvSpPr>
          <p:spPr bwMode="auto">
            <a:xfrm>
              <a:off x="120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3" name="Rectangle 43"/>
            <p:cNvSpPr>
              <a:spLocks noChangeArrowheads="1"/>
            </p:cNvSpPr>
            <p:nvPr/>
          </p:nvSpPr>
          <p:spPr bwMode="auto">
            <a:xfrm>
              <a:off x="99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4" name="Rectangle 40"/>
            <p:cNvSpPr>
              <a:spLocks noChangeArrowheads="1"/>
            </p:cNvSpPr>
            <p:nvPr/>
          </p:nvSpPr>
          <p:spPr bwMode="auto">
            <a:xfrm>
              <a:off x="223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5" name="Rectangle 5"/>
            <p:cNvSpPr>
              <a:spLocks noChangeArrowheads="1"/>
            </p:cNvSpPr>
            <p:nvPr/>
          </p:nvSpPr>
          <p:spPr bwMode="auto">
            <a:xfrm>
              <a:off x="244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 name="Rectangle 14"/>
            <p:cNvSpPr>
              <a:spLocks noChangeArrowheads="1"/>
            </p:cNvSpPr>
            <p:nvPr/>
          </p:nvSpPr>
          <p:spPr bwMode="auto">
            <a:xfrm>
              <a:off x="79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7" name="Rectangle 15"/>
            <p:cNvSpPr>
              <a:spLocks noChangeArrowheads="1"/>
            </p:cNvSpPr>
            <p:nvPr/>
          </p:nvSpPr>
          <p:spPr bwMode="auto">
            <a:xfrm>
              <a:off x="586" y="201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8" name="Line 17"/>
            <p:cNvSpPr>
              <a:spLocks noChangeShapeType="1"/>
            </p:cNvSpPr>
            <p:nvPr/>
          </p:nvSpPr>
          <p:spPr bwMode="auto">
            <a:xfrm>
              <a:off x="586" y="2016"/>
              <a:ext cx="2061" cy="0"/>
            </a:xfrm>
            <a:prstGeom prst="line">
              <a:avLst/>
            </a:prstGeom>
            <a:noFill/>
            <a:ln w="28575" cap="sq">
              <a:solidFill>
                <a:schemeClr val="tx1"/>
              </a:solidFill>
              <a:round/>
            </a:ln>
          </p:spPr>
          <p:txBody>
            <a:bodyPr/>
            <a:lstStyle/>
            <a:p>
              <a:endParaRPr lang="en-US"/>
            </a:p>
          </p:txBody>
        </p:sp>
        <p:sp>
          <p:nvSpPr>
            <p:cNvPr id="19" name="Line 18"/>
            <p:cNvSpPr>
              <a:spLocks noChangeShapeType="1"/>
            </p:cNvSpPr>
            <p:nvPr/>
          </p:nvSpPr>
          <p:spPr bwMode="auto">
            <a:xfrm>
              <a:off x="586" y="2288"/>
              <a:ext cx="2061" cy="0"/>
            </a:xfrm>
            <a:prstGeom prst="line">
              <a:avLst/>
            </a:prstGeom>
            <a:noFill/>
            <a:ln w="28575" cap="sq">
              <a:solidFill>
                <a:schemeClr val="tx1"/>
              </a:solidFill>
              <a:round/>
            </a:ln>
          </p:spPr>
          <p:txBody>
            <a:bodyPr/>
            <a:lstStyle/>
            <a:p>
              <a:endParaRPr lang="en-US"/>
            </a:p>
          </p:txBody>
        </p:sp>
        <p:sp>
          <p:nvSpPr>
            <p:cNvPr id="20" name="Line 19"/>
            <p:cNvSpPr>
              <a:spLocks noChangeShapeType="1"/>
            </p:cNvSpPr>
            <p:nvPr/>
          </p:nvSpPr>
          <p:spPr bwMode="auto">
            <a:xfrm>
              <a:off x="586" y="2016"/>
              <a:ext cx="0" cy="272"/>
            </a:xfrm>
            <a:prstGeom prst="line">
              <a:avLst/>
            </a:prstGeom>
            <a:noFill/>
            <a:ln w="28575" cap="sq">
              <a:solidFill>
                <a:schemeClr val="tx1"/>
              </a:solidFill>
              <a:round/>
            </a:ln>
          </p:spPr>
          <p:txBody>
            <a:bodyPr/>
            <a:lstStyle/>
            <a:p>
              <a:endParaRPr lang="en-US"/>
            </a:p>
          </p:txBody>
        </p:sp>
        <p:sp>
          <p:nvSpPr>
            <p:cNvPr id="21" name="Line 21"/>
            <p:cNvSpPr>
              <a:spLocks noChangeShapeType="1"/>
            </p:cNvSpPr>
            <p:nvPr/>
          </p:nvSpPr>
          <p:spPr bwMode="auto">
            <a:xfrm>
              <a:off x="793" y="2016"/>
              <a:ext cx="0" cy="272"/>
            </a:xfrm>
            <a:prstGeom prst="line">
              <a:avLst/>
            </a:prstGeom>
            <a:noFill/>
            <a:ln w="12700">
              <a:solidFill>
                <a:schemeClr val="tx1"/>
              </a:solidFill>
              <a:round/>
            </a:ln>
          </p:spPr>
          <p:txBody>
            <a:bodyPr/>
            <a:lstStyle/>
            <a:p>
              <a:endParaRPr lang="en-US"/>
            </a:p>
          </p:txBody>
        </p:sp>
        <p:sp>
          <p:nvSpPr>
            <p:cNvPr id="22" name="Line 22"/>
            <p:cNvSpPr>
              <a:spLocks noChangeShapeType="1"/>
            </p:cNvSpPr>
            <p:nvPr/>
          </p:nvSpPr>
          <p:spPr bwMode="auto">
            <a:xfrm>
              <a:off x="999" y="2016"/>
              <a:ext cx="0" cy="272"/>
            </a:xfrm>
            <a:prstGeom prst="line">
              <a:avLst/>
            </a:prstGeom>
            <a:noFill/>
            <a:ln w="12700">
              <a:solidFill>
                <a:schemeClr val="tx1"/>
              </a:solidFill>
              <a:round/>
            </a:ln>
          </p:spPr>
          <p:txBody>
            <a:bodyPr/>
            <a:lstStyle/>
            <a:p>
              <a:endParaRPr lang="en-US"/>
            </a:p>
          </p:txBody>
        </p:sp>
        <p:sp>
          <p:nvSpPr>
            <p:cNvPr id="23" name="Line 31"/>
            <p:cNvSpPr>
              <a:spLocks noChangeShapeType="1"/>
            </p:cNvSpPr>
            <p:nvPr/>
          </p:nvSpPr>
          <p:spPr bwMode="auto">
            <a:xfrm>
              <a:off x="2647" y="2016"/>
              <a:ext cx="0" cy="272"/>
            </a:xfrm>
            <a:prstGeom prst="line">
              <a:avLst/>
            </a:prstGeom>
            <a:noFill/>
            <a:ln w="28575" cap="sq">
              <a:solidFill>
                <a:schemeClr val="tx1"/>
              </a:solidFill>
              <a:round/>
            </a:ln>
          </p:spPr>
          <p:txBody>
            <a:bodyPr/>
            <a:lstStyle/>
            <a:p>
              <a:endParaRPr lang="en-US"/>
            </a:p>
          </p:txBody>
        </p:sp>
        <p:sp>
          <p:nvSpPr>
            <p:cNvPr id="24" name="Line 41"/>
            <p:cNvSpPr>
              <a:spLocks noChangeShapeType="1"/>
            </p:cNvSpPr>
            <p:nvPr/>
          </p:nvSpPr>
          <p:spPr bwMode="auto">
            <a:xfrm>
              <a:off x="2441" y="2016"/>
              <a:ext cx="0" cy="272"/>
            </a:xfrm>
            <a:prstGeom prst="line">
              <a:avLst/>
            </a:prstGeom>
            <a:noFill/>
            <a:ln w="12700">
              <a:solidFill>
                <a:schemeClr val="tx1"/>
              </a:solidFill>
              <a:round/>
            </a:ln>
          </p:spPr>
          <p:txBody>
            <a:bodyPr/>
            <a:lstStyle/>
            <a:p>
              <a:endParaRPr lang="en-US"/>
            </a:p>
          </p:txBody>
        </p:sp>
        <p:sp>
          <p:nvSpPr>
            <p:cNvPr id="25" name="Line 44"/>
            <p:cNvSpPr>
              <a:spLocks noChangeShapeType="1"/>
            </p:cNvSpPr>
            <p:nvPr/>
          </p:nvSpPr>
          <p:spPr bwMode="auto">
            <a:xfrm>
              <a:off x="1205" y="2016"/>
              <a:ext cx="0" cy="272"/>
            </a:xfrm>
            <a:prstGeom prst="line">
              <a:avLst/>
            </a:prstGeom>
            <a:noFill/>
            <a:ln w="12700">
              <a:solidFill>
                <a:schemeClr val="tx1"/>
              </a:solidFill>
              <a:round/>
            </a:ln>
          </p:spPr>
          <p:txBody>
            <a:bodyPr/>
            <a:lstStyle/>
            <a:p>
              <a:endParaRPr lang="en-US"/>
            </a:p>
          </p:txBody>
        </p:sp>
        <p:sp>
          <p:nvSpPr>
            <p:cNvPr id="26" name="Line 47"/>
            <p:cNvSpPr>
              <a:spLocks noChangeShapeType="1"/>
            </p:cNvSpPr>
            <p:nvPr/>
          </p:nvSpPr>
          <p:spPr bwMode="auto">
            <a:xfrm>
              <a:off x="1411" y="2016"/>
              <a:ext cx="0" cy="272"/>
            </a:xfrm>
            <a:prstGeom prst="line">
              <a:avLst/>
            </a:prstGeom>
            <a:noFill/>
            <a:ln w="12700">
              <a:solidFill>
                <a:schemeClr val="tx1"/>
              </a:solidFill>
              <a:round/>
            </a:ln>
          </p:spPr>
          <p:txBody>
            <a:bodyPr/>
            <a:lstStyle/>
            <a:p>
              <a:endParaRPr lang="en-US"/>
            </a:p>
          </p:txBody>
        </p:sp>
        <p:sp>
          <p:nvSpPr>
            <p:cNvPr id="27" name="Line 50"/>
            <p:cNvSpPr>
              <a:spLocks noChangeShapeType="1"/>
            </p:cNvSpPr>
            <p:nvPr/>
          </p:nvSpPr>
          <p:spPr bwMode="auto">
            <a:xfrm>
              <a:off x="2235" y="2016"/>
              <a:ext cx="0" cy="272"/>
            </a:xfrm>
            <a:prstGeom prst="line">
              <a:avLst/>
            </a:prstGeom>
            <a:noFill/>
            <a:ln w="12700">
              <a:solidFill>
                <a:schemeClr val="tx1"/>
              </a:solidFill>
              <a:round/>
            </a:ln>
          </p:spPr>
          <p:txBody>
            <a:bodyPr/>
            <a:lstStyle/>
            <a:p>
              <a:endParaRPr lang="en-US"/>
            </a:p>
          </p:txBody>
        </p:sp>
        <p:sp>
          <p:nvSpPr>
            <p:cNvPr id="28" name="Line 53"/>
            <p:cNvSpPr>
              <a:spLocks noChangeShapeType="1"/>
            </p:cNvSpPr>
            <p:nvPr/>
          </p:nvSpPr>
          <p:spPr bwMode="auto">
            <a:xfrm>
              <a:off x="2029" y="2016"/>
              <a:ext cx="0" cy="272"/>
            </a:xfrm>
            <a:prstGeom prst="line">
              <a:avLst/>
            </a:prstGeom>
            <a:noFill/>
            <a:ln w="12700">
              <a:solidFill>
                <a:schemeClr val="tx1"/>
              </a:solidFill>
              <a:round/>
            </a:ln>
          </p:spPr>
          <p:txBody>
            <a:bodyPr/>
            <a:lstStyle/>
            <a:p>
              <a:endParaRPr lang="en-US"/>
            </a:p>
          </p:txBody>
        </p:sp>
        <p:sp>
          <p:nvSpPr>
            <p:cNvPr id="29" name="Line 56"/>
            <p:cNvSpPr>
              <a:spLocks noChangeShapeType="1"/>
            </p:cNvSpPr>
            <p:nvPr/>
          </p:nvSpPr>
          <p:spPr bwMode="auto">
            <a:xfrm>
              <a:off x="1823" y="2016"/>
              <a:ext cx="0" cy="272"/>
            </a:xfrm>
            <a:prstGeom prst="line">
              <a:avLst/>
            </a:prstGeom>
            <a:noFill/>
            <a:ln w="12700">
              <a:solidFill>
                <a:schemeClr val="tx1"/>
              </a:solidFill>
              <a:round/>
            </a:ln>
          </p:spPr>
          <p:txBody>
            <a:bodyPr/>
            <a:lstStyle/>
            <a:p>
              <a:endParaRPr lang="en-US"/>
            </a:p>
          </p:txBody>
        </p:sp>
        <p:sp>
          <p:nvSpPr>
            <p:cNvPr id="30" name="Line 59"/>
            <p:cNvSpPr>
              <a:spLocks noChangeShapeType="1"/>
            </p:cNvSpPr>
            <p:nvPr/>
          </p:nvSpPr>
          <p:spPr bwMode="auto">
            <a:xfrm>
              <a:off x="1617" y="2016"/>
              <a:ext cx="0" cy="272"/>
            </a:xfrm>
            <a:prstGeom prst="line">
              <a:avLst/>
            </a:prstGeom>
            <a:noFill/>
            <a:ln w="12700">
              <a:solidFill>
                <a:schemeClr val="tx1"/>
              </a:solidFill>
              <a:round/>
            </a:ln>
          </p:spPr>
          <p:txBody>
            <a:bodyPr/>
            <a:lstStyle/>
            <a:p>
              <a:endParaRPr lang="en-US"/>
            </a:p>
          </p:txBody>
        </p:sp>
        <p:sp>
          <p:nvSpPr>
            <p:cNvPr id="31" name="Line 32"/>
            <p:cNvSpPr>
              <a:spLocks noChangeShapeType="1"/>
            </p:cNvSpPr>
            <p:nvPr/>
          </p:nvSpPr>
          <p:spPr bwMode="auto">
            <a:xfrm>
              <a:off x="202" y="2016"/>
              <a:ext cx="384" cy="0"/>
            </a:xfrm>
            <a:prstGeom prst="line">
              <a:avLst/>
            </a:prstGeom>
            <a:noFill/>
            <a:ln w="9525">
              <a:solidFill>
                <a:schemeClr val="tx1"/>
              </a:solidFill>
              <a:round/>
            </a:ln>
          </p:spPr>
          <p:txBody>
            <a:bodyPr wrap="none" anchor="ctr"/>
            <a:lstStyle/>
            <a:p>
              <a:endParaRPr lang="en-US"/>
            </a:p>
          </p:txBody>
        </p:sp>
        <p:sp>
          <p:nvSpPr>
            <p:cNvPr id="32" name="Line 33"/>
            <p:cNvSpPr>
              <a:spLocks noChangeShapeType="1"/>
            </p:cNvSpPr>
            <p:nvPr/>
          </p:nvSpPr>
          <p:spPr bwMode="auto">
            <a:xfrm>
              <a:off x="202" y="2304"/>
              <a:ext cx="384" cy="0"/>
            </a:xfrm>
            <a:prstGeom prst="line">
              <a:avLst/>
            </a:prstGeom>
            <a:noFill/>
            <a:ln w="9525">
              <a:solidFill>
                <a:schemeClr val="tx1"/>
              </a:solidFill>
              <a:round/>
            </a:ln>
          </p:spPr>
          <p:txBody>
            <a:bodyPr wrap="none" anchor="ctr"/>
            <a:lstStyle/>
            <a:p>
              <a:endParaRPr lang="en-US"/>
            </a:p>
          </p:txBody>
        </p:sp>
        <p:sp>
          <p:nvSpPr>
            <p:cNvPr id="33" name="Line 34"/>
            <p:cNvSpPr>
              <a:spLocks noChangeShapeType="1"/>
            </p:cNvSpPr>
            <p:nvPr/>
          </p:nvSpPr>
          <p:spPr bwMode="auto">
            <a:xfrm>
              <a:off x="2650" y="2016"/>
              <a:ext cx="384" cy="0"/>
            </a:xfrm>
            <a:prstGeom prst="line">
              <a:avLst/>
            </a:prstGeom>
            <a:noFill/>
            <a:ln w="9525">
              <a:solidFill>
                <a:schemeClr val="tx1"/>
              </a:solidFill>
              <a:round/>
            </a:ln>
          </p:spPr>
          <p:txBody>
            <a:bodyPr wrap="none" anchor="ctr"/>
            <a:lstStyle/>
            <a:p>
              <a:endParaRPr lang="en-US"/>
            </a:p>
          </p:txBody>
        </p:sp>
        <p:sp>
          <p:nvSpPr>
            <p:cNvPr id="34" name="Line 35"/>
            <p:cNvSpPr>
              <a:spLocks noChangeShapeType="1"/>
            </p:cNvSpPr>
            <p:nvPr/>
          </p:nvSpPr>
          <p:spPr bwMode="auto">
            <a:xfrm>
              <a:off x="2650" y="2256"/>
              <a:ext cx="384" cy="0"/>
            </a:xfrm>
            <a:prstGeom prst="line">
              <a:avLst/>
            </a:prstGeom>
            <a:noFill/>
            <a:ln w="9525">
              <a:solidFill>
                <a:schemeClr val="tx1"/>
              </a:solidFill>
              <a:round/>
            </a:ln>
          </p:spPr>
          <p:txBody>
            <a:bodyPr wrap="none" anchor="ctr"/>
            <a:lstStyle/>
            <a:p>
              <a:endParaRPr lang="en-US"/>
            </a:p>
          </p:txBody>
        </p:sp>
        <p:sp>
          <p:nvSpPr>
            <p:cNvPr id="35" name="Text Box 36"/>
            <p:cNvSpPr txBox="1">
              <a:spLocks noChangeArrowheads="1"/>
            </p:cNvSpPr>
            <p:nvPr/>
          </p:nvSpPr>
          <p:spPr bwMode="auto">
            <a:xfrm>
              <a:off x="310" y="2057"/>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36" name="Text Box 37"/>
            <p:cNvSpPr txBox="1">
              <a:spLocks noChangeArrowheads="1"/>
            </p:cNvSpPr>
            <p:nvPr/>
          </p:nvSpPr>
          <p:spPr bwMode="auto">
            <a:xfrm>
              <a:off x="2710" y="204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37" name="Group 372"/>
          <p:cNvGrpSpPr/>
          <p:nvPr/>
        </p:nvGrpSpPr>
        <p:grpSpPr bwMode="auto">
          <a:xfrm>
            <a:off x="9385" y="3962400"/>
            <a:ext cx="4495800" cy="457200"/>
            <a:chOff x="202" y="2496"/>
            <a:chExt cx="2832" cy="288"/>
          </a:xfrm>
        </p:grpSpPr>
        <p:sp>
          <p:nvSpPr>
            <p:cNvPr id="38" name="Rectangle 156"/>
            <p:cNvSpPr>
              <a:spLocks noChangeArrowheads="1"/>
            </p:cNvSpPr>
            <p:nvPr/>
          </p:nvSpPr>
          <p:spPr bwMode="auto">
            <a:xfrm>
              <a:off x="14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39" name="Rectangle 157"/>
            <p:cNvSpPr>
              <a:spLocks noChangeArrowheads="1"/>
            </p:cNvSpPr>
            <p:nvPr/>
          </p:nvSpPr>
          <p:spPr bwMode="auto">
            <a:xfrm>
              <a:off x="16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0" name="Rectangle 158"/>
            <p:cNvSpPr>
              <a:spLocks noChangeArrowheads="1"/>
            </p:cNvSpPr>
            <p:nvPr/>
          </p:nvSpPr>
          <p:spPr bwMode="auto">
            <a:xfrm>
              <a:off x="18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1" name="Rectangle 159"/>
            <p:cNvSpPr>
              <a:spLocks noChangeArrowheads="1"/>
            </p:cNvSpPr>
            <p:nvPr/>
          </p:nvSpPr>
          <p:spPr bwMode="auto">
            <a:xfrm>
              <a:off x="20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2" name="Rectangle 160"/>
            <p:cNvSpPr>
              <a:spLocks noChangeArrowheads="1"/>
            </p:cNvSpPr>
            <p:nvPr/>
          </p:nvSpPr>
          <p:spPr bwMode="auto">
            <a:xfrm>
              <a:off x="120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43" name="Rectangle 161"/>
            <p:cNvSpPr>
              <a:spLocks noChangeArrowheads="1"/>
            </p:cNvSpPr>
            <p:nvPr/>
          </p:nvSpPr>
          <p:spPr bwMode="auto">
            <a:xfrm>
              <a:off x="99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44" name="Rectangle 162"/>
            <p:cNvSpPr>
              <a:spLocks noChangeArrowheads="1"/>
            </p:cNvSpPr>
            <p:nvPr/>
          </p:nvSpPr>
          <p:spPr bwMode="auto">
            <a:xfrm>
              <a:off x="22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5" name="Rectangle 163"/>
            <p:cNvSpPr>
              <a:spLocks noChangeArrowheads="1"/>
            </p:cNvSpPr>
            <p:nvPr/>
          </p:nvSpPr>
          <p:spPr bwMode="auto">
            <a:xfrm>
              <a:off x="24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6" name="Rectangle 164"/>
            <p:cNvSpPr>
              <a:spLocks noChangeArrowheads="1"/>
            </p:cNvSpPr>
            <p:nvPr/>
          </p:nvSpPr>
          <p:spPr bwMode="auto">
            <a:xfrm>
              <a:off x="79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7" name="Rectangle 165"/>
            <p:cNvSpPr>
              <a:spLocks noChangeArrowheads="1"/>
            </p:cNvSpPr>
            <p:nvPr/>
          </p:nvSpPr>
          <p:spPr bwMode="auto">
            <a:xfrm>
              <a:off x="586"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8" name="Line 166"/>
            <p:cNvSpPr>
              <a:spLocks noChangeShapeType="1"/>
            </p:cNvSpPr>
            <p:nvPr/>
          </p:nvSpPr>
          <p:spPr bwMode="auto">
            <a:xfrm>
              <a:off x="586" y="2496"/>
              <a:ext cx="2061" cy="0"/>
            </a:xfrm>
            <a:prstGeom prst="line">
              <a:avLst/>
            </a:prstGeom>
            <a:noFill/>
            <a:ln w="28575" cap="sq">
              <a:solidFill>
                <a:schemeClr val="tx1"/>
              </a:solidFill>
              <a:round/>
            </a:ln>
          </p:spPr>
          <p:txBody>
            <a:bodyPr/>
            <a:lstStyle/>
            <a:p>
              <a:endParaRPr lang="en-US"/>
            </a:p>
          </p:txBody>
        </p:sp>
        <p:sp>
          <p:nvSpPr>
            <p:cNvPr id="49" name="Line 167"/>
            <p:cNvSpPr>
              <a:spLocks noChangeShapeType="1"/>
            </p:cNvSpPr>
            <p:nvPr/>
          </p:nvSpPr>
          <p:spPr bwMode="auto">
            <a:xfrm>
              <a:off x="586" y="2768"/>
              <a:ext cx="2061" cy="0"/>
            </a:xfrm>
            <a:prstGeom prst="line">
              <a:avLst/>
            </a:prstGeom>
            <a:noFill/>
            <a:ln w="28575" cap="sq">
              <a:solidFill>
                <a:schemeClr val="tx1"/>
              </a:solidFill>
              <a:round/>
            </a:ln>
          </p:spPr>
          <p:txBody>
            <a:bodyPr/>
            <a:lstStyle/>
            <a:p>
              <a:endParaRPr lang="en-US"/>
            </a:p>
          </p:txBody>
        </p:sp>
        <p:sp>
          <p:nvSpPr>
            <p:cNvPr id="50" name="Line 168"/>
            <p:cNvSpPr>
              <a:spLocks noChangeShapeType="1"/>
            </p:cNvSpPr>
            <p:nvPr/>
          </p:nvSpPr>
          <p:spPr bwMode="auto">
            <a:xfrm>
              <a:off x="586" y="2496"/>
              <a:ext cx="0" cy="272"/>
            </a:xfrm>
            <a:prstGeom prst="line">
              <a:avLst/>
            </a:prstGeom>
            <a:noFill/>
            <a:ln w="28575" cap="sq">
              <a:solidFill>
                <a:schemeClr val="tx1"/>
              </a:solidFill>
              <a:round/>
            </a:ln>
          </p:spPr>
          <p:txBody>
            <a:bodyPr/>
            <a:lstStyle/>
            <a:p>
              <a:endParaRPr lang="en-US"/>
            </a:p>
          </p:txBody>
        </p:sp>
        <p:sp>
          <p:nvSpPr>
            <p:cNvPr id="51" name="Line 169"/>
            <p:cNvSpPr>
              <a:spLocks noChangeShapeType="1"/>
            </p:cNvSpPr>
            <p:nvPr/>
          </p:nvSpPr>
          <p:spPr bwMode="auto">
            <a:xfrm>
              <a:off x="793" y="2496"/>
              <a:ext cx="0" cy="272"/>
            </a:xfrm>
            <a:prstGeom prst="line">
              <a:avLst/>
            </a:prstGeom>
            <a:noFill/>
            <a:ln w="12700">
              <a:solidFill>
                <a:schemeClr val="tx1"/>
              </a:solidFill>
              <a:round/>
            </a:ln>
          </p:spPr>
          <p:txBody>
            <a:bodyPr/>
            <a:lstStyle/>
            <a:p>
              <a:endParaRPr lang="en-US"/>
            </a:p>
          </p:txBody>
        </p:sp>
        <p:sp>
          <p:nvSpPr>
            <p:cNvPr id="52" name="Line 170"/>
            <p:cNvSpPr>
              <a:spLocks noChangeShapeType="1"/>
            </p:cNvSpPr>
            <p:nvPr/>
          </p:nvSpPr>
          <p:spPr bwMode="auto">
            <a:xfrm>
              <a:off x="999" y="2496"/>
              <a:ext cx="0" cy="272"/>
            </a:xfrm>
            <a:prstGeom prst="line">
              <a:avLst/>
            </a:prstGeom>
            <a:noFill/>
            <a:ln w="12700">
              <a:solidFill>
                <a:schemeClr val="tx1"/>
              </a:solidFill>
              <a:round/>
            </a:ln>
          </p:spPr>
          <p:txBody>
            <a:bodyPr/>
            <a:lstStyle/>
            <a:p>
              <a:endParaRPr lang="en-US"/>
            </a:p>
          </p:txBody>
        </p:sp>
        <p:sp>
          <p:nvSpPr>
            <p:cNvPr id="53" name="Line 171"/>
            <p:cNvSpPr>
              <a:spLocks noChangeShapeType="1"/>
            </p:cNvSpPr>
            <p:nvPr/>
          </p:nvSpPr>
          <p:spPr bwMode="auto">
            <a:xfrm>
              <a:off x="2647" y="2496"/>
              <a:ext cx="0" cy="272"/>
            </a:xfrm>
            <a:prstGeom prst="line">
              <a:avLst/>
            </a:prstGeom>
            <a:noFill/>
            <a:ln w="28575" cap="sq">
              <a:solidFill>
                <a:schemeClr val="tx1"/>
              </a:solidFill>
              <a:round/>
            </a:ln>
          </p:spPr>
          <p:txBody>
            <a:bodyPr/>
            <a:lstStyle/>
            <a:p>
              <a:endParaRPr lang="en-US"/>
            </a:p>
          </p:txBody>
        </p:sp>
        <p:sp>
          <p:nvSpPr>
            <p:cNvPr id="54" name="Line 172"/>
            <p:cNvSpPr>
              <a:spLocks noChangeShapeType="1"/>
            </p:cNvSpPr>
            <p:nvPr/>
          </p:nvSpPr>
          <p:spPr bwMode="auto">
            <a:xfrm>
              <a:off x="2441" y="2496"/>
              <a:ext cx="0" cy="272"/>
            </a:xfrm>
            <a:prstGeom prst="line">
              <a:avLst/>
            </a:prstGeom>
            <a:noFill/>
            <a:ln w="12700">
              <a:solidFill>
                <a:schemeClr val="tx1"/>
              </a:solidFill>
              <a:round/>
            </a:ln>
          </p:spPr>
          <p:txBody>
            <a:bodyPr/>
            <a:lstStyle/>
            <a:p>
              <a:endParaRPr lang="en-US"/>
            </a:p>
          </p:txBody>
        </p:sp>
        <p:sp>
          <p:nvSpPr>
            <p:cNvPr id="55" name="Line 173"/>
            <p:cNvSpPr>
              <a:spLocks noChangeShapeType="1"/>
            </p:cNvSpPr>
            <p:nvPr/>
          </p:nvSpPr>
          <p:spPr bwMode="auto">
            <a:xfrm>
              <a:off x="1205" y="2496"/>
              <a:ext cx="0" cy="272"/>
            </a:xfrm>
            <a:prstGeom prst="line">
              <a:avLst/>
            </a:prstGeom>
            <a:noFill/>
            <a:ln w="12700">
              <a:solidFill>
                <a:schemeClr val="tx1"/>
              </a:solidFill>
              <a:round/>
            </a:ln>
          </p:spPr>
          <p:txBody>
            <a:bodyPr/>
            <a:lstStyle/>
            <a:p>
              <a:endParaRPr lang="en-US"/>
            </a:p>
          </p:txBody>
        </p:sp>
        <p:sp>
          <p:nvSpPr>
            <p:cNvPr id="56" name="Line 174"/>
            <p:cNvSpPr>
              <a:spLocks noChangeShapeType="1"/>
            </p:cNvSpPr>
            <p:nvPr/>
          </p:nvSpPr>
          <p:spPr bwMode="auto">
            <a:xfrm>
              <a:off x="1411" y="2496"/>
              <a:ext cx="0" cy="272"/>
            </a:xfrm>
            <a:prstGeom prst="line">
              <a:avLst/>
            </a:prstGeom>
            <a:noFill/>
            <a:ln w="12700">
              <a:solidFill>
                <a:schemeClr val="tx1"/>
              </a:solidFill>
              <a:round/>
            </a:ln>
          </p:spPr>
          <p:txBody>
            <a:bodyPr/>
            <a:lstStyle/>
            <a:p>
              <a:endParaRPr lang="en-US"/>
            </a:p>
          </p:txBody>
        </p:sp>
        <p:sp>
          <p:nvSpPr>
            <p:cNvPr id="57" name="Line 175"/>
            <p:cNvSpPr>
              <a:spLocks noChangeShapeType="1"/>
            </p:cNvSpPr>
            <p:nvPr/>
          </p:nvSpPr>
          <p:spPr bwMode="auto">
            <a:xfrm>
              <a:off x="2235" y="2496"/>
              <a:ext cx="0" cy="272"/>
            </a:xfrm>
            <a:prstGeom prst="line">
              <a:avLst/>
            </a:prstGeom>
            <a:noFill/>
            <a:ln w="12700">
              <a:solidFill>
                <a:schemeClr val="tx1"/>
              </a:solidFill>
              <a:round/>
            </a:ln>
          </p:spPr>
          <p:txBody>
            <a:bodyPr/>
            <a:lstStyle/>
            <a:p>
              <a:endParaRPr lang="en-US"/>
            </a:p>
          </p:txBody>
        </p:sp>
        <p:sp>
          <p:nvSpPr>
            <p:cNvPr id="58" name="Line 176"/>
            <p:cNvSpPr>
              <a:spLocks noChangeShapeType="1"/>
            </p:cNvSpPr>
            <p:nvPr/>
          </p:nvSpPr>
          <p:spPr bwMode="auto">
            <a:xfrm>
              <a:off x="2029" y="2496"/>
              <a:ext cx="0" cy="272"/>
            </a:xfrm>
            <a:prstGeom prst="line">
              <a:avLst/>
            </a:prstGeom>
            <a:noFill/>
            <a:ln w="12700">
              <a:solidFill>
                <a:schemeClr val="tx1"/>
              </a:solidFill>
              <a:round/>
            </a:ln>
          </p:spPr>
          <p:txBody>
            <a:bodyPr/>
            <a:lstStyle/>
            <a:p>
              <a:endParaRPr lang="en-US"/>
            </a:p>
          </p:txBody>
        </p:sp>
        <p:sp>
          <p:nvSpPr>
            <p:cNvPr id="59" name="Line 177"/>
            <p:cNvSpPr>
              <a:spLocks noChangeShapeType="1"/>
            </p:cNvSpPr>
            <p:nvPr/>
          </p:nvSpPr>
          <p:spPr bwMode="auto">
            <a:xfrm>
              <a:off x="1823" y="2496"/>
              <a:ext cx="0" cy="272"/>
            </a:xfrm>
            <a:prstGeom prst="line">
              <a:avLst/>
            </a:prstGeom>
            <a:noFill/>
            <a:ln w="12700">
              <a:solidFill>
                <a:schemeClr val="tx1"/>
              </a:solidFill>
              <a:round/>
            </a:ln>
          </p:spPr>
          <p:txBody>
            <a:bodyPr/>
            <a:lstStyle/>
            <a:p>
              <a:endParaRPr lang="en-US"/>
            </a:p>
          </p:txBody>
        </p:sp>
        <p:sp>
          <p:nvSpPr>
            <p:cNvPr id="60" name="Line 178"/>
            <p:cNvSpPr>
              <a:spLocks noChangeShapeType="1"/>
            </p:cNvSpPr>
            <p:nvPr/>
          </p:nvSpPr>
          <p:spPr bwMode="auto">
            <a:xfrm>
              <a:off x="1617" y="2496"/>
              <a:ext cx="0" cy="272"/>
            </a:xfrm>
            <a:prstGeom prst="line">
              <a:avLst/>
            </a:prstGeom>
            <a:noFill/>
            <a:ln w="12700">
              <a:solidFill>
                <a:schemeClr val="tx1"/>
              </a:solidFill>
              <a:round/>
            </a:ln>
          </p:spPr>
          <p:txBody>
            <a:bodyPr/>
            <a:lstStyle/>
            <a:p>
              <a:endParaRPr lang="en-US"/>
            </a:p>
          </p:txBody>
        </p:sp>
        <p:sp>
          <p:nvSpPr>
            <p:cNvPr id="61" name="Line 179"/>
            <p:cNvSpPr>
              <a:spLocks noChangeShapeType="1"/>
            </p:cNvSpPr>
            <p:nvPr/>
          </p:nvSpPr>
          <p:spPr bwMode="auto">
            <a:xfrm>
              <a:off x="202" y="2496"/>
              <a:ext cx="384" cy="0"/>
            </a:xfrm>
            <a:prstGeom prst="line">
              <a:avLst/>
            </a:prstGeom>
            <a:noFill/>
            <a:ln w="9525">
              <a:solidFill>
                <a:schemeClr val="tx1"/>
              </a:solidFill>
              <a:round/>
            </a:ln>
          </p:spPr>
          <p:txBody>
            <a:bodyPr wrap="none" anchor="ctr"/>
            <a:lstStyle/>
            <a:p>
              <a:endParaRPr lang="en-US"/>
            </a:p>
          </p:txBody>
        </p:sp>
        <p:sp>
          <p:nvSpPr>
            <p:cNvPr id="62" name="Line 180"/>
            <p:cNvSpPr>
              <a:spLocks noChangeShapeType="1"/>
            </p:cNvSpPr>
            <p:nvPr/>
          </p:nvSpPr>
          <p:spPr bwMode="auto">
            <a:xfrm>
              <a:off x="202" y="2784"/>
              <a:ext cx="384" cy="0"/>
            </a:xfrm>
            <a:prstGeom prst="line">
              <a:avLst/>
            </a:prstGeom>
            <a:noFill/>
            <a:ln w="9525">
              <a:solidFill>
                <a:schemeClr val="tx1"/>
              </a:solidFill>
              <a:round/>
            </a:ln>
          </p:spPr>
          <p:txBody>
            <a:bodyPr wrap="none" anchor="ctr"/>
            <a:lstStyle/>
            <a:p>
              <a:endParaRPr lang="en-US"/>
            </a:p>
          </p:txBody>
        </p:sp>
        <p:sp>
          <p:nvSpPr>
            <p:cNvPr id="63" name="Line 181"/>
            <p:cNvSpPr>
              <a:spLocks noChangeShapeType="1"/>
            </p:cNvSpPr>
            <p:nvPr/>
          </p:nvSpPr>
          <p:spPr bwMode="auto">
            <a:xfrm>
              <a:off x="2650" y="2496"/>
              <a:ext cx="384" cy="0"/>
            </a:xfrm>
            <a:prstGeom prst="line">
              <a:avLst/>
            </a:prstGeom>
            <a:noFill/>
            <a:ln w="9525">
              <a:solidFill>
                <a:schemeClr val="tx1"/>
              </a:solidFill>
              <a:round/>
            </a:ln>
          </p:spPr>
          <p:txBody>
            <a:bodyPr wrap="none" anchor="ctr"/>
            <a:lstStyle/>
            <a:p>
              <a:endParaRPr lang="en-US"/>
            </a:p>
          </p:txBody>
        </p:sp>
        <p:sp>
          <p:nvSpPr>
            <p:cNvPr id="64" name="Line 182"/>
            <p:cNvSpPr>
              <a:spLocks noChangeShapeType="1"/>
            </p:cNvSpPr>
            <p:nvPr/>
          </p:nvSpPr>
          <p:spPr bwMode="auto">
            <a:xfrm>
              <a:off x="2640" y="2736"/>
              <a:ext cx="394" cy="0"/>
            </a:xfrm>
            <a:prstGeom prst="line">
              <a:avLst/>
            </a:prstGeom>
            <a:noFill/>
            <a:ln w="9525">
              <a:solidFill>
                <a:schemeClr val="tx1"/>
              </a:solidFill>
              <a:round/>
            </a:ln>
          </p:spPr>
          <p:txBody>
            <a:bodyPr wrap="none" anchor="ctr"/>
            <a:lstStyle/>
            <a:p>
              <a:endParaRPr lang="en-US"/>
            </a:p>
          </p:txBody>
        </p:sp>
        <p:sp>
          <p:nvSpPr>
            <p:cNvPr id="65" name="Text Box 183"/>
            <p:cNvSpPr txBox="1">
              <a:spLocks noChangeArrowheads="1"/>
            </p:cNvSpPr>
            <p:nvPr/>
          </p:nvSpPr>
          <p:spPr bwMode="auto">
            <a:xfrm>
              <a:off x="284" y="2549"/>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66" name="Text Box 184"/>
            <p:cNvSpPr txBox="1">
              <a:spLocks noChangeArrowheads="1"/>
            </p:cNvSpPr>
            <p:nvPr/>
          </p:nvSpPr>
          <p:spPr bwMode="auto">
            <a:xfrm>
              <a:off x="2710" y="2525"/>
              <a:ext cx="244" cy="212"/>
            </a:xfrm>
            <a:prstGeom prst="rect">
              <a:avLst/>
            </a:prstGeom>
            <a:noFill/>
            <a:ln w="9525">
              <a:noFill/>
              <a:miter lim="800000"/>
            </a:ln>
          </p:spPr>
          <p:txBody>
            <a:bodyPr wrap="none">
              <a:spAutoFit/>
            </a:bodyPr>
            <a:lstStyle/>
            <a:p>
              <a:r>
                <a:rPr lang="en-US" sz="1600"/>
                <a:t>…</a:t>
              </a:r>
              <a:endParaRPr lang="en-US" sz="1600"/>
            </a:p>
          </p:txBody>
        </p:sp>
      </p:grpSp>
      <p:sp>
        <p:nvSpPr>
          <p:cNvPr id="67" name="Text Box 213"/>
          <p:cNvSpPr txBox="1">
            <a:spLocks noChangeArrowheads="1"/>
          </p:cNvSpPr>
          <p:nvPr/>
        </p:nvSpPr>
        <p:spPr bwMode="auto">
          <a:xfrm>
            <a:off x="120510" y="4807838"/>
            <a:ext cx="387350" cy="336550"/>
          </a:xfrm>
          <a:prstGeom prst="rect">
            <a:avLst/>
          </a:prstGeom>
          <a:noFill/>
          <a:ln w="9525">
            <a:noFill/>
            <a:miter lim="800000"/>
          </a:ln>
        </p:spPr>
        <p:txBody>
          <a:bodyPr wrap="none">
            <a:spAutoFit/>
          </a:bodyPr>
          <a:lstStyle/>
          <a:p>
            <a:r>
              <a:rPr lang="en-US" sz="1600"/>
              <a:t>…</a:t>
            </a:r>
            <a:endParaRPr lang="en-US" sz="1600"/>
          </a:p>
        </p:txBody>
      </p:sp>
      <p:grpSp>
        <p:nvGrpSpPr>
          <p:cNvPr id="68" name="Group 373"/>
          <p:cNvGrpSpPr/>
          <p:nvPr/>
        </p:nvGrpSpPr>
        <p:grpSpPr bwMode="auto">
          <a:xfrm>
            <a:off x="9385" y="4724400"/>
            <a:ext cx="4495800" cy="457200"/>
            <a:chOff x="202" y="2976"/>
            <a:chExt cx="2832" cy="288"/>
          </a:xfrm>
        </p:grpSpPr>
        <p:sp>
          <p:nvSpPr>
            <p:cNvPr id="69" name="Rectangle 186"/>
            <p:cNvSpPr>
              <a:spLocks noChangeArrowheads="1"/>
            </p:cNvSpPr>
            <p:nvPr/>
          </p:nvSpPr>
          <p:spPr bwMode="auto">
            <a:xfrm>
              <a:off x="141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0" name="Rectangle 187"/>
            <p:cNvSpPr>
              <a:spLocks noChangeArrowheads="1"/>
            </p:cNvSpPr>
            <p:nvPr/>
          </p:nvSpPr>
          <p:spPr bwMode="auto">
            <a:xfrm>
              <a:off x="1617"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p>
          </p:txBody>
        </p:sp>
        <p:sp>
          <p:nvSpPr>
            <p:cNvPr id="71" name="Rectangle 188"/>
            <p:cNvSpPr>
              <a:spLocks noChangeArrowheads="1"/>
            </p:cNvSpPr>
            <p:nvPr/>
          </p:nvSpPr>
          <p:spPr bwMode="auto">
            <a:xfrm>
              <a:off x="182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2" name="Rectangle 189"/>
            <p:cNvSpPr>
              <a:spLocks noChangeArrowheads="1"/>
            </p:cNvSpPr>
            <p:nvPr/>
          </p:nvSpPr>
          <p:spPr bwMode="auto">
            <a:xfrm>
              <a:off x="202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3" name="Rectangle 190"/>
            <p:cNvSpPr>
              <a:spLocks noChangeArrowheads="1"/>
            </p:cNvSpPr>
            <p:nvPr/>
          </p:nvSpPr>
          <p:spPr bwMode="auto">
            <a:xfrm>
              <a:off x="120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4" name="Rectangle 191"/>
            <p:cNvSpPr>
              <a:spLocks noChangeArrowheads="1"/>
            </p:cNvSpPr>
            <p:nvPr/>
          </p:nvSpPr>
          <p:spPr bwMode="auto">
            <a:xfrm>
              <a:off x="99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75" name="Rectangle 192"/>
            <p:cNvSpPr>
              <a:spLocks noChangeArrowheads="1"/>
            </p:cNvSpPr>
            <p:nvPr/>
          </p:nvSpPr>
          <p:spPr bwMode="auto">
            <a:xfrm>
              <a:off x="223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6" name="Rectangle 193"/>
            <p:cNvSpPr>
              <a:spLocks noChangeArrowheads="1"/>
            </p:cNvSpPr>
            <p:nvPr/>
          </p:nvSpPr>
          <p:spPr bwMode="auto">
            <a:xfrm>
              <a:off x="244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7" name="Rectangle 194"/>
            <p:cNvSpPr>
              <a:spLocks noChangeArrowheads="1"/>
            </p:cNvSpPr>
            <p:nvPr/>
          </p:nvSpPr>
          <p:spPr bwMode="auto">
            <a:xfrm>
              <a:off x="79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8" name="Rectangle 195"/>
            <p:cNvSpPr>
              <a:spLocks noChangeArrowheads="1"/>
            </p:cNvSpPr>
            <p:nvPr/>
          </p:nvSpPr>
          <p:spPr bwMode="auto">
            <a:xfrm>
              <a:off x="586" y="297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9" name="Line 196"/>
            <p:cNvSpPr>
              <a:spLocks noChangeShapeType="1"/>
            </p:cNvSpPr>
            <p:nvPr/>
          </p:nvSpPr>
          <p:spPr bwMode="auto">
            <a:xfrm>
              <a:off x="586" y="2976"/>
              <a:ext cx="2061" cy="0"/>
            </a:xfrm>
            <a:prstGeom prst="line">
              <a:avLst/>
            </a:prstGeom>
            <a:noFill/>
            <a:ln w="28575" cap="sq">
              <a:solidFill>
                <a:schemeClr val="tx1"/>
              </a:solidFill>
              <a:round/>
            </a:ln>
          </p:spPr>
          <p:txBody>
            <a:bodyPr/>
            <a:lstStyle/>
            <a:p>
              <a:endParaRPr lang="en-US"/>
            </a:p>
          </p:txBody>
        </p:sp>
        <p:sp>
          <p:nvSpPr>
            <p:cNvPr id="80" name="Line 197"/>
            <p:cNvSpPr>
              <a:spLocks noChangeShapeType="1"/>
            </p:cNvSpPr>
            <p:nvPr/>
          </p:nvSpPr>
          <p:spPr bwMode="auto">
            <a:xfrm>
              <a:off x="586" y="3248"/>
              <a:ext cx="2061" cy="0"/>
            </a:xfrm>
            <a:prstGeom prst="line">
              <a:avLst/>
            </a:prstGeom>
            <a:noFill/>
            <a:ln w="28575" cap="sq">
              <a:solidFill>
                <a:schemeClr val="tx1"/>
              </a:solidFill>
              <a:round/>
            </a:ln>
          </p:spPr>
          <p:txBody>
            <a:bodyPr/>
            <a:lstStyle/>
            <a:p>
              <a:endParaRPr lang="en-US"/>
            </a:p>
          </p:txBody>
        </p:sp>
        <p:sp>
          <p:nvSpPr>
            <p:cNvPr id="81" name="Line 198"/>
            <p:cNvSpPr>
              <a:spLocks noChangeShapeType="1"/>
            </p:cNvSpPr>
            <p:nvPr/>
          </p:nvSpPr>
          <p:spPr bwMode="auto">
            <a:xfrm>
              <a:off x="586" y="2976"/>
              <a:ext cx="0" cy="272"/>
            </a:xfrm>
            <a:prstGeom prst="line">
              <a:avLst/>
            </a:prstGeom>
            <a:noFill/>
            <a:ln w="28575" cap="sq">
              <a:solidFill>
                <a:schemeClr val="tx1"/>
              </a:solidFill>
              <a:round/>
            </a:ln>
          </p:spPr>
          <p:txBody>
            <a:bodyPr/>
            <a:lstStyle/>
            <a:p>
              <a:endParaRPr lang="en-US"/>
            </a:p>
          </p:txBody>
        </p:sp>
        <p:sp>
          <p:nvSpPr>
            <p:cNvPr id="82" name="Line 199"/>
            <p:cNvSpPr>
              <a:spLocks noChangeShapeType="1"/>
            </p:cNvSpPr>
            <p:nvPr/>
          </p:nvSpPr>
          <p:spPr bwMode="auto">
            <a:xfrm>
              <a:off x="793" y="2976"/>
              <a:ext cx="0" cy="272"/>
            </a:xfrm>
            <a:prstGeom prst="line">
              <a:avLst/>
            </a:prstGeom>
            <a:noFill/>
            <a:ln w="12700">
              <a:solidFill>
                <a:schemeClr val="tx1"/>
              </a:solidFill>
              <a:round/>
            </a:ln>
          </p:spPr>
          <p:txBody>
            <a:bodyPr/>
            <a:lstStyle/>
            <a:p>
              <a:endParaRPr lang="en-US"/>
            </a:p>
          </p:txBody>
        </p:sp>
        <p:sp>
          <p:nvSpPr>
            <p:cNvPr id="83" name="Line 200"/>
            <p:cNvSpPr>
              <a:spLocks noChangeShapeType="1"/>
            </p:cNvSpPr>
            <p:nvPr/>
          </p:nvSpPr>
          <p:spPr bwMode="auto">
            <a:xfrm>
              <a:off x="999" y="2976"/>
              <a:ext cx="0" cy="272"/>
            </a:xfrm>
            <a:prstGeom prst="line">
              <a:avLst/>
            </a:prstGeom>
            <a:noFill/>
            <a:ln w="12700">
              <a:solidFill>
                <a:schemeClr val="tx1"/>
              </a:solidFill>
              <a:round/>
            </a:ln>
          </p:spPr>
          <p:txBody>
            <a:bodyPr/>
            <a:lstStyle/>
            <a:p>
              <a:endParaRPr lang="en-US"/>
            </a:p>
          </p:txBody>
        </p:sp>
        <p:sp>
          <p:nvSpPr>
            <p:cNvPr id="84" name="Line 201"/>
            <p:cNvSpPr>
              <a:spLocks noChangeShapeType="1"/>
            </p:cNvSpPr>
            <p:nvPr/>
          </p:nvSpPr>
          <p:spPr bwMode="auto">
            <a:xfrm>
              <a:off x="2647" y="2976"/>
              <a:ext cx="0" cy="272"/>
            </a:xfrm>
            <a:prstGeom prst="line">
              <a:avLst/>
            </a:prstGeom>
            <a:noFill/>
            <a:ln w="28575" cap="sq">
              <a:solidFill>
                <a:schemeClr val="tx1"/>
              </a:solidFill>
              <a:round/>
            </a:ln>
          </p:spPr>
          <p:txBody>
            <a:bodyPr/>
            <a:lstStyle/>
            <a:p>
              <a:endParaRPr lang="en-US"/>
            </a:p>
          </p:txBody>
        </p:sp>
        <p:sp>
          <p:nvSpPr>
            <p:cNvPr id="85" name="Line 202"/>
            <p:cNvSpPr>
              <a:spLocks noChangeShapeType="1"/>
            </p:cNvSpPr>
            <p:nvPr/>
          </p:nvSpPr>
          <p:spPr bwMode="auto">
            <a:xfrm>
              <a:off x="2441" y="2976"/>
              <a:ext cx="0" cy="272"/>
            </a:xfrm>
            <a:prstGeom prst="line">
              <a:avLst/>
            </a:prstGeom>
            <a:noFill/>
            <a:ln w="12700">
              <a:solidFill>
                <a:schemeClr val="tx1"/>
              </a:solidFill>
              <a:round/>
            </a:ln>
          </p:spPr>
          <p:txBody>
            <a:bodyPr/>
            <a:lstStyle/>
            <a:p>
              <a:endParaRPr lang="en-US"/>
            </a:p>
          </p:txBody>
        </p:sp>
        <p:sp>
          <p:nvSpPr>
            <p:cNvPr id="86" name="Line 203"/>
            <p:cNvSpPr>
              <a:spLocks noChangeShapeType="1"/>
            </p:cNvSpPr>
            <p:nvPr/>
          </p:nvSpPr>
          <p:spPr bwMode="auto">
            <a:xfrm>
              <a:off x="1205" y="2976"/>
              <a:ext cx="0" cy="272"/>
            </a:xfrm>
            <a:prstGeom prst="line">
              <a:avLst/>
            </a:prstGeom>
            <a:noFill/>
            <a:ln w="12700">
              <a:solidFill>
                <a:schemeClr val="tx1"/>
              </a:solidFill>
              <a:round/>
            </a:ln>
          </p:spPr>
          <p:txBody>
            <a:bodyPr/>
            <a:lstStyle/>
            <a:p>
              <a:endParaRPr lang="en-US"/>
            </a:p>
          </p:txBody>
        </p:sp>
        <p:sp>
          <p:nvSpPr>
            <p:cNvPr id="87" name="Line 204"/>
            <p:cNvSpPr>
              <a:spLocks noChangeShapeType="1"/>
            </p:cNvSpPr>
            <p:nvPr/>
          </p:nvSpPr>
          <p:spPr bwMode="auto">
            <a:xfrm>
              <a:off x="1411" y="2976"/>
              <a:ext cx="0" cy="272"/>
            </a:xfrm>
            <a:prstGeom prst="line">
              <a:avLst/>
            </a:prstGeom>
            <a:noFill/>
            <a:ln w="12700">
              <a:solidFill>
                <a:schemeClr val="tx1"/>
              </a:solidFill>
              <a:round/>
            </a:ln>
          </p:spPr>
          <p:txBody>
            <a:bodyPr/>
            <a:lstStyle/>
            <a:p>
              <a:endParaRPr lang="en-US"/>
            </a:p>
          </p:txBody>
        </p:sp>
        <p:sp>
          <p:nvSpPr>
            <p:cNvPr id="88" name="Line 205"/>
            <p:cNvSpPr>
              <a:spLocks noChangeShapeType="1"/>
            </p:cNvSpPr>
            <p:nvPr/>
          </p:nvSpPr>
          <p:spPr bwMode="auto">
            <a:xfrm>
              <a:off x="2235" y="2976"/>
              <a:ext cx="0" cy="272"/>
            </a:xfrm>
            <a:prstGeom prst="line">
              <a:avLst/>
            </a:prstGeom>
            <a:noFill/>
            <a:ln w="12700">
              <a:solidFill>
                <a:schemeClr val="tx1"/>
              </a:solidFill>
              <a:round/>
            </a:ln>
          </p:spPr>
          <p:txBody>
            <a:bodyPr/>
            <a:lstStyle/>
            <a:p>
              <a:endParaRPr lang="en-US"/>
            </a:p>
          </p:txBody>
        </p:sp>
        <p:sp>
          <p:nvSpPr>
            <p:cNvPr id="89" name="Line 206"/>
            <p:cNvSpPr>
              <a:spLocks noChangeShapeType="1"/>
            </p:cNvSpPr>
            <p:nvPr/>
          </p:nvSpPr>
          <p:spPr bwMode="auto">
            <a:xfrm>
              <a:off x="2029" y="2976"/>
              <a:ext cx="0" cy="272"/>
            </a:xfrm>
            <a:prstGeom prst="line">
              <a:avLst/>
            </a:prstGeom>
            <a:noFill/>
            <a:ln w="12700">
              <a:solidFill>
                <a:schemeClr val="tx1"/>
              </a:solidFill>
              <a:round/>
            </a:ln>
          </p:spPr>
          <p:txBody>
            <a:bodyPr/>
            <a:lstStyle/>
            <a:p>
              <a:endParaRPr lang="en-US"/>
            </a:p>
          </p:txBody>
        </p:sp>
        <p:sp>
          <p:nvSpPr>
            <p:cNvPr id="90" name="Line 207"/>
            <p:cNvSpPr>
              <a:spLocks noChangeShapeType="1"/>
            </p:cNvSpPr>
            <p:nvPr/>
          </p:nvSpPr>
          <p:spPr bwMode="auto">
            <a:xfrm>
              <a:off x="1823" y="2976"/>
              <a:ext cx="0" cy="272"/>
            </a:xfrm>
            <a:prstGeom prst="line">
              <a:avLst/>
            </a:prstGeom>
            <a:noFill/>
            <a:ln w="12700">
              <a:solidFill>
                <a:schemeClr val="tx1"/>
              </a:solidFill>
              <a:round/>
            </a:ln>
          </p:spPr>
          <p:txBody>
            <a:bodyPr/>
            <a:lstStyle/>
            <a:p>
              <a:endParaRPr lang="en-US"/>
            </a:p>
          </p:txBody>
        </p:sp>
        <p:sp>
          <p:nvSpPr>
            <p:cNvPr id="91" name="Line 208"/>
            <p:cNvSpPr>
              <a:spLocks noChangeShapeType="1"/>
            </p:cNvSpPr>
            <p:nvPr/>
          </p:nvSpPr>
          <p:spPr bwMode="auto">
            <a:xfrm>
              <a:off x="1617" y="2976"/>
              <a:ext cx="0" cy="272"/>
            </a:xfrm>
            <a:prstGeom prst="line">
              <a:avLst/>
            </a:prstGeom>
            <a:noFill/>
            <a:ln w="12700">
              <a:solidFill>
                <a:schemeClr val="tx1"/>
              </a:solidFill>
              <a:round/>
            </a:ln>
          </p:spPr>
          <p:txBody>
            <a:bodyPr/>
            <a:lstStyle/>
            <a:p>
              <a:endParaRPr lang="en-US"/>
            </a:p>
          </p:txBody>
        </p:sp>
        <p:sp>
          <p:nvSpPr>
            <p:cNvPr id="92" name="Line 209"/>
            <p:cNvSpPr>
              <a:spLocks noChangeShapeType="1"/>
            </p:cNvSpPr>
            <p:nvPr/>
          </p:nvSpPr>
          <p:spPr bwMode="auto">
            <a:xfrm>
              <a:off x="202" y="2976"/>
              <a:ext cx="384" cy="0"/>
            </a:xfrm>
            <a:prstGeom prst="line">
              <a:avLst/>
            </a:prstGeom>
            <a:noFill/>
            <a:ln w="9525">
              <a:solidFill>
                <a:schemeClr val="tx1"/>
              </a:solidFill>
              <a:round/>
            </a:ln>
          </p:spPr>
          <p:txBody>
            <a:bodyPr wrap="none" anchor="ctr"/>
            <a:lstStyle/>
            <a:p>
              <a:endParaRPr lang="en-US"/>
            </a:p>
          </p:txBody>
        </p:sp>
        <p:sp>
          <p:nvSpPr>
            <p:cNvPr id="93" name="Line 210"/>
            <p:cNvSpPr>
              <a:spLocks noChangeShapeType="1"/>
            </p:cNvSpPr>
            <p:nvPr/>
          </p:nvSpPr>
          <p:spPr bwMode="auto">
            <a:xfrm>
              <a:off x="202" y="3264"/>
              <a:ext cx="384" cy="0"/>
            </a:xfrm>
            <a:prstGeom prst="line">
              <a:avLst/>
            </a:prstGeom>
            <a:noFill/>
            <a:ln w="9525">
              <a:solidFill>
                <a:schemeClr val="tx1"/>
              </a:solidFill>
              <a:round/>
            </a:ln>
          </p:spPr>
          <p:txBody>
            <a:bodyPr wrap="none" anchor="ctr"/>
            <a:lstStyle/>
            <a:p>
              <a:endParaRPr lang="en-US"/>
            </a:p>
          </p:txBody>
        </p:sp>
        <p:sp>
          <p:nvSpPr>
            <p:cNvPr id="94" name="Line 211"/>
            <p:cNvSpPr>
              <a:spLocks noChangeShapeType="1"/>
            </p:cNvSpPr>
            <p:nvPr/>
          </p:nvSpPr>
          <p:spPr bwMode="auto">
            <a:xfrm>
              <a:off x="2650" y="2976"/>
              <a:ext cx="384" cy="0"/>
            </a:xfrm>
            <a:prstGeom prst="line">
              <a:avLst/>
            </a:prstGeom>
            <a:noFill/>
            <a:ln w="9525">
              <a:solidFill>
                <a:schemeClr val="tx1"/>
              </a:solidFill>
              <a:round/>
            </a:ln>
          </p:spPr>
          <p:txBody>
            <a:bodyPr wrap="none" anchor="ctr"/>
            <a:lstStyle/>
            <a:p>
              <a:endParaRPr lang="en-US"/>
            </a:p>
          </p:txBody>
        </p:sp>
        <p:sp>
          <p:nvSpPr>
            <p:cNvPr id="95" name="Line 212"/>
            <p:cNvSpPr>
              <a:spLocks noChangeShapeType="1"/>
            </p:cNvSpPr>
            <p:nvPr/>
          </p:nvSpPr>
          <p:spPr bwMode="auto">
            <a:xfrm>
              <a:off x="2650" y="3216"/>
              <a:ext cx="384" cy="0"/>
            </a:xfrm>
            <a:prstGeom prst="line">
              <a:avLst/>
            </a:prstGeom>
            <a:noFill/>
            <a:ln w="9525">
              <a:solidFill>
                <a:schemeClr val="tx1"/>
              </a:solidFill>
              <a:round/>
            </a:ln>
          </p:spPr>
          <p:txBody>
            <a:bodyPr wrap="none" anchor="ctr"/>
            <a:lstStyle/>
            <a:p>
              <a:endParaRPr lang="en-US"/>
            </a:p>
          </p:txBody>
        </p:sp>
        <p:sp>
          <p:nvSpPr>
            <p:cNvPr id="96" name="Text Box 214"/>
            <p:cNvSpPr txBox="1">
              <a:spLocks noChangeArrowheads="1"/>
            </p:cNvSpPr>
            <p:nvPr/>
          </p:nvSpPr>
          <p:spPr bwMode="auto">
            <a:xfrm>
              <a:off x="2710" y="300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97" name="Group 374"/>
          <p:cNvGrpSpPr/>
          <p:nvPr/>
        </p:nvGrpSpPr>
        <p:grpSpPr bwMode="auto">
          <a:xfrm>
            <a:off x="-6490" y="5486400"/>
            <a:ext cx="4495800" cy="457200"/>
            <a:chOff x="192" y="3456"/>
            <a:chExt cx="2832" cy="288"/>
          </a:xfrm>
        </p:grpSpPr>
        <p:sp>
          <p:nvSpPr>
            <p:cNvPr id="98" name="Rectangle 216"/>
            <p:cNvSpPr>
              <a:spLocks noChangeArrowheads="1"/>
            </p:cNvSpPr>
            <p:nvPr/>
          </p:nvSpPr>
          <p:spPr bwMode="auto">
            <a:xfrm>
              <a:off x="140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9" name="Rectangle 217"/>
            <p:cNvSpPr>
              <a:spLocks noChangeArrowheads="1"/>
            </p:cNvSpPr>
            <p:nvPr/>
          </p:nvSpPr>
          <p:spPr bwMode="auto">
            <a:xfrm>
              <a:off x="1607"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00" name="Rectangle 218"/>
            <p:cNvSpPr>
              <a:spLocks noChangeArrowheads="1"/>
            </p:cNvSpPr>
            <p:nvPr/>
          </p:nvSpPr>
          <p:spPr bwMode="auto">
            <a:xfrm>
              <a:off x="181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1" name="Rectangle 219"/>
            <p:cNvSpPr>
              <a:spLocks noChangeArrowheads="1"/>
            </p:cNvSpPr>
            <p:nvPr/>
          </p:nvSpPr>
          <p:spPr bwMode="auto">
            <a:xfrm>
              <a:off x="201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2" name="Rectangle 220"/>
            <p:cNvSpPr>
              <a:spLocks noChangeArrowheads="1"/>
            </p:cNvSpPr>
            <p:nvPr/>
          </p:nvSpPr>
          <p:spPr bwMode="auto">
            <a:xfrm>
              <a:off x="119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03" name="Rectangle 221"/>
            <p:cNvSpPr>
              <a:spLocks noChangeArrowheads="1"/>
            </p:cNvSpPr>
            <p:nvPr/>
          </p:nvSpPr>
          <p:spPr bwMode="auto">
            <a:xfrm>
              <a:off x="98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04" name="Rectangle 222"/>
            <p:cNvSpPr>
              <a:spLocks noChangeArrowheads="1"/>
            </p:cNvSpPr>
            <p:nvPr/>
          </p:nvSpPr>
          <p:spPr bwMode="auto">
            <a:xfrm>
              <a:off x="222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5" name="Rectangle 223"/>
            <p:cNvSpPr>
              <a:spLocks noChangeArrowheads="1"/>
            </p:cNvSpPr>
            <p:nvPr/>
          </p:nvSpPr>
          <p:spPr bwMode="auto">
            <a:xfrm>
              <a:off x="243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6" name="Rectangle 224"/>
            <p:cNvSpPr>
              <a:spLocks noChangeArrowheads="1"/>
            </p:cNvSpPr>
            <p:nvPr/>
          </p:nvSpPr>
          <p:spPr bwMode="auto">
            <a:xfrm>
              <a:off x="78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7" name="Rectangle 225"/>
            <p:cNvSpPr>
              <a:spLocks noChangeArrowheads="1"/>
            </p:cNvSpPr>
            <p:nvPr/>
          </p:nvSpPr>
          <p:spPr bwMode="auto">
            <a:xfrm>
              <a:off x="576" y="345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8" name="Line 226"/>
            <p:cNvSpPr>
              <a:spLocks noChangeShapeType="1"/>
            </p:cNvSpPr>
            <p:nvPr/>
          </p:nvSpPr>
          <p:spPr bwMode="auto">
            <a:xfrm>
              <a:off x="576" y="3456"/>
              <a:ext cx="2061" cy="0"/>
            </a:xfrm>
            <a:prstGeom prst="line">
              <a:avLst/>
            </a:prstGeom>
            <a:noFill/>
            <a:ln w="28575" cap="sq">
              <a:solidFill>
                <a:schemeClr val="tx1"/>
              </a:solidFill>
              <a:round/>
            </a:ln>
          </p:spPr>
          <p:txBody>
            <a:bodyPr/>
            <a:lstStyle/>
            <a:p>
              <a:endParaRPr lang="en-US"/>
            </a:p>
          </p:txBody>
        </p:sp>
        <p:sp>
          <p:nvSpPr>
            <p:cNvPr id="109" name="Line 227"/>
            <p:cNvSpPr>
              <a:spLocks noChangeShapeType="1"/>
            </p:cNvSpPr>
            <p:nvPr/>
          </p:nvSpPr>
          <p:spPr bwMode="auto">
            <a:xfrm>
              <a:off x="576" y="3728"/>
              <a:ext cx="2061" cy="0"/>
            </a:xfrm>
            <a:prstGeom prst="line">
              <a:avLst/>
            </a:prstGeom>
            <a:noFill/>
            <a:ln w="28575" cap="sq">
              <a:solidFill>
                <a:schemeClr val="tx1"/>
              </a:solidFill>
              <a:round/>
            </a:ln>
          </p:spPr>
          <p:txBody>
            <a:bodyPr/>
            <a:lstStyle/>
            <a:p>
              <a:endParaRPr lang="en-US"/>
            </a:p>
          </p:txBody>
        </p:sp>
        <p:sp>
          <p:nvSpPr>
            <p:cNvPr id="110" name="Line 228"/>
            <p:cNvSpPr>
              <a:spLocks noChangeShapeType="1"/>
            </p:cNvSpPr>
            <p:nvPr/>
          </p:nvSpPr>
          <p:spPr bwMode="auto">
            <a:xfrm>
              <a:off x="576" y="3456"/>
              <a:ext cx="0" cy="272"/>
            </a:xfrm>
            <a:prstGeom prst="line">
              <a:avLst/>
            </a:prstGeom>
            <a:noFill/>
            <a:ln w="28575" cap="sq">
              <a:solidFill>
                <a:schemeClr val="tx1"/>
              </a:solidFill>
              <a:round/>
            </a:ln>
          </p:spPr>
          <p:txBody>
            <a:bodyPr/>
            <a:lstStyle/>
            <a:p>
              <a:endParaRPr lang="en-US"/>
            </a:p>
          </p:txBody>
        </p:sp>
        <p:sp>
          <p:nvSpPr>
            <p:cNvPr id="111" name="Line 229"/>
            <p:cNvSpPr>
              <a:spLocks noChangeShapeType="1"/>
            </p:cNvSpPr>
            <p:nvPr/>
          </p:nvSpPr>
          <p:spPr bwMode="auto">
            <a:xfrm>
              <a:off x="783" y="3456"/>
              <a:ext cx="0" cy="272"/>
            </a:xfrm>
            <a:prstGeom prst="line">
              <a:avLst/>
            </a:prstGeom>
            <a:noFill/>
            <a:ln w="12700">
              <a:solidFill>
                <a:schemeClr val="tx1"/>
              </a:solidFill>
              <a:round/>
            </a:ln>
          </p:spPr>
          <p:txBody>
            <a:bodyPr/>
            <a:lstStyle/>
            <a:p>
              <a:endParaRPr lang="en-US"/>
            </a:p>
          </p:txBody>
        </p:sp>
        <p:sp>
          <p:nvSpPr>
            <p:cNvPr id="112" name="Line 230"/>
            <p:cNvSpPr>
              <a:spLocks noChangeShapeType="1"/>
            </p:cNvSpPr>
            <p:nvPr/>
          </p:nvSpPr>
          <p:spPr bwMode="auto">
            <a:xfrm>
              <a:off x="989" y="3456"/>
              <a:ext cx="0" cy="272"/>
            </a:xfrm>
            <a:prstGeom prst="line">
              <a:avLst/>
            </a:prstGeom>
            <a:noFill/>
            <a:ln w="12700">
              <a:solidFill>
                <a:schemeClr val="tx1"/>
              </a:solidFill>
              <a:round/>
            </a:ln>
          </p:spPr>
          <p:txBody>
            <a:bodyPr/>
            <a:lstStyle/>
            <a:p>
              <a:endParaRPr lang="en-US"/>
            </a:p>
          </p:txBody>
        </p:sp>
        <p:sp>
          <p:nvSpPr>
            <p:cNvPr id="113" name="Line 231"/>
            <p:cNvSpPr>
              <a:spLocks noChangeShapeType="1"/>
            </p:cNvSpPr>
            <p:nvPr/>
          </p:nvSpPr>
          <p:spPr bwMode="auto">
            <a:xfrm>
              <a:off x="2637" y="3456"/>
              <a:ext cx="0" cy="272"/>
            </a:xfrm>
            <a:prstGeom prst="line">
              <a:avLst/>
            </a:prstGeom>
            <a:noFill/>
            <a:ln w="28575" cap="sq">
              <a:solidFill>
                <a:schemeClr val="tx1"/>
              </a:solidFill>
              <a:round/>
            </a:ln>
          </p:spPr>
          <p:txBody>
            <a:bodyPr/>
            <a:lstStyle/>
            <a:p>
              <a:endParaRPr lang="en-US"/>
            </a:p>
          </p:txBody>
        </p:sp>
        <p:sp>
          <p:nvSpPr>
            <p:cNvPr id="114" name="Line 232"/>
            <p:cNvSpPr>
              <a:spLocks noChangeShapeType="1"/>
            </p:cNvSpPr>
            <p:nvPr/>
          </p:nvSpPr>
          <p:spPr bwMode="auto">
            <a:xfrm>
              <a:off x="2431" y="3456"/>
              <a:ext cx="0" cy="272"/>
            </a:xfrm>
            <a:prstGeom prst="line">
              <a:avLst/>
            </a:prstGeom>
            <a:noFill/>
            <a:ln w="12700">
              <a:solidFill>
                <a:schemeClr val="tx1"/>
              </a:solidFill>
              <a:round/>
            </a:ln>
          </p:spPr>
          <p:txBody>
            <a:bodyPr/>
            <a:lstStyle/>
            <a:p>
              <a:endParaRPr lang="en-US"/>
            </a:p>
          </p:txBody>
        </p:sp>
        <p:sp>
          <p:nvSpPr>
            <p:cNvPr id="115" name="Line 233"/>
            <p:cNvSpPr>
              <a:spLocks noChangeShapeType="1"/>
            </p:cNvSpPr>
            <p:nvPr/>
          </p:nvSpPr>
          <p:spPr bwMode="auto">
            <a:xfrm>
              <a:off x="1195" y="3456"/>
              <a:ext cx="0" cy="272"/>
            </a:xfrm>
            <a:prstGeom prst="line">
              <a:avLst/>
            </a:prstGeom>
            <a:noFill/>
            <a:ln w="12700">
              <a:solidFill>
                <a:schemeClr val="tx1"/>
              </a:solidFill>
              <a:round/>
            </a:ln>
          </p:spPr>
          <p:txBody>
            <a:bodyPr/>
            <a:lstStyle/>
            <a:p>
              <a:endParaRPr lang="en-US"/>
            </a:p>
          </p:txBody>
        </p:sp>
        <p:sp>
          <p:nvSpPr>
            <p:cNvPr id="116" name="Line 234"/>
            <p:cNvSpPr>
              <a:spLocks noChangeShapeType="1"/>
            </p:cNvSpPr>
            <p:nvPr/>
          </p:nvSpPr>
          <p:spPr bwMode="auto">
            <a:xfrm>
              <a:off x="1401" y="3456"/>
              <a:ext cx="0" cy="272"/>
            </a:xfrm>
            <a:prstGeom prst="line">
              <a:avLst/>
            </a:prstGeom>
            <a:noFill/>
            <a:ln w="12700">
              <a:solidFill>
                <a:schemeClr val="tx1"/>
              </a:solidFill>
              <a:round/>
            </a:ln>
          </p:spPr>
          <p:txBody>
            <a:bodyPr/>
            <a:lstStyle/>
            <a:p>
              <a:endParaRPr lang="en-US"/>
            </a:p>
          </p:txBody>
        </p:sp>
        <p:sp>
          <p:nvSpPr>
            <p:cNvPr id="117" name="Line 235"/>
            <p:cNvSpPr>
              <a:spLocks noChangeShapeType="1"/>
            </p:cNvSpPr>
            <p:nvPr/>
          </p:nvSpPr>
          <p:spPr bwMode="auto">
            <a:xfrm>
              <a:off x="2225" y="3456"/>
              <a:ext cx="0" cy="272"/>
            </a:xfrm>
            <a:prstGeom prst="line">
              <a:avLst/>
            </a:prstGeom>
            <a:noFill/>
            <a:ln w="12700">
              <a:solidFill>
                <a:schemeClr val="tx1"/>
              </a:solidFill>
              <a:round/>
            </a:ln>
          </p:spPr>
          <p:txBody>
            <a:bodyPr/>
            <a:lstStyle/>
            <a:p>
              <a:endParaRPr lang="en-US"/>
            </a:p>
          </p:txBody>
        </p:sp>
        <p:sp>
          <p:nvSpPr>
            <p:cNvPr id="118" name="Line 236"/>
            <p:cNvSpPr>
              <a:spLocks noChangeShapeType="1"/>
            </p:cNvSpPr>
            <p:nvPr/>
          </p:nvSpPr>
          <p:spPr bwMode="auto">
            <a:xfrm>
              <a:off x="2019" y="3456"/>
              <a:ext cx="0" cy="272"/>
            </a:xfrm>
            <a:prstGeom prst="line">
              <a:avLst/>
            </a:prstGeom>
            <a:noFill/>
            <a:ln w="12700">
              <a:solidFill>
                <a:schemeClr val="tx1"/>
              </a:solidFill>
              <a:round/>
            </a:ln>
          </p:spPr>
          <p:txBody>
            <a:bodyPr/>
            <a:lstStyle/>
            <a:p>
              <a:endParaRPr lang="en-US"/>
            </a:p>
          </p:txBody>
        </p:sp>
        <p:sp>
          <p:nvSpPr>
            <p:cNvPr id="119" name="Line 237"/>
            <p:cNvSpPr>
              <a:spLocks noChangeShapeType="1"/>
            </p:cNvSpPr>
            <p:nvPr/>
          </p:nvSpPr>
          <p:spPr bwMode="auto">
            <a:xfrm>
              <a:off x="1813" y="3456"/>
              <a:ext cx="0" cy="272"/>
            </a:xfrm>
            <a:prstGeom prst="line">
              <a:avLst/>
            </a:prstGeom>
            <a:noFill/>
            <a:ln w="12700">
              <a:solidFill>
                <a:schemeClr val="tx1"/>
              </a:solidFill>
              <a:round/>
            </a:ln>
          </p:spPr>
          <p:txBody>
            <a:bodyPr/>
            <a:lstStyle/>
            <a:p>
              <a:endParaRPr lang="en-US"/>
            </a:p>
          </p:txBody>
        </p:sp>
        <p:sp>
          <p:nvSpPr>
            <p:cNvPr id="120" name="Line 238"/>
            <p:cNvSpPr>
              <a:spLocks noChangeShapeType="1"/>
            </p:cNvSpPr>
            <p:nvPr/>
          </p:nvSpPr>
          <p:spPr bwMode="auto">
            <a:xfrm>
              <a:off x="1607" y="3456"/>
              <a:ext cx="0" cy="272"/>
            </a:xfrm>
            <a:prstGeom prst="line">
              <a:avLst/>
            </a:prstGeom>
            <a:noFill/>
            <a:ln w="12700">
              <a:solidFill>
                <a:schemeClr val="tx1"/>
              </a:solidFill>
              <a:round/>
            </a:ln>
          </p:spPr>
          <p:txBody>
            <a:bodyPr/>
            <a:lstStyle/>
            <a:p>
              <a:endParaRPr lang="en-US"/>
            </a:p>
          </p:txBody>
        </p:sp>
        <p:sp>
          <p:nvSpPr>
            <p:cNvPr id="121" name="Line 239"/>
            <p:cNvSpPr>
              <a:spLocks noChangeShapeType="1"/>
            </p:cNvSpPr>
            <p:nvPr/>
          </p:nvSpPr>
          <p:spPr bwMode="auto">
            <a:xfrm>
              <a:off x="192" y="3456"/>
              <a:ext cx="384" cy="0"/>
            </a:xfrm>
            <a:prstGeom prst="line">
              <a:avLst/>
            </a:prstGeom>
            <a:noFill/>
            <a:ln w="9525">
              <a:solidFill>
                <a:schemeClr val="tx1"/>
              </a:solidFill>
              <a:round/>
            </a:ln>
          </p:spPr>
          <p:txBody>
            <a:bodyPr wrap="none" anchor="ctr"/>
            <a:lstStyle/>
            <a:p>
              <a:endParaRPr lang="en-US"/>
            </a:p>
          </p:txBody>
        </p:sp>
        <p:sp>
          <p:nvSpPr>
            <p:cNvPr id="122" name="Line 240"/>
            <p:cNvSpPr>
              <a:spLocks noChangeShapeType="1"/>
            </p:cNvSpPr>
            <p:nvPr/>
          </p:nvSpPr>
          <p:spPr bwMode="auto">
            <a:xfrm>
              <a:off x="192" y="3744"/>
              <a:ext cx="384" cy="0"/>
            </a:xfrm>
            <a:prstGeom prst="line">
              <a:avLst/>
            </a:prstGeom>
            <a:noFill/>
            <a:ln w="9525">
              <a:solidFill>
                <a:schemeClr val="tx1"/>
              </a:solidFill>
              <a:round/>
            </a:ln>
          </p:spPr>
          <p:txBody>
            <a:bodyPr wrap="none" anchor="ctr"/>
            <a:lstStyle/>
            <a:p>
              <a:endParaRPr lang="en-US"/>
            </a:p>
          </p:txBody>
        </p:sp>
        <p:sp>
          <p:nvSpPr>
            <p:cNvPr id="123" name="Line 241"/>
            <p:cNvSpPr>
              <a:spLocks noChangeShapeType="1"/>
            </p:cNvSpPr>
            <p:nvPr/>
          </p:nvSpPr>
          <p:spPr bwMode="auto">
            <a:xfrm>
              <a:off x="2640" y="3456"/>
              <a:ext cx="384" cy="0"/>
            </a:xfrm>
            <a:prstGeom prst="line">
              <a:avLst/>
            </a:prstGeom>
            <a:noFill/>
            <a:ln w="9525">
              <a:solidFill>
                <a:schemeClr val="tx1"/>
              </a:solidFill>
              <a:round/>
            </a:ln>
          </p:spPr>
          <p:txBody>
            <a:bodyPr wrap="none" anchor="ctr"/>
            <a:lstStyle/>
            <a:p>
              <a:endParaRPr lang="en-US"/>
            </a:p>
          </p:txBody>
        </p:sp>
        <p:sp>
          <p:nvSpPr>
            <p:cNvPr id="124" name="Line 242"/>
            <p:cNvSpPr>
              <a:spLocks noChangeShapeType="1"/>
            </p:cNvSpPr>
            <p:nvPr/>
          </p:nvSpPr>
          <p:spPr bwMode="auto">
            <a:xfrm>
              <a:off x="2640" y="3696"/>
              <a:ext cx="384" cy="0"/>
            </a:xfrm>
            <a:prstGeom prst="line">
              <a:avLst/>
            </a:prstGeom>
            <a:noFill/>
            <a:ln w="9525">
              <a:solidFill>
                <a:schemeClr val="tx1"/>
              </a:solidFill>
              <a:round/>
            </a:ln>
          </p:spPr>
          <p:txBody>
            <a:bodyPr wrap="none" anchor="ctr"/>
            <a:lstStyle/>
            <a:p>
              <a:endParaRPr lang="en-US"/>
            </a:p>
          </p:txBody>
        </p:sp>
        <p:sp>
          <p:nvSpPr>
            <p:cNvPr id="125" name="Text Box 243"/>
            <p:cNvSpPr txBox="1">
              <a:spLocks noChangeArrowheads="1"/>
            </p:cNvSpPr>
            <p:nvPr/>
          </p:nvSpPr>
          <p:spPr bwMode="auto">
            <a:xfrm>
              <a:off x="290" y="3485"/>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126" name="Text Box 244"/>
            <p:cNvSpPr txBox="1">
              <a:spLocks noChangeArrowheads="1"/>
            </p:cNvSpPr>
            <p:nvPr/>
          </p:nvSpPr>
          <p:spPr bwMode="auto">
            <a:xfrm>
              <a:off x="2700" y="3485"/>
              <a:ext cx="244" cy="212"/>
            </a:xfrm>
            <a:prstGeom prst="rect">
              <a:avLst/>
            </a:prstGeom>
            <a:noFill/>
            <a:ln w="9525">
              <a:noFill/>
              <a:miter lim="800000"/>
            </a:ln>
          </p:spPr>
          <p:txBody>
            <a:bodyPr wrap="none">
              <a:spAutoFit/>
            </a:bodyPr>
            <a:lstStyle/>
            <a:p>
              <a:r>
                <a:rPr lang="en-US" sz="1600" dirty="0"/>
                <a:t>…</a:t>
              </a:r>
              <a:endParaRPr lang="en-US" sz="1600" dirty="0"/>
            </a:p>
          </p:txBody>
        </p:sp>
      </p:grpSp>
      <p:grpSp>
        <p:nvGrpSpPr>
          <p:cNvPr id="127" name="Group 375"/>
          <p:cNvGrpSpPr/>
          <p:nvPr/>
        </p:nvGrpSpPr>
        <p:grpSpPr bwMode="auto">
          <a:xfrm>
            <a:off x="4662207" y="3181351"/>
            <a:ext cx="4495800" cy="431800"/>
            <a:chOff x="3120" y="1968"/>
            <a:chExt cx="2832" cy="272"/>
          </a:xfrm>
        </p:grpSpPr>
        <p:sp>
          <p:nvSpPr>
            <p:cNvPr id="128" name="Rectangle 248"/>
            <p:cNvSpPr>
              <a:spLocks noChangeArrowheads="1"/>
            </p:cNvSpPr>
            <p:nvPr/>
          </p:nvSpPr>
          <p:spPr bwMode="auto">
            <a:xfrm>
              <a:off x="4329"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29" name="Rectangle 249"/>
            <p:cNvSpPr>
              <a:spLocks noChangeArrowheads="1"/>
            </p:cNvSpPr>
            <p:nvPr/>
          </p:nvSpPr>
          <p:spPr bwMode="auto">
            <a:xfrm>
              <a:off x="4535"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30" name="Rectangle 250"/>
            <p:cNvSpPr>
              <a:spLocks noChangeArrowheads="1"/>
            </p:cNvSpPr>
            <p:nvPr/>
          </p:nvSpPr>
          <p:spPr bwMode="auto">
            <a:xfrm>
              <a:off x="4741"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31" name="Rectangle 251"/>
            <p:cNvSpPr>
              <a:spLocks noChangeArrowheads="1"/>
            </p:cNvSpPr>
            <p:nvPr/>
          </p:nvSpPr>
          <p:spPr bwMode="auto">
            <a:xfrm>
              <a:off x="4947"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32" name="Rectangle 252"/>
            <p:cNvSpPr>
              <a:spLocks noChangeArrowheads="1"/>
            </p:cNvSpPr>
            <p:nvPr/>
          </p:nvSpPr>
          <p:spPr bwMode="auto">
            <a:xfrm>
              <a:off x="4123"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33" name="Rectangle 253"/>
            <p:cNvSpPr>
              <a:spLocks noChangeArrowheads="1"/>
            </p:cNvSpPr>
            <p:nvPr/>
          </p:nvSpPr>
          <p:spPr bwMode="auto">
            <a:xfrm>
              <a:off x="3917"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34" name="Rectangle 254"/>
            <p:cNvSpPr>
              <a:spLocks noChangeArrowheads="1"/>
            </p:cNvSpPr>
            <p:nvPr/>
          </p:nvSpPr>
          <p:spPr bwMode="auto">
            <a:xfrm>
              <a:off x="5153"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5" name="Rectangle 255"/>
            <p:cNvSpPr>
              <a:spLocks noChangeArrowheads="1"/>
            </p:cNvSpPr>
            <p:nvPr/>
          </p:nvSpPr>
          <p:spPr bwMode="auto">
            <a:xfrm>
              <a:off x="5359"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6" name="Rectangle 256"/>
            <p:cNvSpPr>
              <a:spLocks noChangeArrowheads="1"/>
            </p:cNvSpPr>
            <p:nvPr/>
          </p:nvSpPr>
          <p:spPr bwMode="auto">
            <a:xfrm>
              <a:off x="3711"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7" name="Rectangle 257"/>
            <p:cNvSpPr>
              <a:spLocks noChangeArrowheads="1"/>
            </p:cNvSpPr>
            <p:nvPr/>
          </p:nvSpPr>
          <p:spPr bwMode="auto">
            <a:xfrm>
              <a:off x="3504" y="1968"/>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8" name="Line 258"/>
            <p:cNvSpPr>
              <a:spLocks noChangeShapeType="1"/>
            </p:cNvSpPr>
            <p:nvPr/>
          </p:nvSpPr>
          <p:spPr bwMode="auto">
            <a:xfrm>
              <a:off x="3504" y="1968"/>
              <a:ext cx="2061" cy="0"/>
            </a:xfrm>
            <a:prstGeom prst="line">
              <a:avLst/>
            </a:prstGeom>
            <a:noFill/>
            <a:ln w="28575" cap="sq">
              <a:solidFill>
                <a:schemeClr val="tx1"/>
              </a:solidFill>
              <a:round/>
            </a:ln>
          </p:spPr>
          <p:txBody>
            <a:bodyPr/>
            <a:lstStyle/>
            <a:p>
              <a:endParaRPr lang="en-US"/>
            </a:p>
          </p:txBody>
        </p:sp>
        <p:sp>
          <p:nvSpPr>
            <p:cNvPr id="139" name="Line 259"/>
            <p:cNvSpPr>
              <a:spLocks noChangeShapeType="1"/>
            </p:cNvSpPr>
            <p:nvPr/>
          </p:nvSpPr>
          <p:spPr bwMode="auto">
            <a:xfrm>
              <a:off x="3504" y="2240"/>
              <a:ext cx="2061" cy="0"/>
            </a:xfrm>
            <a:prstGeom prst="line">
              <a:avLst/>
            </a:prstGeom>
            <a:noFill/>
            <a:ln w="28575" cap="sq">
              <a:solidFill>
                <a:schemeClr val="tx1"/>
              </a:solidFill>
              <a:round/>
            </a:ln>
          </p:spPr>
          <p:txBody>
            <a:bodyPr/>
            <a:lstStyle/>
            <a:p>
              <a:endParaRPr lang="en-US"/>
            </a:p>
          </p:txBody>
        </p:sp>
        <p:sp>
          <p:nvSpPr>
            <p:cNvPr id="140" name="Line 260"/>
            <p:cNvSpPr>
              <a:spLocks noChangeShapeType="1"/>
            </p:cNvSpPr>
            <p:nvPr/>
          </p:nvSpPr>
          <p:spPr bwMode="auto">
            <a:xfrm>
              <a:off x="3504" y="1968"/>
              <a:ext cx="0" cy="272"/>
            </a:xfrm>
            <a:prstGeom prst="line">
              <a:avLst/>
            </a:prstGeom>
            <a:noFill/>
            <a:ln w="28575" cap="sq">
              <a:solidFill>
                <a:schemeClr val="tx1"/>
              </a:solidFill>
              <a:round/>
            </a:ln>
          </p:spPr>
          <p:txBody>
            <a:bodyPr/>
            <a:lstStyle/>
            <a:p>
              <a:endParaRPr lang="en-US"/>
            </a:p>
          </p:txBody>
        </p:sp>
        <p:sp>
          <p:nvSpPr>
            <p:cNvPr id="141" name="Line 261"/>
            <p:cNvSpPr>
              <a:spLocks noChangeShapeType="1"/>
            </p:cNvSpPr>
            <p:nvPr/>
          </p:nvSpPr>
          <p:spPr bwMode="auto">
            <a:xfrm>
              <a:off x="3711" y="1968"/>
              <a:ext cx="0" cy="272"/>
            </a:xfrm>
            <a:prstGeom prst="line">
              <a:avLst/>
            </a:prstGeom>
            <a:noFill/>
            <a:ln w="12700">
              <a:solidFill>
                <a:schemeClr val="tx1"/>
              </a:solidFill>
              <a:round/>
            </a:ln>
          </p:spPr>
          <p:txBody>
            <a:bodyPr/>
            <a:lstStyle/>
            <a:p>
              <a:endParaRPr lang="en-US"/>
            </a:p>
          </p:txBody>
        </p:sp>
        <p:sp>
          <p:nvSpPr>
            <p:cNvPr id="142" name="Line 262"/>
            <p:cNvSpPr>
              <a:spLocks noChangeShapeType="1"/>
            </p:cNvSpPr>
            <p:nvPr/>
          </p:nvSpPr>
          <p:spPr bwMode="auto">
            <a:xfrm>
              <a:off x="3917" y="1968"/>
              <a:ext cx="0" cy="272"/>
            </a:xfrm>
            <a:prstGeom prst="line">
              <a:avLst/>
            </a:prstGeom>
            <a:noFill/>
            <a:ln w="12700">
              <a:solidFill>
                <a:schemeClr val="tx1"/>
              </a:solidFill>
              <a:round/>
            </a:ln>
          </p:spPr>
          <p:txBody>
            <a:bodyPr/>
            <a:lstStyle/>
            <a:p>
              <a:endParaRPr lang="en-US"/>
            </a:p>
          </p:txBody>
        </p:sp>
        <p:sp>
          <p:nvSpPr>
            <p:cNvPr id="143" name="Line 263"/>
            <p:cNvSpPr>
              <a:spLocks noChangeShapeType="1"/>
            </p:cNvSpPr>
            <p:nvPr/>
          </p:nvSpPr>
          <p:spPr bwMode="auto">
            <a:xfrm>
              <a:off x="5565" y="1968"/>
              <a:ext cx="0" cy="272"/>
            </a:xfrm>
            <a:prstGeom prst="line">
              <a:avLst/>
            </a:prstGeom>
            <a:noFill/>
            <a:ln w="28575" cap="sq">
              <a:solidFill>
                <a:schemeClr val="tx1"/>
              </a:solidFill>
              <a:round/>
            </a:ln>
          </p:spPr>
          <p:txBody>
            <a:bodyPr/>
            <a:lstStyle/>
            <a:p>
              <a:endParaRPr lang="en-US"/>
            </a:p>
          </p:txBody>
        </p:sp>
        <p:sp>
          <p:nvSpPr>
            <p:cNvPr id="144" name="Line 264"/>
            <p:cNvSpPr>
              <a:spLocks noChangeShapeType="1"/>
            </p:cNvSpPr>
            <p:nvPr/>
          </p:nvSpPr>
          <p:spPr bwMode="auto">
            <a:xfrm>
              <a:off x="5359" y="1968"/>
              <a:ext cx="0" cy="272"/>
            </a:xfrm>
            <a:prstGeom prst="line">
              <a:avLst/>
            </a:prstGeom>
            <a:noFill/>
            <a:ln w="12700">
              <a:solidFill>
                <a:schemeClr val="tx1"/>
              </a:solidFill>
              <a:round/>
            </a:ln>
          </p:spPr>
          <p:txBody>
            <a:bodyPr/>
            <a:lstStyle/>
            <a:p>
              <a:endParaRPr lang="en-US"/>
            </a:p>
          </p:txBody>
        </p:sp>
        <p:sp>
          <p:nvSpPr>
            <p:cNvPr id="145" name="Line 265"/>
            <p:cNvSpPr>
              <a:spLocks noChangeShapeType="1"/>
            </p:cNvSpPr>
            <p:nvPr/>
          </p:nvSpPr>
          <p:spPr bwMode="auto">
            <a:xfrm>
              <a:off x="4123" y="1968"/>
              <a:ext cx="0" cy="272"/>
            </a:xfrm>
            <a:prstGeom prst="line">
              <a:avLst/>
            </a:prstGeom>
            <a:noFill/>
            <a:ln w="12700">
              <a:solidFill>
                <a:schemeClr val="tx1"/>
              </a:solidFill>
              <a:round/>
            </a:ln>
          </p:spPr>
          <p:txBody>
            <a:bodyPr/>
            <a:lstStyle/>
            <a:p>
              <a:endParaRPr lang="en-US"/>
            </a:p>
          </p:txBody>
        </p:sp>
        <p:sp>
          <p:nvSpPr>
            <p:cNvPr id="146" name="Line 266"/>
            <p:cNvSpPr>
              <a:spLocks noChangeShapeType="1"/>
            </p:cNvSpPr>
            <p:nvPr/>
          </p:nvSpPr>
          <p:spPr bwMode="auto">
            <a:xfrm>
              <a:off x="4329" y="1968"/>
              <a:ext cx="0" cy="272"/>
            </a:xfrm>
            <a:prstGeom prst="line">
              <a:avLst/>
            </a:prstGeom>
            <a:noFill/>
            <a:ln w="12700">
              <a:solidFill>
                <a:schemeClr val="tx1"/>
              </a:solidFill>
              <a:round/>
            </a:ln>
          </p:spPr>
          <p:txBody>
            <a:bodyPr/>
            <a:lstStyle/>
            <a:p>
              <a:endParaRPr lang="en-US"/>
            </a:p>
          </p:txBody>
        </p:sp>
        <p:sp>
          <p:nvSpPr>
            <p:cNvPr id="147" name="Line 267"/>
            <p:cNvSpPr>
              <a:spLocks noChangeShapeType="1"/>
            </p:cNvSpPr>
            <p:nvPr/>
          </p:nvSpPr>
          <p:spPr bwMode="auto">
            <a:xfrm>
              <a:off x="5153" y="1968"/>
              <a:ext cx="0" cy="272"/>
            </a:xfrm>
            <a:prstGeom prst="line">
              <a:avLst/>
            </a:prstGeom>
            <a:noFill/>
            <a:ln w="12700">
              <a:solidFill>
                <a:schemeClr val="tx1"/>
              </a:solidFill>
              <a:round/>
            </a:ln>
          </p:spPr>
          <p:txBody>
            <a:bodyPr/>
            <a:lstStyle/>
            <a:p>
              <a:endParaRPr lang="en-US"/>
            </a:p>
          </p:txBody>
        </p:sp>
        <p:sp>
          <p:nvSpPr>
            <p:cNvPr id="148" name="Line 268"/>
            <p:cNvSpPr>
              <a:spLocks noChangeShapeType="1"/>
            </p:cNvSpPr>
            <p:nvPr/>
          </p:nvSpPr>
          <p:spPr bwMode="auto">
            <a:xfrm>
              <a:off x="4947" y="1968"/>
              <a:ext cx="0" cy="272"/>
            </a:xfrm>
            <a:prstGeom prst="line">
              <a:avLst/>
            </a:prstGeom>
            <a:noFill/>
            <a:ln w="12700">
              <a:solidFill>
                <a:schemeClr val="tx1"/>
              </a:solidFill>
              <a:round/>
            </a:ln>
          </p:spPr>
          <p:txBody>
            <a:bodyPr/>
            <a:lstStyle/>
            <a:p>
              <a:endParaRPr lang="en-US"/>
            </a:p>
          </p:txBody>
        </p:sp>
        <p:sp>
          <p:nvSpPr>
            <p:cNvPr id="149" name="Line 269"/>
            <p:cNvSpPr>
              <a:spLocks noChangeShapeType="1"/>
            </p:cNvSpPr>
            <p:nvPr/>
          </p:nvSpPr>
          <p:spPr bwMode="auto">
            <a:xfrm>
              <a:off x="4741" y="1968"/>
              <a:ext cx="0" cy="272"/>
            </a:xfrm>
            <a:prstGeom prst="line">
              <a:avLst/>
            </a:prstGeom>
            <a:noFill/>
            <a:ln w="12700">
              <a:solidFill>
                <a:schemeClr val="tx1"/>
              </a:solidFill>
              <a:round/>
            </a:ln>
          </p:spPr>
          <p:txBody>
            <a:bodyPr/>
            <a:lstStyle/>
            <a:p>
              <a:endParaRPr lang="en-US"/>
            </a:p>
          </p:txBody>
        </p:sp>
        <p:sp>
          <p:nvSpPr>
            <p:cNvPr id="150" name="Line 270"/>
            <p:cNvSpPr>
              <a:spLocks noChangeShapeType="1"/>
            </p:cNvSpPr>
            <p:nvPr/>
          </p:nvSpPr>
          <p:spPr bwMode="auto">
            <a:xfrm>
              <a:off x="4535" y="1968"/>
              <a:ext cx="0" cy="272"/>
            </a:xfrm>
            <a:prstGeom prst="line">
              <a:avLst/>
            </a:prstGeom>
            <a:noFill/>
            <a:ln w="12700">
              <a:solidFill>
                <a:schemeClr val="tx1"/>
              </a:solidFill>
              <a:round/>
            </a:ln>
          </p:spPr>
          <p:txBody>
            <a:bodyPr/>
            <a:lstStyle/>
            <a:p>
              <a:endParaRPr lang="en-US"/>
            </a:p>
          </p:txBody>
        </p:sp>
        <p:sp>
          <p:nvSpPr>
            <p:cNvPr id="151" name="Line 271"/>
            <p:cNvSpPr>
              <a:spLocks noChangeShapeType="1"/>
            </p:cNvSpPr>
            <p:nvPr/>
          </p:nvSpPr>
          <p:spPr bwMode="auto">
            <a:xfrm>
              <a:off x="3120" y="1968"/>
              <a:ext cx="384" cy="0"/>
            </a:xfrm>
            <a:prstGeom prst="line">
              <a:avLst/>
            </a:prstGeom>
            <a:noFill/>
            <a:ln w="9525">
              <a:solidFill>
                <a:schemeClr val="tx1"/>
              </a:solidFill>
              <a:round/>
            </a:ln>
          </p:spPr>
          <p:txBody>
            <a:bodyPr wrap="none" anchor="ctr"/>
            <a:lstStyle/>
            <a:p>
              <a:endParaRPr lang="en-US"/>
            </a:p>
          </p:txBody>
        </p:sp>
        <p:sp>
          <p:nvSpPr>
            <p:cNvPr id="152" name="Line 272"/>
            <p:cNvSpPr>
              <a:spLocks noChangeShapeType="1"/>
            </p:cNvSpPr>
            <p:nvPr/>
          </p:nvSpPr>
          <p:spPr bwMode="auto">
            <a:xfrm>
              <a:off x="3120" y="2240"/>
              <a:ext cx="384" cy="0"/>
            </a:xfrm>
            <a:prstGeom prst="line">
              <a:avLst/>
            </a:prstGeom>
            <a:noFill/>
            <a:ln w="9525">
              <a:solidFill>
                <a:schemeClr val="tx1"/>
              </a:solidFill>
              <a:round/>
            </a:ln>
          </p:spPr>
          <p:txBody>
            <a:bodyPr wrap="none" anchor="ctr"/>
            <a:lstStyle/>
            <a:p>
              <a:endParaRPr lang="en-US"/>
            </a:p>
          </p:txBody>
        </p:sp>
        <p:sp>
          <p:nvSpPr>
            <p:cNvPr id="153" name="Line 273"/>
            <p:cNvSpPr>
              <a:spLocks noChangeShapeType="1"/>
            </p:cNvSpPr>
            <p:nvPr/>
          </p:nvSpPr>
          <p:spPr bwMode="auto">
            <a:xfrm>
              <a:off x="5568" y="1968"/>
              <a:ext cx="384" cy="0"/>
            </a:xfrm>
            <a:prstGeom prst="line">
              <a:avLst/>
            </a:prstGeom>
            <a:noFill/>
            <a:ln w="9525">
              <a:solidFill>
                <a:schemeClr val="tx1"/>
              </a:solidFill>
              <a:round/>
            </a:ln>
          </p:spPr>
          <p:txBody>
            <a:bodyPr wrap="none" anchor="ctr"/>
            <a:lstStyle/>
            <a:p>
              <a:endParaRPr lang="en-US"/>
            </a:p>
          </p:txBody>
        </p:sp>
        <p:sp>
          <p:nvSpPr>
            <p:cNvPr id="154" name="Line 274"/>
            <p:cNvSpPr>
              <a:spLocks noChangeShapeType="1"/>
            </p:cNvSpPr>
            <p:nvPr/>
          </p:nvSpPr>
          <p:spPr bwMode="auto">
            <a:xfrm>
              <a:off x="5568" y="2208"/>
              <a:ext cx="384" cy="0"/>
            </a:xfrm>
            <a:prstGeom prst="line">
              <a:avLst/>
            </a:prstGeom>
            <a:noFill/>
            <a:ln w="9525">
              <a:solidFill>
                <a:schemeClr val="tx1"/>
              </a:solidFill>
              <a:round/>
            </a:ln>
          </p:spPr>
          <p:txBody>
            <a:bodyPr wrap="none" anchor="ctr"/>
            <a:lstStyle/>
            <a:p>
              <a:endParaRPr lang="en-US"/>
            </a:p>
          </p:txBody>
        </p:sp>
        <p:sp>
          <p:nvSpPr>
            <p:cNvPr id="155" name="Text Box 275"/>
            <p:cNvSpPr txBox="1">
              <a:spLocks noChangeArrowheads="1"/>
            </p:cNvSpPr>
            <p:nvPr/>
          </p:nvSpPr>
          <p:spPr bwMode="auto">
            <a:xfrm>
              <a:off x="3197" y="1997"/>
              <a:ext cx="244" cy="212"/>
            </a:xfrm>
            <a:prstGeom prst="rect">
              <a:avLst/>
            </a:prstGeom>
            <a:noFill/>
            <a:ln w="9525">
              <a:noFill/>
              <a:miter lim="800000"/>
            </a:ln>
          </p:spPr>
          <p:txBody>
            <a:bodyPr wrap="none">
              <a:spAutoFit/>
            </a:bodyPr>
            <a:lstStyle/>
            <a:p>
              <a:r>
                <a:rPr lang="en-US" sz="1600"/>
                <a:t>…</a:t>
              </a:r>
              <a:endParaRPr lang="en-US" sz="1600"/>
            </a:p>
          </p:txBody>
        </p:sp>
        <p:sp>
          <p:nvSpPr>
            <p:cNvPr id="156" name="Text Box 276"/>
            <p:cNvSpPr txBox="1">
              <a:spLocks noChangeArrowheads="1"/>
            </p:cNvSpPr>
            <p:nvPr/>
          </p:nvSpPr>
          <p:spPr bwMode="auto">
            <a:xfrm>
              <a:off x="5628" y="1997"/>
              <a:ext cx="244" cy="212"/>
            </a:xfrm>
            <a:prstGeom prst="rect">
              <a:avLst/>
            </a:prstGeom>
            <a:noFill/>
            <a:ln w="9525">
              <a:noFill/>
              <a:miter lim="800000"/>
            </a:ln>
          </p:spPr>
          <p:txBody>
            <a:bodyPr wrap="none">
              <a:spAutoFit/>
            </a:bodyPr>
            <a:lstStyle/>
            <a:p>
              <a:r>
                <a:rPr lang="en-US" sz="1600"/>
                <a:t>…</a:t>
              </a:r>
              <a:endParaRPr lang="en-US" sz="1600"/>
            </a:p>
          </p:txBody>
        </p:sp>
      </p:grpSp>
      <p:sp>
        <p:nvSpPr>
          <p:cNvPr id="215" name="Line 378"/>
          <p:cNvSpPr>
            <a:spLocks noChangeShapeType="1"/>
          </p:cNvSpPr>
          <p:nvPr/>
        </p:nvSpPr>
        <p:spPr bwMode="auto">
          <a:xfrm>
            <a:off x="12889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6" name="Line 379"/>
          <p:cNvSpPr>
            <a:spLocks noChangeShapeType="1"/>
          </p:cNvSpPr>
          <p:nvPr/>
        </p:nvSpPr>
        <p:spPr bwMode="auto">
          <a:xfrm>
            <a:off x="2279510" y="4419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7" name="Line 380"/>
          <p:cNvSpPr>
            <a:spLocks noChangeShapeType="1"/>
          </p:cNvSpPr>
          <p:nvPr/>
        </p:nvSpPr>
        <p:spPr bwMode="auto">
          <a:xfrm>
            <a:off x="1669910" y="5181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8" name="Line 381"/>
          <p:cNvSpPr>
            <a:spLocks noChangeShapeType="1"/>
          </p:cNvSpPr>
          <p:nvPr/>
        </p:nvSpPr>
        <p:spPr bwMode="auto">
          <a:xfrm>
            <a:off x="72325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1" name="Line 414"/>
          <p:cNvSpPr>
            <a:spLocks noChangeShapeType="1"/>
          </p:cNvSpPr>
          <p:nvPr/>
        </p:nvSpPr>
        <p:spPr bwMode="auto">
          <a:xfrm>
            <a:off x="13651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2" name="TextBox 251"/>
          <p:cNvSpPr txBox="1">
            <a:spLocks noChangeArrowheads="1"/>
          </p:cNvSpPr>
          <p:nvPr/>
        </p:nvSpPr>
        <p:spPr bwMode="auto">
          <a:xfrm>
            <a:off x="1822310" y="4343400"/>
            <a:ext cx="441325" cy="400050"/>
          </a:xfrm>
          <a:prstGeom prst="rect">
            <a:avLst/>
          </a:prstGeom>
          <a:noFill/>
          <a:ln w="9525">
            <a:noFill/>
            <a:miter lim="800000"/>
          </a:ln>
        </p:spPr>
        <p:txBody>
          <a:bodyPr wrap="none">
            <a:spAutoFit/>
          </a:bodyPr>
          <a:lstStyle/>
          <a:p>
            <a:r>
              <a:rPr lang="en-US"/>
              <a:t>…</a:t>
            </a:r>
            <a:endParaRPr lang="en-US"/>
          </a:p>
        </p:txBody>
      </p:sp>
      <p:sp>
        <p:nvSpPr>
          <p:cNvPr id="253" name="TextBox 252"/>
          <p:cNvSpPr txBox="1">
            <a:spLocks noChangeArrowheads="1"/>
          </p:cNvSpPr>
          <p:nvPr/>
        </p:nvSpPr>
        <p:spPr bwMode="auto">
          <a:xfrm>
            <a:off x="1822310" y="5105400"/>
            <a:ext cx="441325" cy="400050"/>
          </a:xfrm>
          <a:prstGeom prst="rect">
            <a:avLst/>
          </a:prstGeom>
          <a:noFill/>
          <a:ln w="9525">
            <a:noFill/>
            <a:miter lim="800000"/>
          </a:ln>
        </p:spPr>
        <p:txBody>
          <a:bodyPr wrap="none">
            <a:spAutoFit/>
          </a:bodyPr>
          <a:lstStyle/>
          <a:p>
            <a:r>
              <a:rPr lang="en-US"/>
              <a:t>…</a:t>
            </a:r>
            <a:endParaRPr lang="en-US"/>
          </a:p>
        </p:txBody>
      </p:sp>
      <p:sp>
        <p:nvSpPr>
          <p:cNvPr id="254" name="TextBox 253"/>
          <p:cNvSpPr txBox="1">
            <a:spLocks noChangeArrowheads="1"/>
          </p:cNvSpPr>
          <p:nvPr/>
        </p:nvSpPr>
        <p:spPr bwMode="auto">
          <a:xfrm>
            <a:off x="6714985" y="2743200"/>
            <a:ext cx="441325" cy="400050"/>
          </a:xfrm>
          <a:prstGeom prst="rect">
            <a:avLst/>
          </a:prstGeom>
          <a:noFill/>
          <a:ln w="9525">
            <a:noFill/>
            <a:miter lim="800000"/>
          </a:ln>
        </p:spPr>
        <p:txBody>
          <a:bodyPr wrap="none">
            <a:spAutoFit/>
          </a:bodyPr>
          <a:lstStyle/>
          <a:p>
            <a:r>
              <a:rPr lang="en-US"/>
              <a: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思路分析：以</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000111</m:t>
                    </m:r>
                  </m:oMath>
                </a14:m>
                <a:r>
                  <a:rPr lang="zh-CN" altLang="en-US" dirty="0"/>
                  <a:t>为例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 name="Group 371"/>
          <p:cNvGrpSpPr/>
          <p:nvPr/>
        </p:nvGrpSpPr>
        <p:grpSpPr bwMode="auto">
          <a:xfrm>
            <a:off x="9385" y="3200400"/>
            <a:ext cx="4495800" cy="457200"/>
            <a:chOff x="202" y="2016"/>
            <a:chExt cx="2832" cy="288"/>
          </a:xfrm>
        </p:grpSpPr>
        <p:sp>
          <p:nvSpPr>
            <p:cNvPr id="8" name="Rectangle 58"/>
            <p:cNvSpPr>
              <a:spLocks noChangeArrowheads="1"/>
            </p:cNvSpPr>
            <p:nvPr/>
          </p:nvSpPr>
          <p:spPr bwMode="auto">
            <a:xfrm>
              <a:off x="141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 name="Rectangle 55"/>
            <p:cNvSpPr>
              <a:spLocks noChangeArrowheads="1"/>
            </p:cNvSpPr>
            <p:nvPr/>
          </p:nvSpPr>
          <p:spPr bwMode="auto">
            <a:xfrm>
              <a:off x="1617"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 name="Rectangle 52"/>
            <p:cNvSpPr>
              <a:spLocks noChangeArrowheads="1"/>
            </p:cNvSpPr>
            <p:nvPr/>
          </p:nvSpPr>
          <p:spPr bwMode="auto">
            <a:xfrm>
              <a:off x="182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1" name="Rectangle 49"/>
            <p:cNvSpPr>
              <a:spLocks noChangeArrowheads="1"/>
            </p:cNvSpPr>
            <p:nvPr/>
          </p:nvSpPr>
          <p:spPr bwMode="auto">
            <a:xfrm>
              <a:off x="202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2" name="Rectangle 46"/>
            <p:cNvSpPr>
              <a:spLocks noChangeArrowheads="1"/>
            </p:cNvSpPr>
            <p:nvPr/>
          </p:nvSpPr>
          <p:spPr bwMode="auto">
            <a:xfrm>
              <a:off x="120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3" name="Rectangle 43"/>
            <p:cNvSpPr>
              <a:spLocks noChangeArrowheads="1"/>
            </p:cNvSpPr>
            <p:nvPr/>
          </p:nvSpPr>
          <p:spPr bwMode="auto">
            <a:xfrm>
              <a:off x="99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4" name="Rectangle 40"/>
            <p:cNvSpPr>
              <a:spLocks noChangeArrowheads="1"/>
            </p:cNvSpPr>
            <p:nvPr/>
          </p:nvSpPr>
          <p:spPr bwMode="auto">
            <a:xfrm>
              <a:off x="223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5" name="Rectangle 5"/>
            <p:cNvSpPr>
              <a:spLocks noChangeArrowheads="1"/>
            </p:cNvSpPr>
            <p:nvPr/>
          </p:nvSpPr>
          <p:spPr bwMode="auto">
            <a:xfrm>
              <a:off x="244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 name="Rectangle 14"/>
            <p:cNvSpPr>
              <a:spLocks noChangeArrowheads="1"/>
            </p:cNvSpPr>
            <p:nvPr/>
          </p:nvSpPr>
          <p:spPr bwMode="auto">
            <a:xfrm>
              <a:off x="79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7" name="Rectangle 15"/>
            <p:cNvSpPr>
              <a:spLocks noChangeArrowheads="1"/>
            </p:cNvSpPr>
            <p:nvPr/>
          </p:nvSpPr>
          <p:spPr bwMode="auto">
            <a:xfrm>
              <a:off x="586" y="201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8" name="Line 17"/>
            <p:cNvSpPr>
              <a:spLocks noChangeShapeType="1"/>
            </p:cNvSpPr>
            <p:nvPr/>
          </p:nvSpPr>
          <p:spPr bwMode="auto">
            <a:xfrm>
              <a:off x="586" y="2016"/>
              <a:ext cx="2061" cy="0"/>
            </a:xfrm>
            <a:prstGeom prst="line">
              <a:avLst/>
            </a:prstGeom>
            <a:noFill/>
            <a:ln w="28575" cap="sq">
              <a:solidFill>
                <a:schemeClr val="tx1"/>
              </a:solidFill>
              <a:round/>
            </a:ln>
          </p:spPr>
          <p:txBody>
            <a:bodyPr/>
            <a:lstStyle/>
            <a:p>
              <a:endParaRPr lang="en-US"/>
            </a:p>
          </p:txBody>
        </p:sp>
        <p:sp>
          <p:nvSpPr>
            <p:cNvPr id="19" name="Line 18"/>
            <p:cNvSpPr>
              <a:spLocks noChangeShapeType="1"/>
            </p:cNvSpPr>
            <p:nvPr/>
          </p:nvSpPr>
          <p:spPr bwMode="auto">
            <a:xfrm>
              <a:off x="586" y="2288"/>
              <a:ext cx="2061" cy="0"/>
            </a:xfrm>
            <a:prstGeom prst="line">
              <a:avLst/>
            </a:prstGeom>
            <a:noFill/>
            <a:ln w="28575" cap="sq">
              <a:solidFill>
                <a:schemeClr val="tx1"/>
              </a:solidFill>
              <a:round/>
            </a:ln>
          </p:spPr>
          <p:txBody>
            <a:bodyPr/>
            <a:lstStyle/>
            <a:p>
              <a:endParaRPr lang="en-US"/>
            </a:p>
          </p:txBody>
        </p:sp>
        <p:sp>
          <p:nvSpPr>
            <p:cNvPr id="20" name="Line 19"/>
            <p:cNvSpPr>
              <a:spLocks noChangeShapeType="1"/>
            </p:cNvSpPr>
            <p:nvPr/>
          </p:nvSpPr>
          <p:spPr bwMode="auto">
            <a:xfrm>
              <a:off x="586" y="2016"/>
              <a:ext cx="0" cy="272"/>
            </a:xfrm>
            <a:prstGeom prst="line">
              <a:avLst/>
            </a:prstGeom>
            <a:noFill/>
            <a:ln w="28575" cap="sq">
              <a:solidFill>
                <a:schemeClr val="tx1"/>
              </a:solidFill>
              <a:round/>
            </a:ln>
          </p:spPr>
          <p:txBody>
            <a:bodyPr/>
            <a:lstStyle/>
            <a:p>
              <a:endParaRPr lang="en-US"/>
            </a:p>
          </p:txBody>
        </p:sp>
        <p:sp>
          <p:nvSpPr>
            <p:cNvPr id="21" name="Line 21"/>
            <p:cNvSpPr>
              <a:spLocks noChangeShapeType="1"/>
            </p:cNvSpPr>
            <p:nvPr/>
          </p:nvSpPr>
          <p:spPr bwMode="auto">
            <a:xfrm>
              <a:off x="793" y="2016"/>
              <a:ext cx="0" cy="272"/>
            </a:xfrm>
            <a:prstGeom prst="line">
              <a:avLst/>
            </a:prstGeom>
            <a:noFill/>
            <a:ln w="12700">
              <a:solidFill>
                <a:schemeClr val="tx1"/>
              </a:solidFill>
              <a:round/>
            </a:ln>
          </p:spPr>
          <p:txBody>
            <a:bodyPr/>
            <a:lstStyle/>
            <a:p>
              <a:endParaRPr lang="en-US"/>
            </a:p>
          </p:txBody>
        </p:sp>
        <p:sp>
          <p:nvSpPr>
            <p:cNvPr id="22" name="Line 22"/>
            <p:cNvSpPr>
              <a:spLocks noChangeShapeType="1"/>
            </p:cNvSpPr>
            <p:nvPr/>
          </p:nvSpPr>
          <p:spPr bwMode="auto">
            <a:xfrm>
              <a:off x="999" y="2016"/>
              <a:ext cx="0" cy="272"/>
            </a:xfrm>
            <a:prstGeom prst="line">
              <a:avLst/>
            </a:prstGeom>
            <a:noFill/>
            <a:ln w="12700">
              <a:solidFill>
                <a:schemeClr val="tx1"/>
              </a:solidFill>
              <a:round/>
            </a:ln>
          </p:spPr>
          <p:txBody>
            <a:bodyPr/>
            <a:lstStyle/>
            <a:p>
              <a:endParaRPr lang="en-US"/>
            </a:p>
          </p:txBody>
        </p:sp>
        <p:sp>
          <p:nvSpPr>
            <p:cNvPr id="23" name="Line 31"/>
            <p:cNvSpPr>
              <a:spLocks noChangeShapeType="1"/>
            </p:cNvSpPr>
            <p:nvPr/>
          </p:nvSpPr>
          <p:spPr bwMode="auto">
            <a:xfrm>
              <a:off x="2647" y="2016"/>
              <a:ext cx="0" cy="272"/>
            </a:xfrm>
            <a:prstGeom prst="line">
              <a:avLst/>
            </a:prstGeom>
            <a:noFill/>
            <a:ln w="28575" cap="sq">
              <a:solidFill>
                <a:schemeClr val="tx1"/>
              </a:solidFill>
              <a:round/>
            </a:ln>
          </p:spPr>
          <p:txBody>
            <a:bodyPr/>
            <a:lstStyle/>
            <a:p>
              <a:endParaRPr lang="en-US"/>
            </a:p>
          </p:txBody>
        </p:sp>
        <p:sp>
          <p:nvSpPr>
            <p:cNvPr id="24" name="Line 41"/>
            <p:cNvSpPr>
              <a:spLocks noChangeShapeType="1"/>
            </p:cNvSpPr>
            <p:nvPr/>
          </p:nvSpPr>
          <p:spPr bwMode="auto">
            <a:xfrm>
              <a:off x="2441" y="2016"/>
              <a:ext cx="0" cy="272"/>
            </a:xfrm>
            <a:prstGeom prst="line">
              <a:avLst/>
            </a:prstGeom>
            <a:noFill/>
            <a:ln w="12700">
              <a:solidFill>
                <a:schemeClr val="tx1"/>
              </a:solidFill>
              <a:round/>
            </a:ln>
          </p:spPr>
          <p:txBody>
            <a:bodyPr/>
            <a:lstStyle/>
            <a:p>
              <a:endParaRPr lang="en-US"/>
            </a:p>
          </p:txBody>
        </p:sp>
        <p:sp>
          <p:nvSpPr>
            <p:cNvPr id="25" name="Line 44"/>
            <p:cNvSpPr>
              <a:spLocks noChangeShapeType="1"/>
            </p:cNvSpPr>
            <p:nvPr/>
          </p:nvSpPr>
          <p:spPr bwMode="auto">
            <a:xfrm>
              <a:off x="1205" y="2016"/>
              <a:ext cx="0" cy="272"/>
            </a:xfrm>
            <a:prstGeom prst="line">
              <a:avLst/>
            </a:prstGeom>
            <a:noFill/>
            <a:ln w="12700">
              <a:solidFill>
                <a:schemeClr val="tx1"/>
              </a:solidFill>
              <a:round/>
            </a:ln>
          </p:spPr>
          <p:txBody>
            <a:bodyPr/>
            <a:lstStyle/>
            <a:p>
              <a:endParaRPr lang="en-US"/>
            </a:p>
          </p:txBody>
        </p:sp>
        <p:sp>
          <p:nvSpPr>
            <p:cNvPr id="26" name="Line 47"/>
            <p:cNvSpPr>
              <a:spLocks noChangeShapeType="1"/>
            </p:cNvSpPr>
            <p:nvPr/>
          </p:nvSpPr>
          <p:spPr bwMode="auto">
            <a:xfrm>
              <a:off x="1411" y="2016"/>
              <a:ext cx="0" cy="272"/>
            </a:xfrm>
            <a:prstGeom prst="line">
              <a:avLst/>
            </a:prstGeom>
            <a:noFill/>
            <a:ln w="12700">
              <a:solidFill>
                <a:schemeClr val="tx1"/>
              </a:solidFill>
              <a:round/>
            </a:ln>
          </p:spPr>
          <p:txBody>
            <a:bodyPr/>
            <a:lstStyle/>
            <a:p>
              <a:endParaRPr lang="en-US"/>
            </a:p>
          </p:txBody>
        </p:sp>
        <p:sp>
          <p:nvSpPr>
            <p:cNvPr id="27" name="Line 50"/>
            <p:cNvSpPr>
              <a:spLocks noChangeShapeType="1"/>
            </p:cNvSpPr>
            <p:nvPr/>
          </p:nvSpPr>
          <p:spPr bwMode="auto">
            <a:xfrm>
              <a:off x="2235" y="2016"/>
              <a:ext cx="0" cy="272"/>
            </a:xfrm>
            <a:prstGeom prst="line">
              <a:avLst/>
            </a:prstGeom>
            <a:noFill/>
            <a:ln w="12700">
              <a:solidFill>
                <a:schemeClr val="tx1"/>
              </a:solidFill>
              <a:round/>
            </a:ln>
          </p:spPr>
          <p:txBody>
            <a:bodyPr/>
            <a:lstStyle/>
            <a:p>
              <a:endParaRPr lang="en-US"/>
            </a:p>
          </p:txBody>
        </p:sp>
        <p:sp>
          <p:nvSpPr>
            <p:cNvPr id="28" name="Line 53"/>
            <p:cNvSpPr>
              <a:spLocks noChangeShapeType="1"/>
            </p:cNvSpPr>
            <p:nvPr/>
          </p:nvSpPr>
          <p:spPr bwMode="auto">
            <a:xfrm>
              <a:off x="2029" y="2016"/>
              <a:ext cx="0" cy="272"/>
            </a:xfrm>
            <a:prstGeom prst="line">
              <a:avLst/>
            </a:prstGeom>
            <a:noFill/>
            <a:ln w="12700">
              <a:solidFill>
                <a:schemeClr val="tx1"/>
              </a:solidFill>
              <a:round/>
            </a:ln>
          </p:spPr>
          <p:txBody>
            <a:bodyPr/>
            <a:lstStyle/>
            <a:p>
              <a:endParaRPr lang="en-US"/>
            </a:p>
          </p:txBody>
        </p:sp>
        <p:sp>
          <p:nvSpPr>
            <p:cNvPr id="29" name="Line 56"/>
            <p:cNvSpPr>
              <a:spLocks noChangeShapeType="1"/>
            </p:cNvSpPr>
            <p:nvPr/>
          </p:nvSpPr>
          <p:spPr bwMode="auto">
            <a:xfrm>
              <a:off x="1823" y="2016"/>
              <a:ext cx="0" cy="272"/>
            </a:xfrm>
            <a:prstGeom prst="line">
              <a:avLst/>
            </a:prstGeom>
            <a:noFill/>
            <a:ln w="12700">
              <a:solidFill>
                <a:schemeClr val="tx1"/>
              </a:solidFill>
              <a:round/>
            </a:ln>
          </p:spPr>
          <p:txBody>
            <a:bodyPr/>
            <a:lstStyle/>
            <a:p>
              <a:endParaRPr lang="en-US"/>
            </a:p>
          </p:txBody>
        </p:sp>
        <p:sp>
          <p:nvSpPr>
            <p:cNvPr id="30" name="Line 59"/>
            <p:cNvSpPr>
              <a:spLocks noChangeShapeType="1"/>
            </p:cNvSpPr>
            <p:nvPr/>
          </p:nvSpPr>
          <p:spPr bwMode="auto">
            <a:xfrm>
              <a:off x="1617" y="2016"/>
              <a:ext cx="0" cy="272"/>
            </a:xfrm>
            <a:prstGeom prst="line">
              <a:avLst/>
            </a:prstGeom>
            <a:noFill/>
            <a:ln w="12700">
              <a:solidFill>
                <a:schemeClr val="tx1"/>
              </a:solidFill>
              <a:round/>
            </a:ln>
          </p:spPr>
          <p:txBody>
            <a:bodyPr/>
            <a:lstStyle/>
            <a:p>
              <a:endParaRPr lang="en-US"/>
            </a:p>
          </p:txBody>
        </p:sp>
        <p:sp>
          <p:nvSpPr>
            <p:cNvPr id="31" name="Line 32"/>
            <p:cNvSpPr>
              <a:spLocks noChangeShapeType="1"/>
            </p:cNvSpPr>
            <p:nvPr/>
          </p:nvSpPr>
          <p:spPr bwMode="auto">
            <a:xfrm>
              <a:off x="202" y="2016"/>
              <a:ext cx="384" cy="0"/>
            </a:xfrm>
            <a:prstGeom prst="line">
              <a:avLst/>
            </a:prstGeom>
            <a:noFill/>
            <a:ln w="9525">
              <a:solidFill>
                <a:schemeClr val="tx1"/>
              </a:solidFill>
              <a:round/>
            </a:ln>
          </p:spPr>
          <p:txBody>
            <a:bodyPr wrap="none" anchor="ctr"/>
            <a:lstStyle/>
            <a:p>
              <a:endParaRPr lang="en-US"/>
            </a:p>
          </p:txBody>
        </p:sp>
        <p:sp>
          <p:nvSpPr>
            <p:cNvPr id="32" name="Line 33"/>
            <p:cNvSpPr>
              <a:spLocks noChangeShapeType="1"/>
            </p:cNvSpPr>
            <p:nvPr/>
          </p:nvSpPr>
          <p:spPr bwMode="auto">
            <a:xfrm>
              <a:off x="202" y="2304"/>
              <a:ext cx="384" cy="0"/>
            </a:xfrm>
            <a:prstGeom prst="line">
              <a:avLst/>
            </a:prstGeom>
            <a:noFill/>
            <a:ln w="9525">
              <a:solidFill>
                <a:schemeClr val="tx1"/>
              </a:solidFill>
              <a:round/>
            </a:ln>
          </p:spPr>
          <p:txBody>
            <a:bodyPr wrap="none" anchor="ctr"/>
            <a:lstStyle/>
            <a:p>
              <a:endParaRPr lang="en-US"/>
            </a:p>
          </p:txBody>
        </p:sp>
        <p:sp>
          <p:nvSpPr>
            <p:cNvPr id="33" name="Line 34"/>
            <p:cNvSpPr>
              <a:spLocks noChangeShapeType="1"/>
            </p:cNvSpPr>
            <p:nvPr/>
          </p:nvSpPr>
          <p:spPr bwMode="auto">
            <a:xfrm>
              <a:off x="2650" y="2016"/>
              <a:ext cx="384" cy="0"/>
            </a:xfrm>
            <a:prstGeom prst="line">
              <a:avLst/>
            </a:prstGeom>
            <a:noFill/>
            <a:ln w="9525">
              <a:solidFill>
                <a:schemeClr val="tx1"/>
              </a:solidFill>
              <a:round/>
            </a:ln>
          </p:spPr>
          <p:txBody>
            <a:bodyPr wrap="none" anchor="ctr"/>
            <a:lstStyle/>
            <a:p>
              <a:endParaRPr lang="en-US"/>
            </a:p>
          </p:txBody>
        </p:sp>
        <p:sp>
          <p:nvSpPr>
            <p:cNvPr id="34" name="Line 35"/>
            <p:cNvSpPr>
              <a:spLocks noChangeShapeType="1"/>
            </p:cNvSpPr>
            <p:nvPr/>
          </p:nvSpPr>
          <p:spPr bwMode="auto">
            <a:xfrm>
              <a:off x="2650" y="2256"/>
              <a:ext cx="384" cy="0"/>
            </a:xfrm>
            <a:prstGeom prst="line">
              <a:avLst/>
            </a:prstGeom>
            <a:noFill/>
            <a:ln w="9525">
              <a:solidFill>
                <a:schemeClr val="tx1"/>
              </a:solidFill>
              <a:round/>
            </a:ln>
          </p:spPr>
          <p:txBody>
            <a:bodyPr wrap="none" anchor="ctr"/>
            <a:lstStyle/>
            <a:p>
              <a:endParaRPr lang="en-US"/>
            </a:p>
          </p:txBody>
        </p:sp>
        <p:sp>
          <p:nvSpPr>
            <p:cNvPr id="35" name="Text Box 36"/>
            <p:cNvSpPr txBox="1">
              <a:spLocks noChangeArrowheads="1"/>
            </p:cNvSpPr>
            <p:nvPr/>
          </p:nvSpPr>
          <p:spPr bwMode="auto">
            <a:xfrm>
              <a:off x="310" y="2057"/>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36" name="Text Box 37"/>
            <p:cNvSpPr txBox="1">
              <a:spLocks noChangeArrowheads="1"/>
            </p:cNvSpPr>
            <p:nvPr/>
          </p:nvSpPr>
          <p:spPr bwMode="auto">
            <a:xfrm>
              <a:off x="2710" y="204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37" name="Group 372"/>
          <p:cNvGrpSpPr/>
          <p:nvPr/>
        </p:nvGrpSpPr>
        <p:grpSpPr bwMode="auto">
          <a:xfrm>
            <a:off x="9385" y="3962400"/>
            <a:ext cx="4495800" cy="457200"/>
            <a:chOff x="202" y="2496"/>
            <a:chExt cx="2832" cy="288"/>
          </a:xfrm>
        </p:grpSpPr>
        <p:sp>
          <p:nvSpPr>
            <p:cNvPr id="38" name="Rectangle 156"/>
            <p:cNvSpPr>
              <a:spLocks noChangeArrowheads="1"/>
            </p:cNvSpPr>
            <p:nvPr/>
          </p:nvSpPr>
          <p:spPr bwMode="auto">
            <a:xfrm>
              <a:off x="14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39" name="Rectangle 157"/>
            <p:cNvSpPr>
              <a:spLocks noChangeArrowheads="1"/>
            </p:cNvSpPr>
            <p:nvPr/>
          </p:nvSpPr>
          <p:spPr bwMode="auto">
            <a:xfrm>
              <a:off x="16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0" name="Rectangle 158"/>
            <p:cNvSpPr>
              <a:spLocks noChangeArrowheads="1"/>
            </p:cNvSpPr>
            <p:nvPr/>
          </p:nvSpPr>
          <p:spPr bwMode="auto">
            <a:xfrm>
              <a:off x="18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1" name="Rectangle 159"/>
            <p:cNvSpPr>
              <a:spLocks noChangeArrowheads="1"/>
            </p:cNvSpPr>
            <p:nvPr/>
          </p:nvSpPr>
          <p:spPr bwMode="auto">
            <a:xfrm>
              <a:off x="20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2" name="Rectangle 160"/>
            <p:cNvSpPr>
              <a:spLocks noChangeArrowheads="1"/>
            </p:cNvSpPr>
            <p:nvPr/>
          </p:nvSpPr>
          <p:spPr bwMode="auto">
            <a:xfrm>
              <a:off x="120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43" name="Rectangle 161"/>
            <p:cNvSpPr>
              <a:spLocks noChangeArrowheads="1"/>
            </p:cNvSpPr>
            <p:nvPr/>
          </p:nvSpPr>
          <p:spPr bwMode="auto">
            <a:xfrm>
              <a:off x="99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44" name="Rectangle 162"/>
            <p:cNvSpPr>
              <a:spLocks noChangeArrowheads="1"/>
            </p:cNvSpPr>
            <p:nvPr/>
          </p:nvSpPr>
          <p:spPr bwMode="auto">
            <a:xfrm>
              <a:off x="22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5" name="Rectangle 163"/>
            <p:cNvSpPr>
              <a:spLocks noChangeArrowheads="1"/>
            </p:cNvSpPr>
            <p:nvPr/>
          </p:nvSpPr>
          <p:spPr bwMode="auto">
            <a:xfrm>
              <a:off x="24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6" name="Rectangle 164"/>
            <p:cNvSpPr>
              <a:spLocks noChangeArrowheads="1"/>
            </p:cNvSpPr>
            <p:nvPr/>
          </p:nvSpPr>
          <p:spPr bwMode="auto">
            <a:xfrm>
              <a:off x="79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7" name="Rectangle 165"/>
            <p:cNvSpPr>
              <a:spLocks noChangeArrowheads="1"/>
            </p:cNvSpPr>
            <p:nvPr/>
          </p:nvSpPr>
          <p:spPr bwMode="auto">
            <a:xfrm>
              <a:off x="586"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8" name="Line 166"/>
            <p:cNvSpPr>
              <a:spLocks noChangeShapeType="1"/>
            </p:cNvSpPr>
            <p:nvPr/>
          </p:nvSpPr>
          <p:spPr bwMode="auto">
            <a:xfrm>
              <a:off x="586" y="2496"/>
              <a:ext cx="2061" cy="0"/>
            </a:xfrm>
            <a:prstGeom prst="line">
              <a:avLst/>
            </a:prstGeom>
            <a:noFill/>
            <a:ln w="28575" cap="sq">
              <a:solidFill>
                <a:schemeClr val="tx1"/>
              </a:solidFill>
              <a:round/>
            </a:ln>
          </p:spPr>
          <p:txBody>
            <a:bodyPr/>
            <a:lstStyle/>
            <a:p>
              <a:endParaRPr lang="en-US"/>
            </a:p>
          </p:txBody>
        </p:sp>
        <p:sp>
          <p:nvSpPr>
            <p:cNvPr id="49" name="Line 167"/>
            <p:cNvSpPr>
              <a:spLocks noChangeShapeType="1"/>
            </p:cNvSpPr>
            <p:nvPr/>
          </p:nvSpPr>
          <p:spPr bwMode="auto">
            <a:xfrm>
              <a:off x="586" y="2768"/>
              <a:ext cx="2061" cy="0"/>
            </a:xfrm>
            <a:prstGeom prst="line">
              <a:avLst/>
            </a:prstGeom>
            <a:noFill/>
            <a:ln w="28575" cap="sq">
              <a:solidFill>
                <a:schemeClr val="tx1"/>
              </a:solidFill>
              <a:round/>
            </a:ln>
          </p:spPr>
          <p:txBody>
            <a:bodyPr/>
            <a:lstStyle/>
            <a:p>
              <a:endParaRPr lang="en-US"/>
            </a:p>
          </p:txBody>
        </p:sp>
        <p:sp>
          <p:nvSpPr>
            <p:cNvPr id="50" name="Line 168"/>
            <p:cNvSpPr>
              <a:spLocks noChangeShapeType="1"/>
            </p:cNvSpPr>
            <p:nvPr/>
          </p:nvSpPr>
          <p:spPr bwMode="auto">
            <a:xfrm>
              <a:off x="586" y="2496"/>
              <a:ext cx="0" cy="272"/>
            </a:xfrm>
            <a:prstGeom prst="line">
              <a:avLst/>
            </a:prstGeom>
            <a:noFill/>
            <a:ln w="28575" cap="sq">
              <a:solidFill>
                <a:schemeClr val="tx1"/>
              </a:solidFill>
              <a:round/>
            </a:ln>
          </p:spPr>
          <p:txBody>
            <a:bodyPr/>
            <a:lstStyle/>
            <a:p>
              <a:endParaRPr lang="en-US"/>
            </a:p>
          </p:txBody>
        </p:sp>
        <p:sp>
          <p:nvSpPr>
            <p:cNvPr id="51" name="Line 169"/>
            <p:cNvSpPr>
              <a:spLocks noChangeShapeType="1"/>
            </p:cNvSpPr>
            <p:nvPr/>
          </p:nvSpPr>
          <p:spPr bwMode="auto">
            <a:xfrm>
              <a:off x="793" y="2496"/>
              <a:ext cx="0" cy="272"/>
            </a:xfrm>
            <a:prstGeom prst="line">
              <a:avLst/>
            </a:prstGeom>
            <a:noFill/>
            <a:ln w="12700">
              <a:solidFill>
                <a:schemeClr val="tx1"/>
              </a:solidFill>
              <a:round/>
            </a:ln>
          </p:spPr>
          <p:txBody>
            <a:bodyPr/>
            <a:lstStyle/>
            <a:p>
              <a:endParaRPr lang="en-US"/>
            </a:p>
          </p:txBody>
        </p:sp>
        <p:sp>
          <p:nvSpPr>
            <p:cNvPr id="52" name="Line 170"/>
            <p:cNvSpPr>
              <a:spLocks noChangeShapeType="1"/>
            </p:cNvSpPr>
            <p:nvPr/>
          </p:nvSpPr>
          <p:spPr bwMode="auto">
            <a:xfrm>
              <a:off x="999" y="2496"/>
              <a:ext cx="0" cy="272"/>
            </a:xfrm>
            <a:prstGeom prst="line">
              <a:avLst/>
            </a:prstGeom>
            <a:noFill/>
            <a:ln w="12700">
              <a:solidFill>
                <a:schemeClr val="tx1"/>
              </a:solidFill>
              <a:round/>
            </a:ln>
          </p:spPr>
          <p:txBody>
            <a:bodyPr/>
            <a:lstStyle/>
            <a:p>
              <a:endParaRPr lang="en-US"/>
            </a:p>
          </p:txBody>
        </p:sp>
        <p:sp>
          <p:nvSpPr>
            <p:cNvPr id="53" name="Line 171"/>
            <p:cNvSpPr>
              <a:spLocks noChangeShapeType="1"/>
            </p:cNvSpPr>
            <p:nvPr/>
          </p:nvSpPr>
          <p:spPr bwMode="auto">
            <a:xfrm>
              <a:off x="2647" y="2496"/>
              <a:ext cx="0" cy="272"/>
            </a:xfrm>
            <a:prstGeom prst="line">
              <a:avLst/>
            </a:prstGeom>
            <a:noFill/>
            <a:ln w="28575" cap="sq">
              <a:solidFill>
                <a:schemeClr val="tx1"/>
              </a:solidFill>
              <a:round/>
            </a:ln>
          </p:spPr>
          <p:txBody>
            <a:bodyPr/>
            <a:lstStyle/>
            <a:p>
              <a:endParaRPr lang="en-US"/>
            </a:p>
          </p:txBody>
        </p:sp>
        <p:sp>
          <p:nvSpPr>
            <p:cNvPr id="54" name="Line 172"/>
            <p:cNvSpPr>
              <a:spLocks noChangeShapeType="1"/>
            </p:cNvSpPr>
            <p:nvPr/>
          </p:nvSpPr>
          <p:spPr bwMode="auto">
            <a:xfrm>
              <a:off x="2441" y="2496"/>
              <a:ext cx="0" cy="272"/>
            </a:xfrm>
            <a:prstGeom prst="line">
              <a:avLst/>
            </a:prstGeom>
            <a:noFill/>
            <a:ln w="12700">
              <a:solidFill>
                <a:schemeClr val="tx1"/>
              </a:solidFill>
              <a:round/>
            </a:ln>
          </p:spPr>
          <p:txBody>
            <a:bodyPr/>
            <a:lstStyle/>
            <a:p>
              <a:endParaRPr lang="en-US"/>
            </a:p>
          </p:txBody>
        </p:sp>
        <p:sp>
          <p:nvSpPr>
            <p:cNvPr id="55" name="Line 173"/>
            <p:cNvSpPr>
              <a:spLocks noChangeShapeType="1"/>
            </p:cNvSpPr>
            <p:nvPr/>
          </p:nvSpPr>
          <p:spPr bwMode="auto">
            <a:xfrm>
              <a:off x="1205" y="2496"/>
              <a:ext cx="0" cy="272"/>
            </a:xfrm>
            <a:prstGeom prst="line">
              <a:avLst/>
            </a:prstGeom>
            <a:noFill/>
            <a:ln w="12700">
              <a:solidFill>
                <a:schemeClr val="tx1"/>
              </a:solidFill>
              <a:round/>
            </a:ln>
          </p:spPr>
          <p:txBody>
            <a:bodyPr/>
            <a:lstStyle/>
            <a:p>
              <a:endParaRPr lang="en-US"/>
            </a:p>
          </p:txBody>
        </p:sp>
        <p:sp>
          <p:nvSpPr>
            <p:cNvPr id="56" name="Line 174"/>
            <p:cNvSpPr>
              <a:spLocks noChangeShapeType="1"/>
            </p:cNvSpPr>
            <p:nvPr/>
          </p:nvSpPr>
          <p:spPr bwMode="auto">
            <a:xfrm>
              <a:off x="1411" y="2496"/>
              <a:ext cx="0" cy="272"/>
            </a:xfrm>
            <a:prstGeom prst="line">
              <a:avLst/>
            </a:prstGeom>
            <a:noFill/>
            <a:ln w="12700">
              <a:solidFill>
                <a:schemeClr val="tx1"/>
              </a:solidFill>
              <a:round/>
            </a:ln>
          </p:spPr>
          <p:txBody>
            <a:bodyPr/>
            <a:lstStyle/>
            <a:p>
              <a:endParaRPr lang="en-US"/>
            </a:p>
          </p:txBody>
        </p:sp>
        <p:sp>
          <p:nvSpPr>
            <p:cNvPr id="57" name="Line 175"/>
            <p:cNvSpPr>
              <a:spLocks noChangeShapeType="1"/>
            </p:cNvSpPr>
            <p:nvPr/>
          </p:nvSpPr>
          <p:spPr bwMode="auto">
            <a:xfrm>
              <a:off x="2235" y="2496"/>
              <a:ext cx="0" cy="272"/>
            </a:xfrm>
            <a:prstGeom prst="line">
              <a:avLst/>
            </a:prstGeom>
            <a:noFill/>
            <a:ln w="12700">
              <a:solidFill>
                <a:schemeClr val="tx1"/>
              </a:solidFill>
              <a:round/>
            </a:ln>
          </p:spPr>
          <p:txBody>
            <a:bodyPr/>
            <a:lstStyle/>
            <a:p>
              <a:endParaRPr lang="en-US"/>
            </a:p>
          </p:txBody>
        </p:sp>
        <p:sp>
          <p:nvSpPr>
            <p:cNvPr id="58" name="Line 176"/>
            <p:cNvSpPr>
              <a:spLocks noChangeShapeType="1"/>
            </p:cNvSpPr>
            <p:nvPr/>
          </p:nvSpPr>
          <p:spPr bwMode="auto">
            <a:xfrm>
              <a:off x="2029" y="2496"/>
              <a:ext cx="0" cy="272"/>
            </a:xfrm>
            <a:prstGeom prst="line">
              <a:avLst/>
            </a:prstGeom>
            <a:noFill/>
            <a:ln w="12700">
              <a:solidFill>
                <a:schemeClr val="tx1"/>
              </a:solidFill>
              <a:round/>
            </a:ln>
          </p:spPr>
          <p:txBody>
            <a:bodyPr/>
            <a:lstStyle/>
            <a:p>
              <a:endParaRPr lang="en-US"/>
            </a:p>
          </p:txBody>
        </p:sp>
        <p:sp>
          <p:nvSpPr>
            <p:cNvPr id="59" name="Line 177"/>
            <p:cNvSpPr>
              <a:spLocks noChangeShapeType="1"/>
            </p:cNvSpPr>
            <p:nvPr/>
          </p:nvSpPr>
          <p:spPr bwMode="auto">
            <a:xfrm>
              <a:off x="1823" y="2496"/>
              <a:ext cx="0" cy="272"/>
            </a:xfrm>
            <a:prstGeom prst="line">
              <a:avLst/>
            </a:prstGeom>
            <a:noFill/>
            <a:ln w="12700">
              <a:solidFill>
                <a:schemeClr val="tx1"/>
              </a:solidFill>
              <a:round/>
            </a:ln>
          </p:spPr>
          <p:txBody>
            <a:bodyPr/>
            <a:lstStyle/>
            <a:p>
              <a:endParaRPr lang="en-US"/>
            </a:p>
          </p:txBody>
        </p:sp>
        <p:sp>
          <p:nvSpPr>
            <p:cNvPr id="60" name="Line 178"/>
            <p:cNvSpPr>
              <a:spLocks noChangeShapeType="1"/>
            </p:cNvSpPr>
            <p:nvPr/>
          </p:nvSpPr>
          <p:spPr bwMode="auto">
            <a:xfrm>
              <a:off x="1617" y="2496"/>
              <a:ext cx="0" cy="272"/>
            </a:xfrm>
            <a:prstGeom prst="line">
              <a:avLst/>
            </a:prstGeom>
            <a:noFill/>
            <a:ln w="12700">
              <a:solidFill>
                <a:schemeClr val="tx1"/>
              </a:solidFill>
              <a:round/>
            </a:ln>
          </p:spPr>
          <p:txBody>
            <a:bodyPr/>
            <a:lstStyle/>
            <a:p>
              <a:endParaRPr lang="en-US"/>
            </a:p>
          </p:txBody>
        </p:sp>
        <p:sp>
          <p:nvSpPr>
            <p:cNvPr id="61" name="Line 179"/>
            <p:cNvSpPr>
              <a:spLocks noChangeShapeType="1"/>
            </p:cNvSpPr>
            <p:nvPr/>
          </p:nvSpPr>
          <p:spPr bwMode="auto">
            <a:xfrm>
              <a:off x="202" y="2496"/>
              <a:ext cx="384" cy="0"/>
            </a:xfrm>
            <a:prstGeom prst="line">
              <a:avLst/>
            </a:prstGeom>
            <a:noFill/>
            <a:ln w="9525">
              <a:solidFill>
                <a:schemeClr val="tx1"/>
              </a:solidFill>
              <a:round/>
            </a:ln>
          </p:spPr>
          <p:txBody>
            <a:bodyPr wrap="none" anchor="ctr"/>
            <a:lstStyle/>
            <a:p>
              <a:endParaRPr lang="en-US"/>
            </a:p>
          </p:txBody>
        </p:sp>
        <p:sp>
          <p:nvSpPr>
            <p:cNvPr id="62" name="Line 180"/>
            <p:cNvSpPr>
              <a:spLocks noChangeShapeType="1"/>
            </p:cNvSpPr>
            <p:nvPr/>
          </p:nvSpPr>
          <p:spPr bwMode="auto">
            <a:xfrm>
              <a:off x="202" y="2784"/>
              <a:ext cx="384" cy="0"/>
            </a:xfrm>
            <a:prstGeom prst="line">
              <a:avLst/>
            </a:prstGeom>
            <a:noFill/>
            <a:ln w="9525">
              <a:solidFill>
                <a:schemeClr val="tx1"/>
              </a:solidFill>
              <a:round/>
            </a:ln>
          </p:spPr>
          <p:txBody>
            <a:bodyPr wrap="none" anchor="ctr"/>
            <a:lstStyle/>
            <a:p>
              <a:endParaRPr lang="en-US"/>
            </a:p>
          </p:txBody>
        </p:sp>
        <p:sp>
          <p:nvSpPr>
            <p:cNvPr id="63" name="Line 181"/>
            <p:cNvSpPr>
              <a:spLocks noChangeShapeType="1"/>
            </p:cNvSpPr>
            <p:nvPr/>
          </p:nvSpPr>
          <p:spPr bwMode="auto">
            <a:xfrm>
              <a:off x="2650" y="2496"/>
              <a:ext cx="384" cy="0"/>
            </a:xfrm>
            <a:prstGeom prst="line">
              <a:avLst/>
            </a:prstGeom>
            <a:noFill/>
            <a:ln w="9525">
              <a:solidFill>
                <a:schemeClr val="tx1"/>
              </a:solidFill>
              <a:round/>
            </a:ln>
          </p:spPr>
          <p:txBody>
            <a:bodyPr wrap="none" anchor="ctr"/>
            <a:lstStyle/>
            <a:p>
              <a:endParaRPr lang="en-US"/>
            </a:p>
          </p:txBody>
        </p:sp>
        <p:sp>
          <p:nvSpPr>
            <p:cNvPr id="64" name="Line 182"/>
            <p:cNvSpPr>
              <a:spLocks noChangeShapeType="1"/>
            </p:cNvSpPr>
            <p:nvPr/>
          </p:nvSpPr>
          <p:spPr bwMode="auto">
            <a:xfrm>
              <a:off x="2640" y="2736"/>
              <a:ext cx="394" cy="0"/>
            </a:xfrm>
            <a:prstGeom prst="line">
              <a:avLst/>
            </a:prstGeom>
            <a:noFill/>
            <a:ln w="9525">
              <a:solidFill>
                <a:schemeClr val="tx1"/>
              </a:solidFill>
              <a:round/>
            </a:ln>
          </p:spPr>
          <p:txBody>
            <a:bodyPr wrap="none" anchor="ctr"/>
            <a:lstStyle/>
            <a:p>
              <a:endParaRPr lang="en-US"/>
            </a:p>
          </p:txBody>
        </p:sp>
        <p:sp>
          <p:nvSpPr>
            <p:cNvPr id="65" name="Text Box 183"/>
            <p:cNvSpPr txBox="1">
              <a:spLocks noChangeArrowheads="1"/>
            </p:cNvSpPr>
            <p:nvPr/>
          </p:nvSpPr>
          <p:spPr bwMode="auto">
            <a:xfrm>
              <a:off x="284" y="2549"/>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66" name="Text Box 184"/>
            <p:cNvSpPr txBox="1">
              <a:spLocks noChangeArrowheads="1"/>
            </p:cNvSpPr>
            <p:nvPr/>
          </p:nvSpPr>
          <p:spPr bwMode="auto">
            <a:xfrm>
              <a:off x="2710" y="2525"/>
              <a:ext cx="244" cy="212"/>
            </a:xfrm>
            <a:prstGeom prst="rect">
              <a:avLst/>
            </a:prstGeom>
            <a:noFill/>
            <a:ln w="9525">
              <a:noFill/>
              <a:miter lim="800000"/>
            </a:ln>
          </p:spPr>
          <p:txBody>
            <a:bodyPr wrap="none">
              <a:spAutoFit/>
            </a:bodyPr>
            <a:lstStyle/>
            <a:p>
              <a:r>
                <a:rPr lang="en-US" sz="1600"/>
                <a:t>…</a:t>
              </a:r>
              <a:endParaRPr lang="en-US" sz="1600"/>
            </a:p>
          </p:txBody>
        </p:sp>
      </p:grpSp>
      <p:sp>
        <p:nvSpPr>
          <p:cNvPr id="67" name="Text Box 213"/>
          <p:cNvSpPr txBox="1">
            <a:spLocks noChangeArrowheads="1"/>
          </p:cNvSpPr>
          <p:nvPr/>
        </p:nvSpPr>
        <p:spPr bwMode="auto">
          <a:xfrm>
            <a:off x="120510" y="4807838"/>
            <a:ext cx="387350" cy="336550"/>
          </a:xfrm>
          <a:prstGeom prst="rect">
            <a:avLst/>
          </a:prstGeom>
          <a:noFill/>
          <a:ln w="9525">
            <a:noFill/>
            <a:miter lim="800000"/>
          </a:ln>
        </p:spPr>
        <p:txBody>
          <a:bodyPr wrap="none">
            <a:spAutoFit/>
          </a:bodyPr>
          <a:lstStyle/>
          <a:p>
            <a:r>
              <a:rPr lang="en-US" sz="1600"/>
              <a:t>…</a:t>
            </a:r>
            <a:endParaRPr lang="en-US" sz="1600"/>
          </a:p>
        </p:txBody>
      </p:sp>
      <p:grpSp>
        <p:nvGrpSpPr>
          <p:cNvPr id="68" name="Group 373"/>
          <p:cNvGrpSpPr/>
          <p:nvPr/>
        </p:nvGrpSpPr>
        <p:grpSpPr bwMode="auto">
          <a:xfrm>
            <a:off x="9385" y="4724400"/>
            <a:ext cx="4495800" cy="457200"/>
            <a:chOff x="202" y="2976"/>
            <a:chExt cx="2832" cy="288"/>
          </a:xfrm>
        </p:grpSpPr>
        <p:sp>
          <p:nvSpPr>
            <p:cNvPr id="69" name="Rectangle 186"/>
            <p:cNvSpPr>
              <a:spLocks noChangeArrowheads="1"/>
            </p:cNvSpPr>
            <p:nvPr/>
          </p:nvSpPr>
          <p:spPr bwMode="auto">
            <a:xfrm>
              <a:off x="141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0" name="Rectangle 187"/>
            <p:cNvSpPr>
              <a:spLocks noChangeArrowheads="1"/>
            </p:cNvSpPr>
            <p:nvPr/>
          </p:nvSpPr>
          <p:spPr bwMode="auto">
            <a:xfrm>
              <a:off x="1617"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p>
          </p:txBody>
        </p:sp>
        <p:sp>
          <p:nvSpPr>
            <p:cNvPr id="71" name="Rectangle 188"/>
            <p:cNvSpPr>
              <a:spLocks noChangeArrowheads="1"/>
            </p:cNvSpPr>
            <p:nvPr/>
          </p:nvSpPr>
          <p:spPr bwMode="auto">
            <a:xfrm>
              <a:off x="182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2" name="Rectangle 189"/>
            <p:cNvSpPr>
              <a:spLocks noChangeArrowheads="1"/>
            </p:cNvSpPr>
            <p:nvPr/>
          </p:nvSpPr>
          <p:spPr bwMode="auto">
            <a:xfrm>
              <a:off x="202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3" name="Rectangle 190"/>
            <p:cNvSpPr>
              <a:spLocks noChangeArrowheads="1"/>
            </p:cNvSpPr>
            <p:nvPr/>
          </p:nvSpPr>
          <p:spPr bwMode="auto">
            <a:xfrm>
              <a:off x="120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4" name="Rectangle 191"/>
            <p:cNvSpPr>
              <a:spLocks noChangeArrowheads="1"/>
            </p:cNvSpPr>
            <p:nvPr/>
          </p:nvSpPr>
          <p:spPr bwMode="auto">
            <a:xfrm>
              <a:off x="99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75" name="Rectangle 192"/>
            <p:cNvSpPr>
              <a:spLocks noChangeArrowheads="1"/>
            </p:cNvSpPr>
            <p:nvPr/>
          </p:nvSpPr>
          <p:spPr bwMode="auto">
            <a:xfrm>
              <a:off x="223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6" name="Rectangle 193"/>
            <p:cNvSpPr>
              <a:spLocks noChangeArrowheads="1"/>
            </p:cNvSpPr>
            <p:nvPr/>
          </p:nvSpPr>
          <p:spPr bwMode="auto">
            <a:xfrm>
              <a:off x="244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7" name="Rectangle 194"/>
            <p:cNvSpPr>
              <a:spLocks noChangeArrowheads="1"/>
            </p:cNvSpPr>
            <p:nvPr/>
          </p:nvSpPr>
          <p:spPr bwMode="auto">
            <a:xfrm>
              <a:off x="79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8" name="Rectangle 195"/>
            <p:cNvSpPr>
              <a:spLocks noChangeArrowheads="1"/>
            </p:cNvSpPr>
            <p:nvPr/>
          </p:nvSpPr>
          <p:spPr bwMode="auto">
            <a:xfrm>
              <a:off x="586" y="297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9" name="Line 196"/>
            <p:cNvSpPr>
              <a:spLocks noChangeShapeType="1"/>
            </p:cNvSpPr>
            <p:nvPr/>
          </p:nvSpPr>
          <p:spPr bwMode="auto">
            <a:xfrm>
              <a:off x="586" y="2976"/>
              <a:ext cx="2061" cy="0"/>
            </a:xfrm>
            <a:prstGeom prst="line">
              <a:avLst/>
            </a:prstGeom>
            <a:noFill/>
            <a:ln w="28575" cap="sq">
              <a:solidFill>
                <a:schemeClr val="tx1"/>
              </a:solidFill>
              <a:round/>
            </a:ln>
          </p:spPr>
          <p:txBody>
            <a:bodyPr/>
            <a:lstStyle/>
            <a:p>
              <a:endParaRPr lang="en-US"/>
            </a:p>
          </p:txBody>
        </p:sp>
        <p:sp>
          <p:nvSpPr>
            <p:cNvPr id="80" name="Line 197"/>
            <p:cNvSpPr>
              <a:spLocks noChangeShapeType="1"/>
            </p:cNvSpPr>
            <p:nvPr/>
          </p:nvSpPr>
          <p:spPr bwMode="auto">
            <a:xfrm>
              <a:off x="586" y="3248"/>
              <a:ext cx="2061" cy="0"/>
            </a:xfrm>
            <a:prstGeom prst="line">
              <a:avLst/>
            </a:prstGeom>
            <a:noFill/>
            <a:ln w="28575" cap="sq">
              <a:solidFill>
                <a:schemeClr val="tx1"/>
              </a:solidFill>
              <a:round/>
            </a:ln>
          </p:spPr>
          <p:txBody>
            <a:bodyPr/>
            <a:lstStyle/>
            <a:p>
              <a:endParaRPr lang="en-US"/>
            </a:p>
          </p:txBody>
        </p:sp>
        <p:sp>
          <p:nvSpPr>
            <p:cNvPr id="81" name="Line 198"/>
            <p:cNvSpPr>
              <a:spLocks noChangeShapeType="1"/>
            </p:cNvSpPr>
            <p:nvPr/>
          </p:nvSpPr>
          <p:spPr bwMode="auto">
            <a:xfrm>
              <a:off x="586" y="2976"/>
              <a:ext cx="0" cy="272"/>
            </a:xfrm>
            <a:prstGeom prst="line">
              <a:avLst/>
            </a:prstGeom>
            <a:noFill/>
            <a:ln w="28575" cap="sq">
              <a:solidFill>
                <a:schemeClr val="tx1"/>
              </a:solidFill>
              <a:round/>
            </a:ln>
          </p:spPr>
          <p:txBody>
            <a:bodyPr/>
            <a:lstStyle/>
            <a:p>
              <a:endParaRPr lang="en-US"/>
            </a:p>
          </p:txBody>
        </p:sp>
        <p:sp>
          <p:nvSpPr>
            <p:cNvPr id="82" name="Line 199"/>
            <p:cNvSpPr>
              <a:spLocks noChangeShapeType="1"/>
            </p:cNvSpPr>
            <p:nvPr/>
          </p:nvSpPr>
          <p:spPr bwMode="auto">
            <a:xfrm>
              <a:off x="793" y="2976"/>
              <a:ext cx="0" cy="272"/>
            </a:xfrm>
            <a:prstGeom prst="line">
              <a:avLst/>
            </a:prstGeom>
            <a:noFill/>
            <a:ln w="12700">
              <a:solidFill>
                <a:schemeClr val="tx1"/>
              </a:solidFill>
              <a:round/>
            </a:ln>
          </p:spPr>
          <p:txBody>
            <a:bodyPr/>
            <a:lstStyle/>
            <a:p>
              <a:endParaRPr lang="en-US"/>
            </a:p>
          </p:txBody>
        </p:sp>
        <p:sp>
          <p:nvSpPr>
            <p:cNvPr id="83" name="Line 200"/>
            <p:cNvSpPr>
              <a:spLocks noChangeShapeType="1"/>
            </p:cNvSpPr>
            <p:nvPr/>
          </p:nvSpPr>
          <p:spPr bwMode="auto">
            <a:xfrm>
              <a:off x="999" y="2976"/>
              <a:ext cx="0" cy="272"/>
            </a:xfrm>
            <a:prstGeom prst="line">
              <a:avLst/>
            </a:prstGeom>
            <a:noFill/>
            <a:ln w="12700">
              <a:solidFill>
                <a:schemeClr val="tx1"/>
              </a:solidFill>
              <a:round/>
            </a:ln>
          </p:spPr>
          <p:txBody>
            <a:bodyPr/>
            <a:lstStyle/>
            <a:p>
              <a:endParaRPr lang="en-US"/>
            </a:p>
          </p:txBody>
        </p:sp>
        <p:sp>
          <p:nvSpPr>
            <p:cNvPr id="84" name="Line 201"/>
            <p:cNvSpPr>
              <a:spLocks noChangeShapeType="1"/>
            </p:cNvSpPr>
            <p:nvPr/>
          </p:nvSpPr>
          <p:spPr bwMode="auto">
            <a:xfrm>
              <a:off x="2647" y="2976"/>
              <a:ext cx="0" cy="272"/>
            </a:xfrm>
            <a:prstGeom prst="line">
              <a:avLst/>
            </a:prstGeom>
            <a:noFill/>
            <a:ln w="28575" cap="sq">
              <a:solidFill>
                <a:schemeClr val="tx1"/>
              </a:solidFill>
              <a:round/>
            </a:ln>
          </p:spPr>
          <p:txBody>
            <a:bodyPr/>
            <a:lstStyle/>
            <a:p>
              <a:endParaRPr lang="en-US"/>
            </a:p>
          </p:txBody>
        </p:sp>
        <p:sp>
          <p:nvSpPr>
            <p:cNvPr id="85" name="Line 202"/>
            <p:cNvSpPr>
              <a:spLocks noChangeShapeType="1"/>
            </p:cNvSpPr>
            <p:nvPr/>
          </p:nvSpPr>
          <p:spPr bwMode="auto">
            <a:xfrm>
              <a:off x="2441" y="2976"/>
              <a:ext cx="0" cy="272"/>
            </a:xfrm>
            <a:prstGeom prst="line">
              <a:avLst/>
            </a:prstGeom>
            <a:noFill/>
            <a:ln w="12700">
              <a:solidFill>
                <a:schemeClr val="tx1"/>
              </a:solidFill>
              <a:round/>
            </a:ln>
          </p:spPr>
          <p:txBody>
            <a:bodyPr/>
            <a:lstStyle/>
            <a:p>
              <a:endParaRPr lang="en-US"/>
            </a:p>
          </p:txBody>
        </p:sp>
        <p:sp>
          <p:nvSpPr>
            <p:cNvPr id="86" name="Line 203"/>
            <p:cNvSpPr>
              <a:spLocks noChangeShapeType="1"/>
            </p:cNvSpPr>
            <p:nvPr/>
          </p:nvSpPr>
          <p:spPr bwMode="auto">
            <a:xfrm>
              <a:off x="1205" y="2976"/>
              <a:ext cx="0" cy="272"/>
            </a:xfrm>
            <a:prstGeom prst="line">
              <a:avLst/>
            </a:prstGeom>
            <a:noFill/>
            <a:ln w="12700">
              <a:solidFill>
                <a:schemeClr val="tx1"/>
              </a:solidFill>
              <a:round/>
            </a:ln>
          </p:spPr>
          <p:txBody>
            <a:bodyPr/>
            <a:lstStyle/>
            <a:p>
              <a:endParaRPr lang="en-US"/>
            </a:p>
          </p:txBody>
        </p:sp>
        <p:sp>
          <p:nvSpPr>
            <p:cNvPr id="87" name="Line 204"/>
            <p:cNvSpPr>
              <a:spLocks noChangeShapeType="1"/>
            </p:cNvSpPr>
            <p:nvPr/>
          </p:nvSpPr>
          <p:spPr bwMode="auto">
            <a:xfrm>
              <a:off x="1411" y="2976"/>
              <a:ext cx="0" cy="272"/>
            </a:xfrm>
            <a:prstGeom prst="line">
              <a:avLst/>
            </a:prstGeom>
            <a:noFill/>
            <a:ln w="12700">
              <a:solidFill>
                <a:schemeClr val="tx1"/>
              </a:solidFill>
              <a:round/>
            </a:ln>
          </p:spPr>
          <p:txBody>
            <a:bodyPr/>
            <a:lstStyle/>
            <a:p>
              <a:endParaRPr lang="en-US"/>
            </a:p>
          </p:txBody>
        </p:sp>
        <p:sp>
          <p:nvSpPr>
            <p:cNvPr id="88" name="Line 205"/>
            <p:cNvSpPr>
              <a:spLocks noChangeShapeType="1"/>
            </p:cNvSpPr>
            <p:nvPr/>
          </p:nvSpPr>
          <p:spPr bwMode="auto">
            <a:xfrm>
              <a:off x="2235" y="2976"/>
              <a:ext cx="0" cy="272"/>
            </a:xfrm>
            <a:prstGeom prst="line">
              <a:avLst/>
            </a:prstGeom>
            <a:noFill/>
            <a:ln w="12700">
              <a:solidFill>
                <a:schemeClr val="tx1"/>
              </a:solidFill>
              <a:round/>
            </a:ln>
          </p:spPr>
          <p:txBody>
            <a:bodyPr/>
            <a:lstStyle/>
            <a:p>
              <a:endParaRPr lang="en-US"/>
            </a:p>
          </p:txBody>
        </p:sp>
        <p:sp>
          <p:nvSpPr>
            <p:cNvPr id="89" name="Line 206"/>
            <p:cNvSpPr>
              <a:spLocks noChangeShapeType="1"/>
            </p:cNvSpPr>
            <p:nvPr/>
          </p:nvSpPr>
          <p:spPr bwMode="auto">
            <a:xfrm>
              <a:off x="2029" y="2976"/>
              <a:ext cx="0" cy="272"/>
            </a:xfrm>
            <a:prstGeom prst="line">
              <a:avLst/>
            </a:prstGeom>
            <a:noFill/>
            <a:ln w="12700">
              <a:solidFill>
                <a:schemeClr val="tx1"/>
              </a:solidFill>
              <a:round/>
            </a:ln>
          </p:spPr>
          <p:txBody>
            <a:bodyPr/>
            <a:lstStyle/>
            <a:p>
              <a:endParaRPr lang="en-US"/>
            </a:p>
          </p:txBody>
        </p:sp>
        <p:sp>
          <p:nvSpPr>
            <p:cNvPr id="90" name="Line 207"/>
            <p:cNvSpPr>
              <a:spLocks noChangeShapeType="1"/>
            </p:cNvSpPr>
            <p:nvPr/>
          </p:nvSpPr>
          <p:spPr bwMode="auto">
            <a:xfrm>
              <a:off x="1823" y="2976"/>
              <a:ext cx="0" cy="272"/>
            </a:xfrm>
            <a:prstGeom prst="line">
              <a:avLst/>
            </a:prstGeom>
            <a:noFill/>
            <a:ln w="12700">
              <a:solidFill>
                <a:schemeClr val="tx1"/>
              </a:solidFill>
              <a:round/>
            </a:ln>
          </p:spPr>
          <p:txBody>
            <a:bodyPr/>
            <a:lstStyle/>
            <a:p>
              <a:endParaRPr lang="en-US"/>
            </a:p>
          </p:txBody>
        </p:sp>
        <p:sp>
          <p:nvSpPr>
            <p:cNvPr id="91" name="Line 208"/>
            <p:cNvSpPr>
              <a:spLocks noChangeShapeType="1"/>
            </p:cNvSpPr>
            <p:nvPr/>
          </p:nvSpPr>
          <p:spPr bwMode="auto">
            <a:xfrm>
              <a:off x="1617" y="2976"/>
              <a:ext cx="0" cy="272"/>
            </a:xfrm>
            <a:prstGeom prst="line">
              <a:avLst/>
            </a:prstGeom>
            <a:noFill/>
            <a:ln w="12700">
              <a:solidFill>
                <a:schemeClr val="tx1"/>
              </a:solidFill>
              <a:round/>
            </a:ln>
          </p:spPr>
          <p:txBody>
            <a:bodyPr/>
            <a:lstStyle/>
            <a:p>
              <a:endParaRPr lang="en-US"/>
            </a:p>
          </p:txBody>
        </p:sp>
        <p:sp>
          <p:nvSpPr>
            <p:cNvPr id="92" name="Line 209"/>
            <p:cNvSpPr>
              <a:spLocks noChangeShapeType="1"/>
            </p:cNvSpPr>
            <p:nvPr/>
          </p:nvSpPr>
          <p:spPr bwMode="auto">
            <a:xfrm>
              <a:off x="202" y="2976"/>
              <a:ext cx="384" cy="0"/>
            </a:xfrm>
            <a:prstGeom prst="line">
              <a:avLst/>
            </a:prstGeom>
            <a:noFill/>
            <a:ln w="9525">
              <a:solidFill>
                <a:schemeClr val="tx1"/>
              </a:solidFill>
              <a:round/>
            </a:ln>
          </p:spPr>
          <p:txBody>
            <a:bodyPr wrap="none" anchor="ctr"/>
            <a:lstStyle/>
            <a:p>
              <a:endParaRPr lang="en-US"/>
            </a:p>
          </p:txBody>
        </p:sp>
        <p:sp>
          <p:nvSpPr>
            <p:cNvPr id="93" name="Line 210"/>
            <p:cNvSpPr>
              <a:spLocks noChangeShapeType="1"/>
            </p:cNvSpPr>
            <p:nvPr/>
          </p:nvSpPr>
          <p:spPr bwMode="auto">
            <a:xfrm>
              <a:off x="202" y="3264"/>
              <a:ext cx="384" cy="0"/>
            </a:xfrm>
            <a:prstGeom prst="line">
              <a:avLst/>
            </a:prstGeom>
            <a:noFill/>
            <a:ln w="9525">
              <a:solidFill>
                <a:schemeClr val="tx1"/>
              </a:solidFill>
              <a:round/>
            </a:ln>
          </p:spPr>
          <p:txBody>
            <a:bodyPr wrap="none" anchor="ctr"/>
            <a:lstStyle/>
            <a:p>
              <a:endParaRPr lang="en-US"/>
            </a:p>
          </p:txBody>
        </p:sp>
        <p:sp>
          <p:nvSpPr>
            <p:cNvPr id="94" name="Line 211"/>
            <p:cNvSpPr>
              <a:spLocks noChangeShapeType="1"/>
            </p:cNvSpPr>
            <p:nvPr/>
          </p:nvSpPr>
          <p:spPr bwMode="auto">
            <a:xfrm>
              <a:off x="2650" y="2976"/>
              <a:ext cx="384" cy="0"/>
            </a:xfrm>
            <a:prstGeom prst="line">
              <a:avLst/>
            </a:prstGeom>
            <a:noFill/>
            <a:ln w="9525">
              <a:solidFill>
                <a:schemeClr val="tx1"/>
              </a:solidFill>
              <a:round/>
            </a:ln>
          </p:spPr>
          <p:txBody>
            <a:bodyPr wrap="none" anchor="ctr"/>
            <a:lstStyle/>
            <a:p>
              <a:endParaRPr lang="en-US"/>
            </a:p>
          </p:txBody>
        </p:sp>
        <p:sp>
          <p:nvSpPr>
            <p:cNvPr id="95" name="Line 212"/>
            <p:cNvSpPr>
              <a:spLocks noChangeShapeType="1"/>
            </p:cNvSpPr>
            <p:nvPr/>
          </p:nvSpPr>
          <p:spPr bwMode="auto">
            <a:xfrm>
              <a:off x="2650" y="3216"/>
              <a:ext cx="384" cy="0"/>
            </a:xfrm>
            <a:prstGeom prst="line">
              <a:avLst/>
            </a:prstGeom>
            <a:noFill/>
            <a:ln w="9525">
              <a:solidFill>
                <a:schemeClr val="tx1"/>
              </a:solidFill>
              <a:round/>
            </a:ln>
          </p:spPr>
          <p:txBody>
            <a:bodyPr wrap="none" anchor="ctr"/>
            <a:lstStyle/>
            <a:p>
              <a:endParaRPr lang="en-US"/>
            </a:p>
          </p:txBody>
        </p:sp>
        <p:sp>
          <p:nvSpPr>
            <p:cNvPr id="96" name="Text Box 214"/>
            <p:cNvSpPr txBox="1">
              <a:spLocks noChangeArrowheads="1"/>
            </p:cNvSpPr>
            <p:nvPr/>
          </p:nvSpPr>
          <p:spPr bwMode="auto">
            <a:xfrm>
              <a:off x="2710" y="300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97" name="Group 374"/>
          <p:cNvGrpSpPr/>
          <p:nvPr/>
        </p:nvGrpSpPr>
        <p:grpSpPr bwMode="auto">
          <a:xfrm>
            <a:off x="-6490" y="5486400"/>
            <a:ext cx="4495800" cy="457200"/>
            <a:chOff x="192" y="3456"/>
            <a:chExt cx="2832" cy="288"/>
          </a:xfrm>
        </p:grpSpPr>
        <p:sp>
          <p:nvSpPr>
            <p:cNvPr id="98" name="Rectangle 216"/>
            <p:cNvSpPr>
              <a:spLocks noChangeArrowheads="1"/>
            </p:cNvSpPr>
            <p:nvPr/>
          </p:nvSpPr>
          <p:spPr bwMode="auto">
            <a:xfrm>
              <a:off x="140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9" name="Rectangle 217"/>
            <p:cNvSpPr>
              <a:spLocks noChangeArrowheads="1"/>
            </p:cNvSpPr>
            <p:nvPr/>
          </p:nvSpPr>
          <p:spPr bwMode="auto">
            <a:xfrm>
              <a:off x="1607"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00" name="Rectangle 218"/>
            <p:cNvSpPr>
              <a:spLocks noChangeArrowheads="1"/>
            </p:cNvSpPr>
            <p:nvPr/>
          </p:nvSpPr>
          <p:spPr bwMode="auto">
            <a:xfrm>
              <a:off x="181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1" name="Rectangle 219"/>
            <p:cNvSpPr>
              <a:spLocks noChangeArrowheads="1"/>
            </p:cNvSpPr>
            <p:nvPr/>
          </p:nvSpPr>
          <p:spPr bwMode="auto">
            <a:xfrm>
              <a:off x="201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2" name="Rectangle 220"/>
            <p:cNvSpPr>
              <a:spLocks noChangeArrowheads="1"/>
            </p:cNvSpPr>
            <p:nvPr/>
          </p:nvSpPr>
          <p:spPr bwMode="auto">
            <a:xfrm>
              <a:off x="119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03" name="Rectangle 221"/>
            <p:cNvSpPr>
              <a:spLocks noChangeArrowheads="1"/>
            </p:cNvSpPr>
            <p:nvPr/>
          </p:nvSpPr>
          <p:spPr bwMode="auto">
            <a:xfrm>
              <a:off x="98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04" name="Rectangle 222"/>
            <p:cNvSpPr>
              <a:spLocks noChangeArrowheads="1"/>
            </p:cNvSpPr>
            <p:nvPr/>
          </p:nvSpPr>
          <p:spPr bwMode="auto">
            <a:xfrm>
              <a:off x="222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5" name="Rectangle 223"/>
            <p:cNvSpPr>
              <a:spLocks noChangeArrowheads="1"/>
            </p:cNvSpPr>
            <p:nvPr/>
          </p:nvSpPr>
          <p:spPr bwMode="auto">
            <a:xfrm>
              <a:off x="243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6" name="Rectangle 224"/>
            <p:cNvSpPr>
              <a:spLocks noChangeArrowheads="1"/>
            </p:cNvSpPr>
            <p:nvPr/>
          </p:nvSpPr>
          <p:spPr bwMode="auto">
            <a:xfrm>
              <a:off x="78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7" name="Rectangle 225"/>
            <p:cNvSpPr>
              <a:spLocks noChangeArrowheads="1"/>
            </p:cNvSpPr>
            <p:nvPr/>
          </p:nvSpPr>
          <p:spPr bwMode="auto">
            <a:xfrm>
              <a:off x="576" y="345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8" name="Line 226"/>
            <p:cNvSpPr>
              <a:spLocks noChangeShapeType="1"/>
            </p:cNvSpPr>
            <p:nvPr/>
          </p:nvSpPr>
          <p:spPr bwMode="auto">
            <a:xfrm>
              <a:off x="576" y="3456"/>
              <a:ext cx="2061" cy="0"/>
            </a:xfrm>
            <a:prstGeom prst="line">
              <a:avLst/>
            </a:prstGeom>
            <a:noFill/>
            <a:ln w="28575" cap="sq">
              <a:solidFill>
                <a:schemeClr val="tx1"/>
              </a:solidFill>
              <a:round/>
            </a:ln>
          </p:spPr>
          <p:txBody>
            <a:bodyPr/>
            <a:lstStyle/>
            <a:p>
              <a:endParaRPr lang="en-US"/>
            </a:p>
          </p:txBody>
        </p:sp>
        <p:sp>
          <p:nvSpPr>
            <p:cNvPr id="109" name="Line 227"/>
            <p:cNvSpPr>
              <a:spLocks noChangeShapeType="1"/>
            </p:cNvSpPr>
            <p:nvPr/>
          </p:nvSpPr>
          <p:spPr bwMode="auto">
            <a:xfrm>
              <a:off x="576" y="3728"/>
              <a:ext cx="2061" cy="0"/>
            </a:xfrm>
            <a:prstGeom prst="line">
              <a:avLst/>
            </a:prstGeom>
            <a:noFill/>
            <a:ln w="28575" cap="sq">
              <a:solidFill>
                <a:schemeClr val="tx1"/>
              </a:solidFill>
              <a:round/>
            </a:ln>
          </p:spPr>
          <p:txBody>
            <a:bodyPr/>
            <a:lstStyle/>
            <a:p>
              <a:endParaRPr lang="en-US"/>
            </a:p>
          </p:txBody>
        </p:sp>
        <p:sp>
          <p:nvSpPr>
            <p:cNvPr id="110" name="Line 228"/>
            <p:cNvSpPr>
              <a:spLocks noChangeShapeType="1"/>
            </p:cNvSpPr>
            <p:nvPr/>
          </p:nvSpPr>
          <p:spPr bwMode="auto">
            <a:xfrm>
              <a:off x="576" y="3456"/>
              <a:ext cx="0" cy="272"/>
            </a:xfrm>
            <a:prstGeom prst="line">
              <a:avLst/>
            </a:prstGeom>
            <a:noFill/>
            <a:ln w="28575" cap="sq">
              <a:solidFill>
                <a:schemeClr val="tx1"/>
              </a:solidFill>
              <a:round/>
            </a:ln>
          </p:spPr>
          <p:txBody>
            <a:bodyPr/>
            <a:lstStyle/>
            <a:p>
              <a:endParaRPr lang="en-US"/>
            </a:p>
          </p:txBody>
        </p:sp>
        <p:sp>
          <p:nvSpPr>
            <p:cNvPr id="111" name="Line 229"/>
            <p:cNvSpPr>
              <a:spLocks noChangeShapeType="1"/>
            </p:cNvSpPr>
            <p:nvPr/>
          </p:nvSpPr>
          <p:spPr bwMode="auto">
            <a:xfrm>
              <a:off x="783" y="3456"/>
              <a:ext cx="0" cy="272"/>
            </a:xfrm>
            <a:prstGeom prst="line">
              <a:avLst/>
            </a:prstGeom>
            <a:noFill/>
            <a:ln w="12700">
              <a:solidFill>
                <a:schemeClr val="tx1"/>
              </a:solidFill>
              <a:round/>
            </a:ln>
          </p:spPr>
          <p:txBody>
            <a:bodyPr/>
            <a:lstStyle/>
            <a:p>
              <a:endParaRPr lang="en-US"/>
            </a:p>
          </p:txBody>
        </p:sp>
        <p:sp>
          <p:nvSpPr>
            <p:cNvPr id="112" name="Line 230"/>
            <p:cNvSpPr>
              <a:spLocks noChangeShapeType="1"/>
            </p:cNvSpPr>
            <p:nvPr/>
          </p:nvSpPr>
          <p:spPr bwMode="auto">
            <a:xfrm>
              <a:off x="989" y="3456"/>
              <a:ext cx="0" cy="272"/>
            </a:xfrm>
            <a:prstGeom prst="line">
              <a:avLst/>
            </a:prstGeom>
            <a:noFill/>
            <a:ln w="12700">
              <a:solidFill>
                <a:schemeClr val="tx1"/>
              </a:solidFill>
              <a:round/>
            </a:ln>
          </p:spPr>
          <p:txBody>
            <a:bodyPr/>
            <a:lstStyle/>
            <a:p>
              <a:endParaRPr lang="en-US"/>
            </a:p>
          </p:txBody>
        </p:sp>
        <p:sp>
          <p:nvSpPr>
            <p:cNvPr id="113" name="Line 231"/>
            <p:cNvSpPr>
              <a:spLocks noChangeShapeType="1"/>
            </p:cNvSpPr>
            <p:nvPr/>
          </p:nvSpPr>
          <p:spPr bwMode="auto">
            <a:xfrm>
              <a:off x="2637" y="3456"/>
              <a:ext cx="0" cy="272"/>
            </a:xfrm>
            <a:prstGeom prst="line">
              <a:avLst/>
            </a:prstGeom>
            <a:noFill/>
            <a:ln w="28575" cap="sq">
              <a:solidFill>
                <a:schemeClr val="tx1"/>
              </a:solidFill>
              <a:round/>
            </a:ln>
          </p:spPr>
          <p:txBody>
            <a:bodyPr/>
            <a:lstStyle/>
            <a:p>
              <a:endParaRPr lang="en-US"/>
            </a:p>
          </p:txBody>
        </p:sp>
        <p:sp>
          <p:nvSpPr>
            <p:cNvPr id="114" name="Line 232"/>
            <p:cNvSpPr>
              <a:spLocks noChangeShapeType="1"/>
            </p:cNvSpPr>
            <p:nvPr/>
          </p:nvSpPr>
          <p:spPr bwMode="auto">
            <a:xfrm>
              <a:off x="2431" y="3456"/>
              <a:ext cx="0" cy="272"/>
            </a:xfrm>
            <a:prstGeom prst="line">
              <a:avLst/>
            </a:prstGeom>
            <a:noFill/>
            <a:ln w="12700">
              <a:solidFill>
                <a:schemeClr val="tx1"/>
              </a:solidFill>
              <a:round/>
            </a:ln>
          </p:spPr>
          <p:txBody>
            <a:bodyPr/>
            <a:lstStyle/>
            <a:p>
              <a:endParaRPr lang="en-US"/>
            </a:p>
          </p:txBody>
        </p:sp>
        <p:sp>
          <p:nvSpPr>
            <p:cNvPr id="115" name="Line 233"/>
            <p:cNvSpPr>
              <a:spLocks noChangeShapeType="1"/>
            </p:cNvSpPr>
            <p:nvPr/>
          </p:nvSpPr>
          <p:spPr bwMode="auto">
            <a:xfrm>
              <a:off x="1195" y="3456"/>
              <a:ext cx="0" cy="272"/>
            </a:xfrm>
            <a:prstGeom prst="line">
              <a:avLst/>
            </a:prstGeom>
            <a:noFill/>
            <a:ln w="12700">
              <a:solidFill>
                <a:schemeClr val="tx1"/>
              </a:solidFill>
              <a:round/>
            </a:ln>
          </p:spPr>
          <p:txBody>
            <a:bodyPr/>
            <a:lstStyle/>
            <a:p>
              <a:endParaRPr lang="en-US"/>
            </a:p>
          </p:txBody>
        </p:sp>
        <p:sp>
          <p:nvSpPr>
            <p:cNvPr id="116" name="Line 234"/>
            <p:cNvSpPr>
              <a:spLocks noChangeShapeType="1"/>
            </p:cNvSpPr>
            <p:nvPr/>
          </p:nvSpPr>
          <p:spPr bwMode="auto">
            <a:xfrm>
              <a:off x="1401" y="3456"/>
              <a:ext cx="0" cy="272"/>
            </a:xfrm>
            <a:prstGeom prst="line">
              <a:avLst/>
            </a:prstGeom>
            <a:noFill/>
            <a:ln w="12700">
              <a:solidFill>
                <a:schemeClr val="tx1"/>
              </a:solidFill>
              <a:round/>
            </a:ln>
          </p:spPr>
          <p:txBody>
            <a:bodyPr/>
            <a:lstStyle/>
            <a:p>
              <a:endParaRPr lang="en-US"/>
            </a:p>
          </p:txBody>
        </p:sp>
        <p:sp>
          <p:nvSpPr>
            <p:cNvPr id="117" name="Line 235"/>
            <p:cNvSpPr>
              <a:spLocks noChangeShapeType="1"/>
            </p:cNvSpPr>
            <p:nvPr/>
          </p:nvSpPr>
          <p:spPr bwMode="auto">
            <a:xfrm>
              <a:off x="2225" y="3456"/>
              <a:ext cx="0" cy="272"/>
            </a:xfrm>
            <a:prstGeom prst="line">
              <a:avLst/>
            </a:prstGeom>
            <a:noFill/>
            <a:ln w="12700">
              <a:solidFill>
                <a:schemeClr val="tx1"/>
              </a:solidFill>
              <a:round/>
            </a:ln>
          </p:spPr>
          <p:txBody>
            <a:bodyPr/>
            <a:lstStyle/>
            <a:p>
              <a:endParaRPr lang="en-US"/>
            </a:p>
          </p:txBody>
        </p:sp>
        <p:sp>
          <p:nvSpPr>
            <p:cNvPr id="118" name="Line 236"/>
            <p:cNvSpPr>
              <a:spLocks noChangeShapeType="1"/>
            </p:cNvSpPr>
            <p:nvPr/>
          </p:nvSpPr>
          <p:spPr bwMode="auto">
            <a:xfrm>
              <a:off x="2019" y="3456"/>
              <a:ext cx="0" cy="272"/>
            </a:xfrm>
            <a:prstGeom prst="line">
              <a:avLst/>
            </a:prstGeom>
            <a:noFill/>
            <a:ln w="12700">
              <a:solidFill>
                <a:schemeClr val="tx1"/>
              </a:solidFill>
              <a:round/>
            </a:ln>
          </p:spPr>
          <p:txBody>
            <a:bodyPr/>
            <a:lstStyle/>
            <a:p>
              <a:endParaRPr lang="en-US"/>
            </a:p>
          </p:txBody>
        </p:sp>
        <p:sp>
          <p:nvSpPr>
            <p:cNvPr id="119" name="Line 237"/>
            <p:cNvSpPr>
              <a:spLocks noChangeShapeType="1"/>
            </p:cNvSpPr>
            <p:nvPr/>
          </p:nvSpPr>
          <p:spPr bwMode="auto">
            <a:xfrm>
              <a:off x="1813" y="3456"/>
              <a:ext cx="0" cy="272"/>
            </a:xfrm>
            <a:prstGeom prst="line">
              <a:avLst/>
            </a:prstGeom>
            <a:noFill/>
            <a:ln w="12700">
              <a:solidFill>
                <a:schemeClr val="tx1"/>
              </a:solidFill>
              <a:round/>
            </a:ln>
          </p:spPr>
          <p:txBody>
            <a:bodyPr/>
            <a:lstStyle/>
            <a:p>
              <a:endParaRPr lang="en-US"/>
            </a:p>
          </p:txBody>
        </p:sp>
        <p:sp>
          <p:nvSpPr>
            <p:cNvPr id="120" name="Line 238"/>
            <p:cNvSpPr>
              <a:spLocks noChangeShapeType="1"/>
            </p:cNvSpPr>
            <p:nvPr/>
          </p:nvSpPr>
          <p:spPr bwMode="auto">
            <a:xfrm>
              <a:off x="1607" y="3456"/>
              <a:ext cx="0" cy="272"/>
            </a:xfrm>
            <a:prstGeom prst="line">
              <a:avLst/>
            </a:prstGeom>
            <a:noFill/>
            <a:ln w="12700">
              <a:solidFill>
                <a:schemeClr val="tx1"/>
              </a:solidFill>
              <a:round/>
            </a:ln>
          </p:spPr>
          <p:txBody>
            <a:bodyPr/>
            <a:lstStyle/>
            <a:p>
              <a:endParaRPr lang="en-US"/>
            </a:p>
          </p:txBody>
        </p:sp>
        <p:sp>
          <p:nvSpPr>
            <p:cNvPr id="121" name="Line 239"/>
            <p:cNvSpPr>
              <a:spLocks noChangeShapeType="1"/>
            </p:cNvSpPr>
            <p:nvPr/>
          </p:nvSpPr>
          <p:spPr bwMode="auto">
            <a:xfrm>
              <a:off x="192" y="3456"/>
              <a:ext cx="384" cy="0"/>
            </a:xfrm>
            <a:prstGeom prst="line">
              <a:avLst/>
            </a:prstGeom>
            <a:noFill/>
            <a:ln w="9525">
              <a:solidFill>
                <a:schemeClr val="tx1"/>
              </a:solidFill>
              <a:round/>
            </a:ln>
          </p:spPr>
          <p:txBody>
            <a:bodyPr wrap="none" anchor="ctr"/>
            <a:lstStyle/>
            <a:p>
              <a:endParaRPr lang="en-US"/>
            </a:p>
          </p:txBody>
        </p:sp>
        <p:sp>
          <p:nvSpPr>
            <p:cNvPr id="122" name="Line 240"/>
            <p:cNvSpPr>
              <a:spLocks noChangeShapeType="1"/>
            </p:cNvSpPr>
            <p:nvPr/>
          </p:nvSpPr>
          <p:spPr bwMode="auto">
            <a:xfrm>
              <a:off x="192" y="3744"/>
              <a:ext cx="384" cy="0"/>
            </a:xfrm>
            <a:prstGeom prst="line">
              <a:avLst/>
            </a:prstGeom>
            <a:noFill/>
            <a:ln w="9525">
              <a:solidFill>
                <a:schemeClr val="tx1"/>
              </a:solidFill>
              <a:round/>
            </a:ln>
          </p:spPr>
          <p:txBody>
            <a:bodyPr wrap="none" anchor="ctr"/>
            <a:lstStyle/>
            <a:p>
              <a:endParaRPr lang="en-US"/>
            </a:p>
          </p:txBody>
        </p:sp>
        <p:sp>
          <p:nvSpPr>
            <p:cNvPr id="123" name="Line 241"/>
            <p:cNvSpPr>
              <a:spLocks noChangeShapeType="1"/>
            </p:cNvSpPr>
            <p:nvPr/>
          </p:nvSpPr>
          <p:spPr bwMode="auto">
            <a:xfrm>
              <a:off x="2640" y="3456"/>
              <a:ext cx="384" cy="0"/>
            </a:xfrm>
            <a:prstGeom prst="line">
              <a:avLst/>
            </a:prstGeom>
            <a:noFill/>
            <a:ln w="9525">
              <a:solidFill>
                <a:schemeClr val="tx1"/>
              </a:solidFill>
              <a:round/>
            </a:ln>
          </p:spPr>
          <p:txBody>
            <a:bodyPr wrap="none" anchor="ctr"/>
            <a:lstStyle/>
            <a:p>
              <a:endParaRPr lang="en-US"/>
            </a:p>
          </p:txBody>
        </p:sp>
        <p:sp>
          <p:nvSpPr>
            <p:cNvPr id="124" name="Line 242"/>
            <p:cNvSpPr>
              <a:spLocks noChangeShapeType="1"/>
            </p:cNvSpPr>
            <p:nvPr/>
          </p:nvSpPr>
          <p:spPr bwMode="auto">
            <a:xfrm>
              <a:off x="2640" y="3696"/>
              <a:ext cx="384" cy="0"/>
            </a:xfrm>
            <a:prstGeom prst="line">
              <a:avLst/>
            </a:prstGeom>
            <a:noFill/>
            <a:ln w="9525">
              <a:solidFill>
                <a:schemeClr val="tx1"/>
              </a:solidFill>
              <a:round/>
            </a:ln>
          </p:spPr>
          <p:txBody>
            <a:bodyPr wrap="none" anchor="ctr"/>
            <a:lstStyle/>
            <a:p>
              <a:endParaRPr lang="en-US"/>
            </a:p>
          </p:txBody>
        </p:sp>
        <p:sp>
          <p:nvSpPr>
            <p:cNvPr id="125" name="Text Box 243"/>
            <p:cNvSpPr txBox="1">
              <a:spLocks noChangeArrowheads="1"/>
            </p:cNvSpPr>
            <p:nvPr/>
          </p:nvSpPr>
          <p:spPr bwMode="auto">
            <a:xfrm>
              <a:off x="290" y="3485"/>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126" name="Text Box 244"/>
            <p:cNvSpPr txBox="1">
              <a:spLocks noChangeArrowheads="1"/>
            </p:cNvSpPr>
            <p:nvPr/>
          </p:nvSpPr>
          <p:spPr bwMode="auto">
            <a:xfrm>
              <a:off x="2700" y="3485"/>
              <a:ext cx="244" cy="212"/>
            </a:xfrm>
            <a:prstGeom prst="rect">
              <a:avLst/>
            </a:prstGeom>
            <a:noFill/>
            <a:ln w="9525">
              <a:noFill/>
              <a:miter lim="800000"/>
            </a:ln>
          </p:spPr>
          <p:txBody>
            <a:bodyPr wrap="none">
              <a:spAutoFit/>
            </a:bodyPr>
            <a:lstStyle/>
            <a:p>
              <a:r>
                <a:rPr lang="en-US" sz="1600" dirty="0"/>
                <a:t>…</a:t>
              </a:r>
              <a:endParaRPr lang="en-US" sz="1600" dirty="0"/>
            </a:p>
          </p:txBody>
        </p:sp>
      </p:grpSp>
      <p:grpSp>
        <p:nvGrpSpPr>
          <p:cNvPr id="127" name="Group 375"/>
          <p:cNvGrpSpPr/>
          <p:nvPr/>
        </p:nvGrpSpPr>
        <p:grpSpPr bwMode="auto">
          <a:xfrm>
            <a:off x="4662207" y="3181351"/>
            <a:ext cx="4495800" cy="431800"/>
            <a:chOff x="3120" y="1968"/>
            <a:chExt cx="2832" cy="272"/>
          </a:xfrm>
        </p:grpSpPr>
        <p:sp>
          <p:nvSpPr>
            <p:cNvPr id="128" name="Rectangle 248"/>
            <p:cNvSpPr>
              <a:spLocks noChangeArrowheads="1"/>
            </p:cNvSpPr>
            <p:nvPr/>
          </p:nvSpPr>
          <p:spPr bwMode="auto">
            <a:xfrm>
              <a:off x="4329"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29" name="Rectangle 249"/>
            <p:cNvSpPr>
              <a:spLocks noChangeArrowheads="1"/>
            </p:cNvSpPr>
            <p:nvPr/>
          </p:nvSpPr>
          <p:spPr bwMode="auto">
            <a:xfrm>
              <a:off x="4535"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30" name="Rectangle 250"/>
            <p:cNvSpPr>
              <a:spLocks noChangeArrowheads="1"/>
            </p:cNvSpPr>
            <p:nvPr/>
          </p:nvSpPr>
          <p:spPr bwMode="auto">
            <a:xfrm>
              <a:off x="4741"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31" name="Rectangle 251"/>
            <p:cNvSpPr>
              <a:spLocks noChangeArrowheads="1"/>
            </p:cNvSpPr>
            <p:nvPr/>
          </p:nvSpPr>
          <p:spPr bwMode="auto">
            <a:xfrm>
              <a:off x="4947"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32" name="Rectangle 252"/>
            <p:cNvSpPr>
              <a:spLocks noChangeArrowheads="1"/>
            </p:cNvSpPr>
            <p:nvPr/>
          </p:nvSpPr>
          <p:spPr bwMode="auto">
            <a:xfrm>
              <a:off x="4123"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33" name="Rectangle 253"/>
            <p:cNvSpPr>
              <a:spLocks noChangeArrowheads="1"/>
            </p:cNvSpPr>
            <p:nvPr/>
          </p:nvSpPr>
          <p:spPr bwMode="auto">
            <a:xfrm>
              <a:off x="3917"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34" name="Rectangle 254"/>
            <p:cNvSpPr>
              <a:spLocks noChangeArrowheads="1"/>
            </p:cNvSpPr>
            <p:nvPr/>
          </p:nvSpPr>
          <p:spPr bwMode="auto">
            <a:xfrm>
              <a:off x="5153"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5" name="Rectangle 255"/>
            <p:cNvSpPr>
              <a:spLocks noChangeArrowheads="1"/>
            </p:cNvSpPr>
            <p:nvPr/>
          </p:nvSpPr>
          <p:spPr bwMode="auto">
            <a:xfrm>
              <a:off x="5359"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6" name="Rectangle 256"/>
            <p:cNvSpPr>
              <a:spLocks noChangeArrowheads="1"/>
            </p:cNvSpPr>
            <p:nvPr/>
          </p:nvSpPr>
          <p:spPr bwMode="auto">
            <a:xfrm>
              <a:off x="3711"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7" name="Rectangle 257"/>
            <p:cNvSpPr>
              <a:spLocks noChangeArrowheads="1"/>
            </p:cNvSpPr>
            <p:nvPr/>
          </p:nvSpPr>
          <p:spPr bwMode="auto">
            <a:xfrm>
              <a:off x="3504" y="1968"/>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8" name="Line 258"/>
            <p:cNvSpPr>
              <a:spLocks noChangeShapeType="1"/>
            </p:cNvSpPr>
            <p:nvPr/>
          </p:nvSpPr>
          <p:spPr bwMode="auto">
            <a:xfrm>
              <a:off x="3504" y="1968"/>
              <a:ext cx="2061" cy="0"/>
            </a:xfrm>
            <a:prstGeom prst="line">
              <a:avLst/>
            </a:prstGeom>
            <a:noFill/>
            <a:ln w="28575" cap="sq">
              <a:solidFill>
                <a:schemeClr val="tx1"/>
              </a:solidFill>
              <a:round/>
            </a:ln>
          </p:spPr>
          <p:txBody>
            <a:bodyPr/>
            <a:lstStyle/>
            <a:p>
              <a:endParaRPr lang="en-US"/>
            </a:p>
          </p:txBody>
        </p:sp>
        <p:sp>
          <p:nvSpPr>
            <p:cNvPr id="139" name="Line 259"/>
            <p:cNvSpPr>
              <a:spLocks noChangeShapeType="1"/>
            </p:cNvSpPr>
            <p:nvPr/>
          </p:nvSpPr>
          <p:spPr bwMode="auto">
            <a:xfrm>
              <a:off x="3504" y="2240"/>
              <a:ext cx="2061" cy="0"/>
            </a:xfrm>
            <a:prstGeom prst="line">
              <a:avLst/>
            </a:prstGeom>
            <a:noFill/>
            <a:ln w="28575" cap="sq">
              <a:solidFill>
                <a:schemeClr val="tx1"/>
              </a:solidFill>
              <a:round/>
            </a:ln>
          </p:spPr>
          <p:txBody>
            <a:bodyPr/>
            <a:lstStyle/>
            <a:p>
              <a:endParaRPr lang="en-US"/>
            </a:p>
          </p:txBody>
        </p:sp>
        <p:sp>
          <p:nvSpPr>
            <p:cNvPr id="140" name="Line 260"/>
            <p:cNvSpPr>
              <a:spLocks noChangeShapeType="1"/>
            </p:cNvSpPr>
            <p:nvPr/>
          </p:nvSpPr>
          <p:spPr bwMode="auto">
            <a:xfrm>
              <a:off x="3504" y="1968"/>
              <a:ext cx="0" cy="272"/>
            </a:xfrm>
            <a:prstGeom prst="line">
              <a:avLst/>
            </a:prstGeom>
            <a:noFill/>
            <a:ln w="28575" cap="sq">
              <a:solidFill>
                <a:schemeClr val="tx1"/>
              </a:solidFill>
              <a:round/>
            </a:ln>
          </p:spPr>
          <p:txBody>
            <a:bodyPr/>
            <a:lstStyle/>
            <a:p>
              <a:endParaRPr lang="en-US"/>
            </a:p>
          </p:txBody>
        </p:sp>
        <p:sp>
          <p:nvSpPr>
            <p:cNvPr id="141" name="Line 261"/>
            <p:cNvSpPr>
              <a:spLocks noChangeShapeType="1"/>
            </p:cNvSpPr>
            <p:nvPr/>
          </p:nvSpPr>
          <p:spPr bwMode="auto">
            <a:xfrm>
              <a:off x="3711" y="1968"/>
              <a:ext cx="0" cy="272"/>
            </a:xfrm>
            <a:prstGeom prst="line">
              <a:avLst/>
            </a:prstGeom>
            <a:noFill/>
            <a:ln w="12700">
              <a:solidFill>
                <a:schemeClr val="tx1"/>
              </a:solidFill>
              <a:round/>
            </a:ln>
          </p:spPr>
          <p:txBody>
            <a:bodyPr/>
            <a:lstStyle/>
            <a:p>
              <a:endParaRPr lang="en-US"/>
            </a:p>
          </p:txBody>
        </p:sp>
        <p:sp>
          <p:nvSpPr>
            <p:cNvPr id="142" name="Line 262"/>
            <p:cNvSpPr>
              <a:spLocks noChangeShapeType="1"/>
            </p:cNvSpPr>
            <p:nvPr/>
          </p:nvSpPr>
          <p:spPr bwMode="auto">
            <a:xfrm>
              <a:off x="3917" y="1968"/>
              <a:ext cx="0" cy="272"/>
            </a:xfrm>
            <a:prstGeom prst="line">
              <a:avLst/>
            </a:prstGeom>
            <a:noFill/>
            <a:ln w="12700">
              <a:solidFill>
                <a:schemeClr val="tx1"/>
              </a:solidFill>
              <a:round/>
            </a:ln>
          </p:spPr>
          <p:txBody>
            <a:bodyPr/>
            <a:lstStyle/>
            <a:p>
              <a:endParaRPr lang="en-US"/>
            </a:p>
          </p:txBody>
        </p:sp>
        <p:sp>
          <p:nvSpPr>
            <p:cNvPr id="143" name="Line 263"/>
            <p:cNvSpPr>
              <a:spLocks noChangeShapeType="1"/>
            </p:cNvSpPr>
            <p:nvPr/>
          </p:nvSpPr>
          <p:spPr bwMode="auto">
            <a:xfrm>
              <a:off x="5565" y="1968"/>
              <a:ext cx="0" cy="272"/>
            </a:xfrm>
            <a:prstGeom prst="line">
              <a:avLst/>
            </a:prstGeom>
            <a:noFill/>
            <a:ln w="28575" cap="sq">
              <a:solidFill>
                <a:schemeClr val="tx1"/>
              </a:solidFill>
              <a:round/>
            </a:ln>
          </p:spPr>
          <p:txBody>
            <a:bodyPr/>
            <a:lstStyle/>
            <a:p>
              <a:endParaRPr lang="en-US"/>
            </a:p>
          </p:txBody>
        </p:sp>
        <p:sp>
          <p:nvSpPr>
            <p:cNvPr id="144" name="Line 264"/>
            <p:cNvSpPr>
              <a:spLocks noChangeShapeType="1"/>
            </p:cNvSpPr>
            <p:nvPr/>
          </p:nvSpPr>
          <p:spPr bwMode="auto">
            <a:xfrm>
              <a:off x="5359" y="1968"/>
              <a:ext cx="0" cy="272"/>
            </a:xfrm>
            <a:prstGeom prst="line">
              <a:avLst/>
            </a:prstGeom>
            <a:noFill/>
            <a:ln w="12700">
              <a:solidFill>
                <a:schemeClr val="tx1"/>
              </a:solidFill>
              <a:round/>
            </a:ln>
          </p:spPr>
          <p:txBody>
            <a:bodyPr/>
            <a:lstStyle/>
            <a:p>
              <a:endParaRPr lang="en-US"/>
            </a:p>
          </p:txBody>
        </p:sp>
        <p:sp>
          <p:nvSpPr>
            <p:cNvPr id="145" name="Line 265"/>
            <p:cNvSpPr>
              <a:spLocks noChangeShapeType="1"/>
            </p:cNvSpPr>
            <p:nvPr/>
          </p:nvSpPr>
          <p:spPr bwMode="auto">
            <a:xfrm>
              <a:off x="4123" y="1968"/>
              <a:ext cx="0" cy="272"/>
            </a:xfrm>
            <a:prstGeom prst="line">
              <a:avLst/>
            </a:prstGeom>
            <a:noFill/>
            <a:ln w="12700">
              <a:solidFill>
                <a:schemeClr val="tx1"/>
              </a:solidFill>
              <a:round/>
            </a:ln>
          </p:spPr>
          <p:txBody>
            <a:bodyPr/>
            <a:lstStyle/>
            <a:p>
              <a:endParaRPr lang="en-US"/>
            </a:p>
          </p:txBody>
        </p:sp>
        <p:sp>
          <p:nvSpPr>
            <p:cNvPr id="146" name="Line 266"/>
            <p:cNvSpPr>
              <a:spLocks noChangeShapeType="1"/>
            </p:cNvSpPr>
            <p:nvPr/>
          </p:nvSpPr>
          <p:spPr bwMode="auto">
            <a:xfrm>
              <a:off x="4329" y="1968"/>
              <a:ext cx="0" cy="272"/>
            </a:xfrm>
            <a:prstGeom prst="line">
              <a:avLst/>
            </a:prstGeom>
            <a:noFill/>
            <a:ln w="12700">
              <a:solidFill>
                <a:schemeClr val="tx1"/>
              </a:solidFill>
              <a:round/>
            </a:ln>
          </p:spPr>
          <p:txBody>
            <a:bodyPr/>
            <a:lstStyle/>
            <a:p>
              <a:endParaRPr lang="en-US"/>
            </a:p>
          </p:txBody>
        </p:sp>
        <p:sp>
          <p:nvSpPr>
            <p:cNvPr id="147" name="Line 267"/>
            <p:cNvSpPr>
              <a:spLocks noChangeShapeType="1"/>
            </p:cNvSpPr>
            <p:nvPr/>
          </p:nvSpPr>
          <p:spPr bwMode="auto">
            <a:xfrm>
              <a:off x="5153" y="1968"/>
              <a:ext cx="0" cy="272"/>
            </a:xfrm>
            <a:prstGeom prst="line">
              <a:avLst/>
            </a:prstGeom>
            <a:noFill/>
            <a:ln w="12700">
              <a:solidFill>
                <a:schemeClr val="tx1"/>
              </a:solidFill>
              <a:round/>
            </a:ln>
          </p:spPr>
          <p:txBody>
            <a:bodyPr/>
            <a:lstStyle/>
            <a:p>
              <a:endParaRPr lang="en-US"/>
            </a:p>
          </p:txBody>
        </p:sp>
        <p:sp>
          <p:nvSpPr>
            <p:cNvPr id="148" name="Line 268"/>
            <p:cNvSpPr>
              <a:spLocks noChangeShapeType="1"/>
            </p:cNvSpPr>
            <p:nvPr/>
          </p:nvSpPr>
          <p:spPr bwMode="auto">
            <a:xfrm>
              <a:off x="4947" y="1968"/>
              <a:ext cx="0" cy="272"/>
            </a:xfrm>
            <a:prstGeom prst="line">
              <a:avLst/>
            </a:prstGeom>
            <a:noFill/>
            <a:ln w="12700">
              <a:solidFill>
                <a:schemeClr val="tx1"/>
              </a:solidFill>
              <a:round/>
            </a:ln>
          </p:spPr>
          <p:txBody>
            <a:bodyPr/>
            <a:lstStyle/>
            <a:p>
              <a:endParaRPr lang="en-US"/>
            </a:p>
          </p:txBody>
        </p:sp>
        <p:sp>
          <p:nvSpPr>
            <p:cNvPr id="149" name="Line 269"/>
            <p:cNvSpPr>
              <a:spLocks noChangeShapeType="1"/>
            </p:cNvSpPr>
            <p:nvPr/>
          </p:nvSpPr>
          <p:spPr bwMode="auto">
            <a:xfrm>
              <a:off x="4741" y="1968"/>
              <a:ext cx="0" cy="272"/>
            </a:xfrm>
            <a:prstGeom prst="line">
              <a:avLst/>
            </a:prstGeom>
            <a:noFill/>
            <a:ln w="12700">
              <a:solidFill>
                <a:schemeClr val="tx1"/>
              </a:solidFill>
              <a:round/>
            </a:ln>
          </p:spPr>
          <p:txBody>
            <a:bodyPr/>
            <a:lstStyle/>
            <a:p>
              <a:endParaRPr lang="en-US"/>
            </a:p>
          </p:txBody>
        </p:sp>
        <p:sp>
          <p:nvSpPr>
            <p:cNvPr id="150" name="Line 270"/>
            <p:cNvSpPr>
              <a:spLocks noChangeShapeType="1"/>
            </p:cNvSpPr>
            <p:nvPr/>
          </p:nvSpPr>
          <p:spPr bwMode="auto">
            <a:xfrm>
              <a:off x="4535" y="1968"/>
              <a:ext cx="0" cy="272"/>
            </a:xfrm>
            <a:prstGeom prst="line">
              <a:avLst/>
            </a:prstGeom>
            <a:noFill/>
            <a:ln w="12700">
              <a:solidFill>
                <a:schemeClr val="tx1"/>
              </a:solidFill>
              <a:round/>
            </a:ln>
          </p:spPr>
          <p:txBody>
            <a:bodyPr/>
            <a:lstStyle/>
            <a:p>
              <a:endParaRPr lang="en-US"/>
            </a:p>
          </p:txBody>
        </p:sp>
        <p:sp>
          <p:nvSpPr>
            <p:cNvPr id="151" name="Line 271"/>
            <p:cNvSpPr>
              <a:spLocks noChangeShapeType="1"/>
            </p:cNvSpPr>
            <p:nvPr/>
          </p:nvSpPr>
          <p:spPr bwMode="auto">
            <a:xfrm>
              <a:off x="3120" y="1968"/>
              <a:ext cx="384" cy="0"/>
            </a:xfrm>
            <a:prstGeom prst="line">
              <a:avLst/>
            </a:prstGeom>
            <a:noFill/>
            <a:ln w="9525">
              <a:solidFill>
                <a:schemeClr val="tx1"/>
              </a:solidFill>
              <a:round/>
            </a:ln>
          </p:spPr>
          <p:txBody>
            <a:bodyPr wrap="none" anchor="ctr"/>
            <a:lstStyle/>
            <a:p>
              <a:endParaRPr lang="en-US"/>
            </a:p>
          </p:txBody>
        </p:sp>
        <p:sp>
          <p:nvSpPr>
            <p:cNvPr id="152" name="Line 272"/>
            <p:cNvSpPr>
              <a:spLocks noChangeShapeType="1"/>
            </p:cNvSpPr>
            <p:nvPr/>
          </p:nvSpPr>
          <p:spPr bwMode="auto">
            <a:xfrm>
              <a:off x="3120" y="2240"/>
              <a:ext cx="384" cy="0"/>
            </a:xfrm>
            <a:prstGeom prst="line">
              <a:avLst/>
            </a:prstGeom>
            <a:noFill/>
            <a:ln w="9525">
              <a:solidFill>
                <a:schemeClr val="tx1"/>
              </a:solidFill>
              <a:round/>
            </a:ln>
          </p:spPr>
          <p:txBody>
            <a:bodyPr wrap="none" anchor="ctr"/>
            <a:lstStyle/>
            <a:p>
              <a:endParaRPr lang="en-US"/>
            </a:p>
          </p:txBody>
        </p:sp>
        <p:sp>
          <p:nvSpPr>
            <p:cNvPr id="153" name="Line 273"/>
            <p:cNvSpPr>
              <a:spLocks noChangeShapeType="1"/>
            </p:cNvSpPr>
            <p:nvPr/>
          </p:nvSpPr>
          <p:spPr bwMode="auto">
            <a:xfrm>
              <a:off x="5568" y="1968"/>
              <a:ext cx="384" cy="0"/>
            </a:xfrm>
            <a:prstGeom prst="line">
              <a:avLst/>
            </a:prstGeom>
            <a:noFill/>
            <a:ln w="9525">
              <a:solidFill>
                <a:schemeClr val="tx1"/>
              </a:solidFill>
              <a:round/>
            </a:ln>
          </p:spPr>
          <p:txBody>
            <a:bodyPr wrap="none" anchor="ctr"/>
            <a:lstStyle/>
            <a:p>
              <a:endParaRPr lang="en-US"/>
            </a:p>
          </p:txBody>
        </p:sp>
        <p:sp>
          <p:nvSpPr>
            <p:cNvPr id="154" name="Line 274"/>
            <p:cNvSpPr>
              <a:spLocks noChangeShapeType="1"/>
            </p:cNvSpPr>
            <p:nvPr/>
          </p:nvSpPr>
          <p:spPr bwMode="auto">
            <a:xfrm>
              <a:off x="5568" y="2208"/>
              <a:ext cx="384" cy="0"/>
            </a:xfrm>
            <a:prstGeom prst="line">
              <a:avLst/>
            </a:prstGeom>
            <a:noFill/>
            <a:ln w="9525">
              <a:solidFill>
                <a:schemeClr val="tx1"/>
              </a:solidFill>
              <a:round/>
            </a:ln>
          </p:spPr>
          <p:txBody>
            <a:bodyPr wrap="none" anchor="ctr"/>
            <a:lstStyle/>
            <a:p>
              <a:endParaRPr lang="en-US"/>
            </a:p>
          </p:txBody>
        </p:sp>
        <p:sp>
          <p:nvSpPr>
            <p:cNvPr id="155" name="Text Box 275"/>
            <p:cNvSpPr txBox="1">
              <a:spLocks noChangeArrowheads="1"/>
            </p:cNvSpPr>
            <p:nvPr/>
          </p:nvSpPr>
          <p:spPr bwMode="auto">
            <a:xfrm>
              <a:off x="3197" y="1997"/>
              <a:ext cx="244" cy="212"/>
            </a:xfrm>
            <a:prstGeom prst="rect">
              <a:avLst/>
            </a:prstGeom>
            <a:noFill/>
            <a:ln w="9525">
              <a:noFill/>
              <a:miter lim="800000"/>
            </a:ln>
          </p:spPr>
          <p:txBody>
            <a:bodyPr wrap="none">
              <a:spAutoFit/>
            </a:bodyPr>
            <a:lstStyle/>
            <a:p>
              <a:r>
                <a:rPr lang="en-US" sz="1600"/>
                <a:t>…</a:t>
              </a:r>
              <a:endParaRPr lang="en-US" sz="1600"/>
            </a:p>
          </p:txBody>
        </p:sp>
        <p:sp>
          <p:nvSpPr>
            <p:cNvPr id="156" name="Text Box 276"/>
            <p:cNvSpPr txBox="1">
              <a:spLocks noChangeArrowheads="1"/>
            </p:cNvSpPr>
            <p:nvPr/>
          </p:nvSpPr>
          <p:spPr bwMode="auto">
            <a:xfrm>
              <a:off x="5628" y="1997"/>
              <a:ext cx="244" cy="212"/>
            </a:xfrm>
            <a:prstGeom prst="rect">
              <a:avLst/>
            </a:prstGeom>
            <a:noFill/>
            <a:ln w="9525">
              <a:noFill/>
              <a:miter lim="800000"/>
            </a:ln>
          </p:spPr>
          <p:txBody>
            <a:bodyPr wrap="none">
              <a:spAutoFit/>
            </a:bodyPr>
            <a:lstStyle/>
            <a:p>
              <a:r>
                <a:rPr lang="en-US" sz="1600"/>
                <a:t>…</a:t>
              </a:r>
              <a:endParaRPr lang="en-US" sz="1600"/>
            </a:p>
          </p:txBody>
        </p:sp>
      </p:grpSp>
      <p:grpSp>
        <p:nvGrpSpPr>
          <p:cNvPr id="157" name="Group 376"/>
          <p:cNvGrpSpPr/>
          <p:nvPr/>
        </p:nvGrpSpPr>
        <p:grpSpPr bwMode="auto">
          <a:xfrm>
            <a:off x="4641710" y="3962400"/>
            <a:ext cx="4495800" cy="434975"/>
            <a:chOff x="3120" y="2496"/>
            <a:chExt cx="2832" cy="274"/>
          </a:xfrm>
        </p:grpSpPr>
        <p:sp>
          <p:nvSpPr>
            <p:cNvPr id="158" name="Rectangle 309"/>
            <p:cNvSpPr>
              <a:spLocks noChangeArrowheads="1"/>
            </p:cNvSpPr>
            <p:nvPr/>
          </p:nvSpPr>
          <p:spPr bwMode="auto">
            <a:xfrm>
              <a:off x="43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59" name="Rectangle 310"/>
            <p:cNvSpPr>
              <a:spLocks noChangeArrowheads="1"/>
            </p:cNvSpPr>
            <p:nvPr/>
          </p:nvSpPr>
          <p:spPr bwMode="auto">
            <a:xfrm>
              <a:off x="45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60" name="Rectangle 311"/>
            <p:cNvSpPr>
              <a:spLocks noChangeArrowheads="1"/>
            </p:cNvSpPr>
            <p:nvPr/>
          </p:nvSpPr>
          <p:spPr bwMode="auto">
            <a:xfrm>
              <a:off x="47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61" name="Rectangle 312"/>
            <p:cNvSpPr>
              <a:spLocks noChangeArrowheads="1"/>
            </p:cNvSpPr>
            <p:nvPr/>
          </p:nvSpPr>
          <p:spPr bwMode="auto">
            <a:xfrm>
              <a:off x="494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62" name="Rectangle 313"/>
            <p:cNvSpPr>
              <a:spLocks noChangeArrowheads="1"/>
            </p:cNvSpPr>
            <p:nvPr/>
          </p:nvSpPr>
          <p:spPr bwMode="auto">
            <a:xfrm>
              <a:off x="41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63" name="Rectangle 314"/>
            <p:cNvSpPr>
              <a:spLocks noChangeArrowheads="1"/>
            </p:cNvSpPr>
            <p:nvPr/>
          </p:nvSpPr>
          <p:spPr bwMode="auto">
            <a:xfrm>
              <a:off x="39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64" name="Rectangle 315"/>
            <p:cNvSpPr>
              <a:spLocks noChangeArrowheads="1"/>
            </p:cNvSpPr>
            <p:nvPr/>
          </p:nvSpPr>
          <p:spPr bwMode="auto">
            <a:xfrm>
              <a:off x="515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5" name="Rectangle 316"/>
            <p:cNvSpPr>
              <a:spLocks noChangeArrowheads="1"/>
            </p:cNvSpPr>
            <p:nvPr/>
          </p:nvSpPr>
          <p:spPr bwMode="auto">
            <a:xfrm>
              <a:off x="535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6" name="Rectangle 317"/>
            <p:cNvSpPr>
              <a:spLocks noChangeArrowheads="1"/>
            </p:cNvSpPr>
            <p:nvPr/>
          </p:nvSpPr>
          <p:spPr bwMode="auto">
            <a:xfrm>
              <a:off x="37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7" name="Rectangle 318"/>
            <p:cNvSpPr>
              <a:spLocks noChangeArrowheads="1"/>
            </p:cNvSpPr>
            <p:nvPr/>
          </p:nvSpPr>
          <p:spPr bwMode="auto">
            <a:xfrm>
              <a:off x="3504"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8" name="Line 319"/>
            <p:cNvSpPr>
              <a:spLocks noChangeShapeType="1"/>
            </p:cNvSpPr>
            <p:nvPr/>
          </p:nvSpPr>
          <p:spPr bwMode="auto">
            <a:xfrm>
              <a:off x="3504" y="2496"/>
              <a:ext cx="2061" cy="0"/>
            </a:xfrm>
            <a:prstGeom prst="line">
              <a:avLst/>
            </a:prstGeom>
            <a:noFill/>
            <a:ln w="28575" cap="sq">
              <a:solidFill>
                <a:schemeClr val="tx1"/>
              </a:solidFill>
              <a:round/>
            </a:ln>
          </p:spPr>
          <p:txBody>
            <a:bodyPr/>
            <a:lstStyle/>
            <a:p>
              <a:endParaRPr lang="en-US"/>
            </a:p>
          </p:txBody>
        </p:sp>
        <p:sp>
          <p:nvSpPr>
            <p:cNvPr id="169" name="Line 320"/>
            <p:cNvSpPr>
              <a:spLocks noChangeShapeType="1"/>
            </p:cNvSpPr>
            <p:nvPr/>
          </p:nvSpPr>
          <p:spPr bwMode="auto">
            <a:xfrm>
              <a:off x="3504" y="2768"/>
              <a:ext cx="2061" cy="0"/>
            </a:xfrm>
            <a:prstGeom prst="line">
              <a:avLst/>
            </a:prstGeom>
            <a:noFill/>
            <a:ln w="28575" cap="sq">
              <a:solidFill>
                <a:schemeClr val="tx1"/>
              </a:solidFill>
              <a:round/>
            </a:ln>
          </p:spPr>
          <p:txBody>
            <a:bodyPr/>
            <a:lstStyle/>
            <a:p>
              <a:endParaRPr lang="en-US"/>
            </a:p>
          </p:txBody>
        </p:sp>
        <p:sp>
          <p:nvSpPr>
            <p:cNvPr id="170" name="Line 321"/>
            <p:cNvSpPr>
              <a:spLocks noChangeShapeType="1"/>
            </p:cNvSpPr>
            <p:nvPr/>
          </p:nvSpPr>
          <p:spPr bwMode="auto">
            <a:xfrm>
              <a:off x="3504" y="2496"/>
              <a:ext cx="0" cy="272"/>
            </a:xfrm>
            <a:prstGeom prst="line">
              <a:avLst/>
            </a:prstGeom>
            <a:noFill/>
            <a:ln w="28575" cap="sq">
              <a:solidFill>
                <a:schemeClr val="tx1"/>
              </a:solidFill>
              <a:round/>
            </a:ln>
          </p:spPr>
          <p:txBody>
            <a:bodyPr/>
            <a:lstStyle/>
            <a:p>
              <a:endParaRPr lang="en-US"/>
            </a:p>
          </p:txBody>
        </p:sp>
        <p:sp>
          <p:nvSpPr>
            <p:cNvPr id="171" name="Line 322"/>
            <p:cNvSpPr>
              <a:spLocks noChangeShapeType="1"/>
            </p:cNvSpPr>
            <p:nvPr/>
          </p:nvSpPr>
          <p:spPr bwMode="auto">
            <a:xfrm>
              <a:off x="3711" y="2496"/>
              <a:ext cx="0" cy="272"/>
            </a:xfrm>
            <a:prstGeom prst="line">
              <a:avLst/>
            </a:prstGeom>
            <a:noFill/>
            <a:ln w="12700">
              <a:solidFill>
                <a:schemeClr val="tx1"/>
              </a:solidFill>
              <a:round/>
            </a:ln>
          </p:spPr>
          <p:txBody>
            <a:bodyPr/>
            <a:lstStyle/>
            <a:p>
              <a:endParaRPr lang="en-US"/>
            </a:p>
          </p:txBody>
        </p:sp>
        <p:sp>
          <p:nvSpPr>
            <p:cNvPr id="172" name="Line 323"/>
            <p:cNvSpPr>
              <a:spLocks noChangeShapeType="1"/>
            </p:cNvSpPr>
            <p:nvPr/>
          </p:nvSpPr>
          <p:spPr bwMode="auto">
            <a:xfrm>
              <a:off x="3917" y="2496"/>
              <a:ext cx="0" cy="272"/>
            </a:xfrm>
            <a:prstGeom prst="line">
              <a:avLst/>
            </a:prstGeom>
            <a:noFill/>
            <a:ln w="12700">
              <a:solidFill>
                <a:schemeClr val="tx1"/>
              </a:solidFill>
              <a:round/>
            </a:ln>
          </p:spPr>
          <p:txBody>
            <a:bodyPr/>
            <a:lstStyle/>
            <a:p>
              <a:endParaRPr lang="en-US"/>
            </a:p>
          </p:txBody>
        </p:sp>
        <p:sp>
          <p:nvSpPr>
            <p:cNvPr id="173" name="Line 324"/>
            <p:cNvSpPr>
              <a:spLocks noChangeShapeType="1"/>
            </p:cNvSpPr>
            <p:nvPr/>
          </p:nvSpPr>
          <p:spPr bwMode="auto">
            <a:xfrm>
              <a:off x="5565" y="2496"/>
              <a:ext cx="0" cy="272"/>
            </a:xfrm>
            <a:prstGeom prst="line">
              <a:avLst/>
            </a:prstGeom>
            <a:noFill/>
            <a:ln w="28575" cap="sq">
              <a:solidFill>
                <a:schemeClr val="tx1"/>
              </a:solidFill>
              <a:round/>
            </a:ln>
          </p:spPr>
          <p:txBody>
            <a:bodyPr/>
            <a:lstStyle/>
            <a:p>
              <a:endParaRPr lang="en-US"/>
            </a:p>
          </p:txBody>
        </p:sp>
        <p:sp>
          <p:nvSpPr>
            <p:cNvPr id="174" name="Line 325"/>
            <p:cNvSpPr>
              <a:spLocks noChangeShapeType="1"/>
            </p:cNvSpPr>
            <p:nvPr/>
          </p:nvSpPr>
          <p:spPr bwMode="auto">
            <a:xfrm>
              <a:off x="5359" y="2496"/>
              <a:ext cx="0" cy="272"/>
            </a:xfrm>
            <a:prstGeom prst="line">
              <a:avLst/>
            </a:prstGeom>
            <a:noFill/>
            <a:ln w="12700">
              <a:solidFill>
                <a:schemeClr val="tx1"/>
              </a:solidFill>
              <a:round/>
            </a:ln>
          </p:spPr>
          <p:txBody>
            <a:bodyPr/>
            <a:lstStyle/>
            <a:p>
              <a:endParaRPr lang="en-US"/>
            </a:p>
          </p:txBody>
        </p:sp>
        <p:sp>
          <p:nvSpPr>
            <p:cNvPr id="175" name="Line 326"/>
            <p:cNvSpPr>
              <a:spLocks noChangeShapeType="1"/>
            </p:cNvSpPr>
            <p:nvPr/>
          </p:nvSpPr>
          <p:spPr bwMode="auto">
            <a:xfrm>
              <a:off x="4123" y="2496"/>
              <a:ext cx="0" cy="272"/>
            </a:xfrm>
            <a:prstGeom prst="line">
              <a:avLst/>
            </a:prstGeom>
            <a:noFill/>
            <a:ln w="12700">
              <a:solidFill>
                <a:schemeClr val="tx1"/>
              </a:solidFill>
              <a:round/>
            </a:ln>
          </p:spPr>
          <p:txBody>
            <a:bodyPr/>
            <a:lstStyle/>
            <a:p>
              <a:endParaRPr lang="en-US"/>
            </a:p>
          </p:txBody>
        </p:sp>
        <p:sp>
          <p:nvSpPr>
            <p:cNvPr id="176" name="Line 327"/>
            <p:cNvSpPr>
              <a:spLocks noChangeShapeType="1"/>
            </p:cNvSpPr>
            <p:nvPr/>
          </p:nvSpPr>
          <p:spPr bwMode="auto">
            <a:xfrm>
              <a:off x="4329" y="2496"/>
              <a:ext cx="0" cy="272"/>
            </a:xfrm>
            <a:prstGeom prst="line">
              <a:avLst/>
            </a:prstGeom>
            <a:noFill/>
            <a:ln w="12700">
              <a:solidFill>
                <a:schemeClr val="tx1"/>
              </a:solidFill>
              <a:round/>
            </a:ln>
          </p:spPr>
          <p:txBody>
            <a:bodyPr/>
            <a:lstStyle/>
            <a:p>
              <a:endParaRPr lang="en-US"/>
            </a:p>
          </p:txBody>
        </p:sp>
        <p:sp>
          <p:nvSpPr>
            <p:cNvPr id="177" name="Line 328"/>
            <p:cNvSpPr>
              <a:spLocks noChangeShapeType="1"/>
            </p:cNvSpPr>
            <p:nvPr/>
          </p:nvSpPr>
          <p:spPr bwMode="auto">
            <a:xfrm>
              <a:off x="5153" y="2496"/>
              <a:ext cx="0" cy="272"/>
            </a:xfrm>
            <a:prstGeom prst="line">
              <a:avLst/>
            </a:prstGeom>
            <a:noFill/>
            <a:ln w="12700">
              <a:solidFill>
                <a:schemeClr val="tx1"/>
              </a:solidFill>
              <a:round/>
            </a:ln>
          </p:spPr>
          <p:txBody>
            <a:bodyPr/>
            <a:lstStyle/>
            <a:p>
              <a:endParaRPr lang="en-US"/>
            </a:p>
          </p:txBody>
        </p:sp>
        <p:sp>
          <p:nvSpPr>
            <p:cNvPr id="178" name="Line 329"/>
            <p:cNvSpPr>
              <a:spLocks noChangeShapeType="1"/>
            </p:cNvSpPr>
            <p:nvPr/>
          </p:nvSpPr>
          <p:spPr bwMode="auto">
            <a:xfrm>
              <a:off x="4947" y="2496"/>
              <a:ext cx="0" cy="272"/>
            </a:xfrm>
            <a:prstGeom prst="line">
              <a:avLst/>
            </a:prstGeom>
            <a:noFill/>
            <a:ln w="12700">
              <a:solidFill>
                <a:schemeClr val="tx1"/>
              </a:solidFill>
              <a:round/>
            </a:ln>
          </p:spPr>
          <p:txBody>
            <a:bodyPr/>
            <a:lstStyle/>
            <a:p>
              <a:endParaRPr lang="en-US"/>
            </a:p>
          </p:txBody>
        </p:sp>
        <p:sp>
          <p:nvSpPr>
            <p:cNvPr id="179" name="Line 330"/>
            <p:cNvSpPr>
              <a:spLocks noChangeShapeType="1"/>
            </p:cNvSpPr>
            <p:nvPr/>
          </p:nvSpPr>
          <p:spPr bwMode="auto">
            <a:xfrm>
              <a:off x="4741" y="2496"/>
              <a:ext cx="0" cy="272"/>
            </a:xfrm>
            <a:prstGeom prst="line">
              <a:avLst/>
            </a:prstGeom>
            <a:noFill/>
            <a:ln w="12700">
              <a:solidFill>
                <a:schemeClr val="tx1"/>
              </a:solidFill>
              <a:round/>
            </a:ln>
          </p:spPr>
          <p:txBody>
            <a:bodyPr/>
            <a:lstStyle/>
            <a:p>
              <a:endParaRPr lang="en-US"/>
            </a:p>
          </p:txBody>
        </p:sp>
        <p:sp>
          <p:nvSpPr>
            <p:cNvPr id="180" name="Line 331"/>
            <p:cNvSpPr>
              <a:spLocks noChangeShapeType="1"/>
            </p:cNvSpPr>
            <p:nvPr/>
          </p:nvSpPr>
          <p:spPr bwMode="auto">
            <a:xfrm>
              <a:off x="4535" y="2496"/>
              <a:ext cx="0" cy="272"/>
            </a:xfrm>
            <a:prstGeom prst="line">
              <a:avLst/>
            </a:prstGeom>
            <a:noFill/>
            <a:ln w="12700">
              <a:solidFill>
                <a:schemeClr val="tx1"/>
              </a:solidFill>
              <a:round/>
            </a:ln>
          </p:spPr>
          <p:txBody>
            <a:bodyPr/>
            <a:lstStyle/>
            <a:p>
              <a:endParaRPr lang="en-US"/>
            </a:p>
          </p:txBody>
        </p:sp>
        <p:sp>
          <p:nvSpPr>
            <p:cNvPr id="181" name="Line 332"/>
            <p:cNvSpPr>
              <a:spLocks noChangeShapeType="1"/>
            </p:cNvSpPr>
            <p:nvPr/>
          </p:nvSpPr>
          <p:spPr bwMode="auto">
            <a:xfrm>
              <a:off x="3120" y="2496"/>
              <a:ext cx="384" cy="0"/>
            </a:xfrm>
            <a:prstGeom prst="line">
              <a:avLst/>
            </a:prstGeom>
            <a:noFill/>
            <a:ln w="9525">
              <a:solidFill>
                <a:schemeClr val="tx1"/>
              </a:solidFill>
              <a:round/>
            </a:ln>
          </p:spPr>
          <p:txBody>
            <a:bodyPr wrap="none" anchor="ctr"/>
            <a:lstStyle/>
            <a:p>
              <a:endParaRPr lang="en-US"/>
            </a:p>
          </p:txBody>
        </p:sp>
        <p:sp>
          <p:nvSpPr>
            <p:cNvPr id="182" name="Line 333"/>
            <p:cNvSpPr>
              <a:spLocks noChangeShapeType="1"/>
            </p:cNvSpPr>
            <p:nvPr/>
          </p:nvSpPr>
          <p:spPr bwMode="auto">
            <a:xfrm>
              <a:off x="3120" y="2770"/>
              <a:ext cx="384" cy="0"/>
            </a:xfrm>
            <a:prstGeom prst="line">
              <a:avLst/>
            </a:prstGeom>
            <a:noFill/>
            <a:ln w="9525">
              <a:solidFill>
                <a:schemeClr val="tx1"/>
              </a:solidFill>
              <a:round/>
            </a:ln>
          </p:spPr>
          <p:txBody>
            <a:bodyPr wrap="none" anchor="ctr"/>
            <a:lstStyle/>
            <a:p>
              <a:endParaRPr lang="en-US"/>
            </a:p>
          </p:txBody>
        </p:sp>
        <p:sp>
          <p:nvSpPr>
            <p:cNvPr id="183" name="Line 334"/>
            <p:cNvSpPr>
              <a:spLocks noChangeShapeType="1"/>
            </p:cNvSpPr>
            <p:nvPr/>
          </p:nvSpPr>
          <p:spPr bwMode="auto">
            <a:xfrm>
              <a:off x="5568" y="2496"/>
              <a:ext cx="384" cy="0"/>
            </a:xfrm>
            <a:prstGeom prst="line">
              <a:avLst/>
            </a:prstGeom>
            <a:noFill/>
            <a:ln w="9525">
              <a:solidFill>
                <a:schemeClr val="tx1"/>
              </a:solidFill>
              <a:round/>
            </a:ln>
          </p:spPr>
          <p:txBody>
            <a:bodyPr wrap="none" anchor="ctr"/>
            <a:lstStyle/>
            <a:p>
              <a:endParaRPr lang="en-US"/>
            </a:p>
          </p:txBody>
        </p:sp>
        <p:sp>
          <p:nvSpPr>
            <p:cNvPr id="184" name="Line 335"/>
            <p:cNvSpPr>
              <a:spLocks noChangeShapeType="1"/>
            </p:cNvSpPr>
            <p:nvPr/>
          </p:nvSpPr>
          <p:spPr bwMode="auto">
            <a:xfrm>
              <a:off x="5568" y="2736"/>
              <a:ext cx="384" cy="0"/>
            </a:xfrm>
            <a:prstGeom prst="line">
              <a:avLst/>
            </a:prstGeom>
            <a:noFill/>
            <a:ln w="9525">
              <a:solidFill>
                <a:schemeClr val="tx1"/>
              </a:solidFill>
              <a:round/>
            </a:ln>
          </p:spPr>
          <p:txBody>
            <a:bodyPr wrap="none" anchor="ctr"/>
            <a:lstStyle/>
            <a:p>
              <a:endParaRPr lang="en-US"/>
            </a:p>
          </p:txBody>
        </p:sp>
        <p:sp>
          <p:nvSpPr>
            <p:cNvPr id="185" name="Text Box 336"/>
            <p:cNvSpPr txBox="1">
              <a:spLocks noChangeArrowheads="1"/>
            </p:cNvSpPr>
            <p:nvPr/>
          </p:nvSpPr>
          <p:spPr bwMode="auto">
            <a:xfrm>
              <a:off x="5628" y="2525"/>
              <a:ext cx="244" cy="212"/>
            </a:xfrm>
            <a:prstGeom prst="rect">
              <a:avLst/>
            </a:prstGeom>
            <a:noFill/>
            <a:ln w="9525">
              <a:noFill/>
              <a:miter lim="800000"/>
            </a:ln>
          </p:spPr>
          <p:txBody>
            <a:bodyPr wrap="none">
              <a:spAutoFit/>
            </a:bodyPr>
            <a:lstStyle/>
            <a:p>
              <a:r>
                <a:rPr lang="en-US" sz="1600"/>
                <a:t>…</a:t>
              </a:r>
              <a:endParaRPr lang="en-US" sz="1600"/>
            </a:p>
          </p:txBody>
        </p:sp>
      </p:grpSp>
      <p:sp>
        <p:nvSpPr>
          <p:cNvPr id="215" name="Line 378"/>
          <p:cNvSpPr>
            <a:spLocks noChangeShapeType="1"/>
          </p:cNvSpPr>
          <p:nvPr/>
        </p:nvSpPr>
        <p:spPr bwMode="auto">
          <a:xfrm>
            <a:off x="12889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6" name="Line 379"/>
          <p:cNvSpPr>
            <a:spLocks noChangeShapeType="1"/>
          </p:cNvSpPr>
          <p:nvPr/>
        </p:nvSpPr>
        <p:spPr bwMode="auto">
          <a:xfrm>
            <a:off x="2279510" y="4419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7" name="Line 380"/>
          <p:cNvSpPr>
            <a:spLocks noChangeShapeType="1"/>
          </p:cNvSpPr>
          <p:nvPr/>
        </p:nvSpPr>
        <p:spPr bwMode="auto">
          <a:xfrm>
            <a:off x="1669910" y="5181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8" name="Line 381"/>
          <p:cNvSpPr>
            <a:spLocks noChangeShapeType="1"/>
          </p:cNvSpPr>
          <p:nvPr/>
        </p:nvSpPr>
        <p:spPr bwMode="auto">
          <a:xfrm>
            <a:off x="72325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9" name="Line 382"/>
          <p:cNvSpPr>
            <a:spLocks noChangeShapeType="1"/>
          </p:cNvSpPr>
          <p:nvPr/>
        </p:nvSpPr>
        <p:spPr bwMode="auto">
          <a:xfrm>
            <a:off x="66229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1" name="Line 414"/>
          <p:cNvSpPr>
            <a:spLocks noChangeShapeType="1"/>
          </p:cNvSpPr>
          <p:nvPr/>
        </p:nvSpPr>
        <p:spPr bwMode="auto">
          <a:xfrm>
            <a:off x="13651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2" name="TextBox 251"/>
          <p:cNvSpPr txBox="1">
            <a:spLocks noChangeArrowheads="1"/>
          </p:cNvSpPr>
          <p:nvPr/>
        </p:nvSpPr>
        <p:spPr bwMode="auto">
          <a:xfrm>
            <a:off x="1822310" y="4343400"/>
            <a:ext cx="441325" cy="400050"/>
          </a:xfrm>
          <a:prstGeom prst="rect">
            <a:avLst/>
          </a:prstGeom>
          <a:noFill/>
          <a:ln w="9525">
            <a:noFill/>
            <a:miter lim="800000"/>
          </a:ln>
        </p:spPr>
        <p:txBody>
          <a:bodyPr wrap="none">
            <a:spAutoFit/>
          </a:bodyPr>
          <a:lstStyle/>
          <a:p>
            <a:r>
              <a:rPr lang="en-US"/>
              <a:t>…</a:t>
            </a:r>
            <a:endParaRPr lang="en-US"/>
          </a:p>
        </p:txBody>
      </p:sp>
      <p:sp>
        <p:nvSpPr>
          <p:cNvPr id="253" name="TextBox 252"/>
          <p:cNvSpPr txBox="1">
            <a:spLocks noChangeArrowheads="1"/>
          </p:cNvSpPr>
          <p:nvPr/>
        </p:nvSpPr>
        <p:spPr bwMode="auto">
          <a:xfrm>
            <a:off x="1822310" y="5105400"/>
            <a:ext cx="441325" cy="400050"/>
          </a:xfrm>
          <a:prstGeom prst="rect">
            <a:avLst/>
          </a:prstGeom>
          <a:noFill/>
          <a:ln w="9525">
            <a:noFill/>
            <a:miter lim="800000"/>
          </a:ln>
        </p:spPr>
        <p:txBody>
          <a:bodyPr wrap="none">
            <a:spAutoFit/>
          </a:bodyPr>
          <a:lstStyle/>
          <a:p>
            <a:r>
              <a:rPr lang="en-US"/>
              <a:t>…</a:t>
            </a:r>
            <a:endParaRPr lang="en-US"/>
          </a:p>
        </p:txBody>
      </p:sp>
      <p:sp>
        <p:nvSpPr>
          <p:cNvPr id="254" name="TextBox 253"/>
          <p:cNvSpPr txBox="1">
            <a:spLocks noChangeArrowheads="1"/>
          </p:cNvSpPr>
          <p:nvPr/>
        </p:nvSpPr>
        <p:spPr bwMode="auto">
          <a:xfrm>
            <a:off x="6714985" y="2743200"/>
            <a:ext cx="441325" cy="400050"/>
          </a:xfrm>
          <a:prstGeom prst="rect">
            <a:avLst/>
          </a:prstGeom>
          <a:noFill/>
          <a:ln w="9525">
            <a:noFill/>
            <a:miter lim="800000"/>
          </a:ln>
        </p:spPr>
        <p:txBody>
          <a:bodyPr wrap="none">
            <a:spAutoFit/>
          </a:bodyPr>
          <a:lstStyle/>
          <a:p>
            <a:r>
              <a:rPr lang="en-US"/>
              <a:t>…</a:t>
            </a:r>
            <a:endParaRPr lang="en-US"/>
          </a:p>
        </p:txBody>
      </p:sp>
      <p:sp>
        <p:nvSpPr>
          <p:cNvPr id="255" name="TextBox 254"/>
          <p:cNvSpPr txBox="1">
            <a:spLocks noChangeArrowheads="1"/>
          </p:cNvSpPr>
          <p:nvPr/>
        </p:nvSpPr>
        <p:spPr bwMode="auto">
          <a:xfrm>
            <a:off x="6699110" y="3562350"/>
            <a:ext cx="441325" cy="400050"/>
          </a:xfrm>
          <a:prstGeom prst="rect">
            <a:avLst/>
          </a:prstGeom>
          <a:noFill/>
          <a:ln w="9525">
            <a:noFill/>
            <a:miter lim="800000"/>
          </a:ln>
        </p:spPr>
        <p:txBody>
          <a:bodyPr wrap="none">
            <a:spAutoFit/>
          </a:bodyPr>
          <a:lstStyle/>
          <a:p>
            <a:r>
              <a:rPr lang="en-US"/>
              <a:t>…</a:t>
            </a:r>
            <a:endParaRPr lang="en-US"/>
          </a:p>
        </p:txBody>
      </p:sp>
      <p:sp>
        <p:nvSpPr>
          <p:cNvPr id="257" name="Text Box 365"/>
          <p:cNvSpPr txBox="1">
            <a:spLocks noChangeArrowheads="1"/>
          </p:cNvSpPr>
          <p:nvPr/>
        </p:nvSpPr>
        <p:spPr bwMode="auto">
          <a:xfrm>
            <a:off x="4790935" y="3944304"/>
            <a:ext cx="387350" cy="336550"/>
          </a:xfrm>
          <a:prstGeom prst="rect">
            <a:avLst/>
          </a:prstGeom>
          <a:noFill/>
          <a:ln w="9525">
            <a:noFill/>
            <a:miter lim="800000"/>
          </a:ln>
        </p:spPr>
        <p:txBody>
          <a:bodyPr wrap="none">
            <a:spAutoFit/>
          </a:bodyPr>
          <a:lstStyle/>
          <a:p>
            <a:r>
              <a:rPr lang="en-US" sz="1600" dirty="0"/>
              <a: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思路分析：以</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000111</m:t>
                    </m:r>
                  </m:oMath>
                </a14:m>
                <a:r>
                  <a:rPr lang="zh-CN" altLang="en-US" dirty="0"/>
                  <a:t>为例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 name="Group 371"/>
          <p:cNvGrpSpPr/>
          <p:nvPr/>
        </p:nvGrpSpPr>
        <p:grpSpPr bwMode="auto">
          <a:xfrm>
            <a:off x="9385" y="3200400"/>
            <a:ext cx="4495800" cy="457200"/>
            <a:chOff x="202" y="2016"/>
            <a:chExt cx="2832" cy="288"/>
          </a:xfrm>
        </p:grpSpPr>
        <p:sp>
          <p:nvSpPr>
            <p:cNvPr id="8" name="Rectangle 58"/>
            <p:cNvSpPr>
              <a:spLocks noChangeArrowheads="1"/>
            </p:cNvSpPr>
            <p:nvPr/>
          </p:nvSpPr>
          <p:spPr bwMode="auto">
            <a:xfrm>
              <a:off x="141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 name="Rectangle 55"/>
            <p:cNvSpPr>
              <a:spLocks noChangeArrowheads="1"/>
            </p:cNvSpPr>
            <p:nvPr/>
          </p:nvSpPr>
          <p:spPr bwMode="auto">
            <a:xfrm>
              <a:off x="1617"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 name="Rectangle 52"/>
            <p:cNvSpPr>
              <a:spLocks noChangeArrowheads="1"/>
            </p:cNvSpPr>
            <p:nvPr/>
          </p:nvSpPr>
          <p:spPr bwMode="auto">
            <a:xfrm>
              <a:off x="182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1" name="Rectangle 49"/>
            <p:cNvSpPr>
              <a:spLocks noChangeArrowheads="1"/>
            </p:cNvSpPr>
            <p:nvPr/>
          </p:nvSpPr>
          <p:spPr bwMode="auto">
            <a:xfrm>
              <a:off x="202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2" name="Rectangle 46"/>
            <p:cNvSpPr>
              <a:spLocks noChangeArrowheads="1"/>
            </p:cNvSpPr>
            <p:nvPr/>
          </p:nvSpPr>
          <p:spPr bwMode="auto">
            <a:xfrm>
              <a:off x="120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3" name="Rectangle 43"/>
            <p:cNvSpPr>
              <a:spLocks noChangeArrowheads="1"/>
            </p:cNvSpPr>
            <p:nvPr/>
          </p:nvSpPr>
          <p:spPr bwMode="auto">
            <a:xfrm>
              <a:off x="99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4" name="Rectangle 40"/>
            <p:cNvSpPr>
              <a:spLocks noChangeArrowheads="1"/>
            </p:cNvSpPr>
            <p:nvPr/>
          </p:nvSpPr>
          <p:spPr bwMode="auto">
            <a:xfrm>
              <a:off x="223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5" name="Rectangle 5"/>
            <p:cNvSpPr>
              <a:spLocks noChangeArrowheads="1"/>
            </p:cNvSpPr>
            <p:nvPr/>
          </p:nvSpPr>
          <p:spPr bwMode="auto">
            <a:xfrm>
              <a:off x="244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 name="Rectangle 14"/>
            <p:cNvSpPr>
              <a:spLocks noChangeArrowheads="1"/>
            </p:cNvSpPr>
            <p:nvPr/>
          </p:nvSpPr>
          <p:spPr bwMode="auto">
            <a:xfrm>
              <a:off x="79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7" name="Rectangle 15"/>
            <p:cNvSpPr>
              <a:spLocks noChangeArrowheads="1"/>
            </p:cNvSpPr>
            <p:nvPr/>
          </p:nvSpPr>
          <p:spPr bwMode="auto">
            <a:xfrm>
              <a:off x="586" y="201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8" name="Line 17"/>
            <p:cNvSpPr>
              <a:spLocks noChangeShapeType="1"/>
            </p:cNvSpPr>
            <p:nvPr/>
          </p:nvSpPr>
          <p:spPr bwMode="auto">
            <a:xfrm>
              <a:off x="586" y="2016"/>
              <a:ext cx="2061" cy="0"/>
            </a:xfrm>
            <a:prstGeom prst="line">
              <a:avLst/>
            </a:prstGeom>
            <a:noFill/>
            <a:ln w="28575" cap="sq">
              <a:solidFill>
                <a:schemeClr val="tx1"/>
              </a:solidFill>
              <a:round/>
            </a:ln>
          </p:spPr>
          <p:txBody>
            <a:bodyPr/>
            <a:lstStyle/>
            <a:p>
              <a:endParaRPr lang="en-US"/>
            </a:p>
          </p:txBody>
        </p:sp>
        <p:sp>
          <p:nvSpPr>
            <p:cNvPr id="19" name="Line 18"/>
            <p:cNvSpPr>
              <a:spLocks noChangeShapeType="1"/>
            </p:cNvSpPr>
            <p:nvPr/>
          </p:nvSpPr>
          <p:spPr bwMode="auto">
            <a:xfrm>
              <a:off x="586" y="2288"/>
              <a:ext cx="2061" cy="0"/>
            </a:xfrm>
            <a:prstGeom prst="line">
              <a:avLst/>
            </a:prstGeom>
            <a:noFill/>
            <a:ln w="28575" cap="sq">
              <a:solidFill>
                <a:schemeClr val="tx1"/>
              </a:solidFill>
              <a:round/>
            </a:ln>
          </p:spPr>
          <p:txBody>
            <a:bodyPr/>
            <a:lstStyle/>
            <a:p>
              <a:endParaRPr lang="en-US"/>
            </a:p>
          </p:txBody>
        </p:sp>
        <p:sp>
          <p:nvSpPr>
            <p:cNvPr id="20" name="Line 19"/>
            <p:cNvSpPr>
              <a:spLocks noChangeShapeType="1"/>
            </p:cNvSpPr>
            <p:nvPr/>
          </p:nvSpPr>
          <p:spPr bwMode="auto">
            <a:xfrm>
              <a:off x="586" y="2016"/>
              <a:ext cx="0" cy="272"/>
            </a:xfrm>
            <a:prstGeom prst="line">
              <a:avLst/>
            </a:prstGeom>
            <a:noFill/>
            <a:ln w="28575" cap="sq">
              <a:solidFill>
                <a:schemeClr val="tx1"/>
              </a:solidFill>
              <a:round/>
            </a:ln>
          </p:spPr>
          <p:txBody>
            <a:bodyPr/>
            <a:lstStyle/>
            <a:p>
              <a:endParaRPr lang="en-US"/>
            </a:p>
          </p:txBody>
        </p:sp>
        <p:sp>
          <p:nvSpPr>
            <p:cNvPr id="21" name="Line 21"/>
            <p:cNvSpPr>
              <a:spLocks noChangeShapeType="1"/>
            </p:cNvSpPr>
            <p:nvPr/>
          </p:nvSpPr>
          <p:spPr bwMode="auto">
            <a:xfrm>
              <a:off x="793" y="2016"/>
              <a:ext cx="0" cy="272"/>
            </a:xfrm>
            <a:prstGeom prst="line">
              <a:avLst/>
            </a:prstGeom>
            <a:noFill/>
            <a:ln w="12700">
              <a:solidFill>
                <a:schemeClr val="tx1"/>
              </a:solidFill>
              <a:round/>
            </a:ln>
          </p:spPr>
          <p:txBody>
            <a:bodyPr/>
            <a:lstStyle/>
            <a:p>
              <a:endParaRPr lang="en-US"/>
            </a:p>
          </p:txBody>
        </p:sp>
        <p:sp>
          <p:nvSpPr>
            <p:cNvPr id="22" name="Line 22"/>
            <p:cNvSpPr>
              <a:spLocks noChangeShapeType="1"/>
            </p:cNvSpPr>
            <p:nvPr/>
          </p:nvSpPr>
          <p:spPr bwMode="auto">
            <a:xfrm>
              <a:off x="999" y="2016"/>
              <a:ext cx="0" cy="272"/>
            </a:xfrm>
            <a:prstGeom prst="line">
              <a:avLst/>
            </a:prstGeom>
            <a:noFill/>
            <a:ln w="12700">
              <a:solidFill>
                <a:schemeClr val="tx1"/>
              </a:solidFill>
              <a:round/>
            </a:ln>
          </p:spPr>
          <p:txBody>
            <a:bodyPr/>
            <a:lstStyle/>
            <a:p>
              <a:endParaRPr lang="en-US"/>
            </a:p>
          </p:txBody>
        </p:sp>
        <p:sp>
          <p:nvSpPr>
            <p:cNvPr id="23" name="Line 31"/>
            <p:cNvSpPr>
              <a:spLocks noChangeShapeType="1"/>
            </p:cNvSpPr>
            <p:nvPr/>
          </p:nvSpPr>
          <p:spPr bwMode="auto">
            <a:xfrm>
              <a:off x="2647" y="2016"/>
              <a:ext cx="0" cy="272"/>
            </a:xfrm>
            <a:prstGeom prst="line">
              <a:avLst/>
            </a:prstGeom>
            <a:noFill/>
            <a:ln w="28575" cap="sq">
              <a:solidFill>
                <a:schemeClr val="tx1"/>
              </a:solidFill>
              <a:round/>
            </a:ln>
          </p:spPr>
          <p:txBody>
            <a:bodyPr/>
            <a:lstStyle/>
            <a:p>
              <a:endParaRPr lang="en-US"/>
            </a:p>
          </p:txBody>
        </p:sp>
        <p:sp>
          <p:nvSpPr>
            <p:cNvPr id="24" name="Line 41"/>
            <p:cNvSpPr>
              <a:spLocks noChangeShapeType="1"/>
            </p:cNvSpPr>
            <p:nvPr/>
          </p:nvSpPr>
          <p:spPr bwMode="auto">
            <a:xfrm>
              <a:off x="2441" y="2016"/>
              <a:ext cx="0" cy="272"/>
            </a:xfrm>
            <a:prstGeom prst="line">
              <a:avLst/>
            </a:prstGeom>
            <a:noFill/>
            <a:ln w="12700">
              <a:solidFill>
                <a:schemeClr val="tx1"/>
              </a:solidFill>
              <a:round/>
            </a:ln>
          </p:spPr>
          <p:txBody>
            <a:bodyPr/>
            <a:lstStyle/>
            <a:p>
              <a:endParaRPr lang="en-US"/>
            </a:p>
          </p:txBody>
        </p:sp>
        <p:sp>
          <p:nvSpPr>
            <p:cNvPr id="25" name="Line 44"/>
            <p:cNvSpPr>
              <a:spLocks noChangeShapeType="1"/>
            </p:cNvSpPr>
            <p:nvPr/>
          </p:nvSpPr>
          <p:spPr bwMode="auto">
            <a:xfrm>
              <a:off x="1205" y="2016"/>
              <a:ext cx="0" cy="272"/>
            </a:xfrm>
            <a:prstGeom prst="line">
              <a:avLst/>
            </a:prstGeom>
            <a:noFill/>
            <a:ln w="12700">
              <a:solidFill>
                <a:schemeClr val="tx1"/>
              </a:solidFill>
              <a:round/>
            </a:ln>
          </p:spPr>
          <p:txBody>
            <a:bodyPr/>
            <a:lstStyle/>
            <a:p>
              <a:endParaRPr lang="en-US"/>
            </a:p>
          </p:txBody>
        </p:sp>
        <p:sp>
          <p:nvSpPr>
            <p:cNvPr id="26" name="Line 47"/>
            <p:cNvSpPr>
              <a:spLocks noChangeShapeType="1"/>
            </p:cNvSpPr>
            <p:nvPr/>
          </p:nvSpPr>
          <p:spPr bwMode="auto">
            <a:xfrm>
              <a:off x="1411" y="2016"/>
              <a:ext cx="0" cy="272"/>
            </a:xfrm>
            <a:prstGeom prst="line">
              <a:avLst/>
            </a:prstGeom>
            <a:noFill/>
            <a:ln w="12700">
              <a:solidFill>
                <a:schemeClr val="tx1"/>
              </a:solidFill>
              <a:round/>
            </a:ln>
          </p:spPr>
          <p:txBody>
            <a:bodyPr/>
            <a:lstStyle/>
            <a:p>
              <a:endParaRPr lang="en-US"/>
            </a:p>
          </p:txBody>
        </p:sp>
        <p:sp>
          <p:nvSpPr>
            <p:cNvPr id="27" name="Line 50"/>
            <p:cNvSpPr>
              <a:spLocks noChangeShapeType="1"/>
            </p:cNvSpPr>
            <p:nvPr/>
          </p:nvSpPr>
          <p:spPr bwMode="auto">
            <a:xfrm>
              <a:off x="2235" y="2016"/>
              <a:ext cx="0" cy="272"/>
            </a:xfrm>
            <a:prstGeom prst="line">
              <a:avLst/>
            </a:prstGeom>
            <a:noFill/>
            <a:ln w="12700">
              <a:solidFill>
                <a:schemeClr val="tx1"/>
              </a:solidFill>
              <a:round/>
            </a:ln>
          </p:spPr>
          <p:txBody>
            <a:bodyPr/>
            <a:lstStyle/>
            <a:p>
              <a:endParaRPr lang="en-US"/>
            </a:p>
          </p:txBody>
        </p:sp>
        <p:sp>
          <p:nvSpPr>
            <p:cNvPr id="28" name="Line 53"/>
            <p:cNvSpPr>
              <a:spLocks noChangeShapeType="1"/>
            </p:cNvSpPr>
            <p:nvPr/>
          </p:nvSpPr>
          <p:spPr bwMode="auto">
            <a:xfrm>
              <a:off x="2029" y="2016"/>
              <a:ext cx="0" cy="272"/>
            </a:xfrm>
            <a:prstGeom prst="line">
              <a:avLst/>
            </a:prstGeom>
            <a:noFill/>
            <a:ln w="12700">
              <a:solidFill>
                <a:schemeClr val="tx1"/>
              </a:solidFill>
              <a:round/>
            </a:ln>
          </p:spPr>
          <p:txBody>
            <a:bodyPr/>
            <a:lstStyle/>
            <a:p>
              <a:endParaRPr lang="en-US"/>
            </a:p>
          </p:txBody>
        </p:sp>
        <p:sp>
          <p:nvSpPr>
            <p:cNvPr id="29" name="Line 56"/>
            <p:cNvSpPr>
              <a:spLocks noChangeShapeType="1"/>
            </p:cNvSpPr>
            <p:nvPr/>
          </p:nvSpPr>
          <p:spPr bwMode="auto">
            <a:xfrm>
              <a:off x="1823" y="2016"/>
              <a:ext cx="0" cy="272"/>
            </a:xfrm>
            <a:prstGeom prst="line">
              <a:avLst/>
            </a:prstGeom>
            <a:noFill/>
            <a:ln w="12700">
              <a:solidFill>
                <a:schemeClr val="tx1"/>
              </a:solidFill>
              <a:round/>
            </a:ln>
          </p:spPr>
          <p:txBody>
            <a:bodyPr/>
            <a:lstStyle/>
            <a:p>
              <a:endParaRPr lang="en-US"/>
            </a:p>
          </p:txBody>
        </p:sp>
        <p:sp>
          <p:nvSpPr>
            <p:cNvPr id="30" name="Line 59"/>
            <p:cNvSpPr>
              <a:spLocks noChangeShapeType="1"/>
            </p:cNvSpPr>
            <p:nvPr/>
          </p:nvSpPr>
          <p:spPr bwMode="auto">
            <a:xfrm>
              <a:off x="1617" y="2016"/>
              <a:ext cx="0" cy="272"/>
            </a:xfrm>
            <a:prstGeom prst="line">
              <a:avLst/>
            </a:prstGeom>
            <a:noFill/>
            <a:ln w="12700">
              <a:solidFill>
                <a:schemeClr val="tx1"/>
              </a:solidFill>
              <a:round/>
            </a:ln>
          </p:spPr>
          <p:txBody>
            <a:bodyPr/>
            <a:lstStyle/>
            <a:p>
              <a:endParaRPr lang="en-US"/>
            </a:p>
          </p:txBody>
        </p:sp>
        <p:sp>
          <p:nvSpPr>
            <p:cNvPr id="31" name="Line 32"/>
            <p:cNvSpPr>
              <a:spLocks noChangeShapeType="1"/>
            </p:cNvSpPr>
            <p:nvPr/>
          </p:nvSpPr>
          <p:spPr bwMode="auto">
            <a:xfrm>
              <a:off x="202" y="2016"/>
              <a:ext cx="384" cy="0"/>
            </a:xfrm>
            <a:prstGeom prst="line">
              <a:avLst/>
            </a:prstGeom>
            <a:noFill/>
            <a:ln w="9525">
              <a:solidFill>
                <a:schemeClr val="tx1"/>
              </a:solidFill>
              <a:round/>
            </a:ln>
          </p:spPr>
          <p:txBody>
            <a:bodyPr wrap="none" anchor="ctr"/>
            <a:lstStyle/>
            <a:p>
              <a:endParaRPr lang="en-US"/>
            </a:p>
          </p:txBody>
        </p:sp>
        <p:sp>
          <p:nvSpPr>
            <p:cNvPr id="32" name="Line 33"/>
            <p:cNvSpPr>
              <a:spLocks noChangeShapeType="1"/>
            </p:cNvSpPr>
            <p:nvPr/>
          </p:nvSpPr>
          <p:spPr bwMode="auto">
            <a:xfrm>
              <a:off x="202" y="2304"/>
              <a:ext cx="384" cy="0"/>
            </a:xfrm>
            <a:prstGeom prst="line">
              <a:avLst/>
            </a:prstGeom>
            <a:noFill/>
            <a:ln w="9525">
              <a:solidFill>
                <a:schemeClr val="tx1"/>
              </a:solidFill>
              <a:round/>
            </a:ln>
          </p:spPr>
          <p:txBody>
            <a:bodyPr wrap="none" anchor="ctr"/>
            <a:lstStyle/>
            <a:p>
              <a:endParaRPr lang="en-US"/>
            </a:p>
          </p:txBody>
        </p:sp>
        <p:sp>
          <p:nvSpPr>
            <p:cNvPr id="33" name="Line 34"/>
            <p:cNvSpPr>
              <a:spLocks noChangeShapeType="1"/>
            </p:cNvSpPr>
            <p:nvPr/>
          </p:nvSpPr>
          <p:spPr bwMode="auto">
            <a:xfrm>
              <a:off x="2650" y="2016"/>
              <a:ext cx="384" cy="0"/>
            </a:xfrm>
            <a:prstGeom prst="line">
              <a:avLst/>
            </a:prstGeom>
            <a:noFill/>
            <a:ln w="9525">
              <a:solidFill>
                <a:schemeClr val="tx1"/>
              </a:solidFill>
              <a:round/>
            </a:ln>
          </p:spPr>
          <p:txBody>
            <a:bodyPr wrap="none" anchor="ctr"/>
            <a:lstStyle/>
            <a:p>
              <a:endParaRPr lang="en-US"/>
            </a:p>
          </p:txBody>
        </p:sp>
        <p:sp>
          <p:nvSpPr>
            <p:cNvPr id="34" name="Line 35"/>
            <p:cNvSpPr>
              <a:spLocks noChangeShapeType="1"/>
            </p:cNvSpPr>
            <p:nvPr/>
          </p:nvSpPr>
          <p:spPr bwMode="auto">
            <a:xfrm>
              <a:off x="2650" y="2256"/>
              <a:ext cx="384" cy="0"/>
            </a:xfrm>
            <a:prstGeom prst="line">
              <a:avLst/>
            </a:prstGeom>
            <a:noFill/>
            <a:ln w="9525">
              <a:solidFill>
                <a:schemeClr val="tx1"/>
              </a:solidFill>
              <a:round/>
            </a:ln>
          </p:spPr>
          <p:txBody>
            <a:bodyPr wrap="none" anchor="ctr"/>
            <a:lstStyle/>
            <a:p>
              <a:endParaRPr lang="en-US"/>
            </a:p>
          </p:txBody>
        </p:sp>
        <p:sp>
          <p:nvSpPr>
            <p:cNvPr id="35" name="Text Box 36"/>
            <p:cNvSpPr txBox="1">
              <a:spLocks noChangeArrowheads="1"/>
            </p:cNvSpPr>
            <p:nvPr/>
          </p:nvSpPr>
          <p:spPr bwMode="auto">
            <a:xfrm>
              <a:off x="310" y="2057"/>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36" name="Text Box 37"/>
            <p:cNvSpPr txBox="1">
              <a:spLocks noChangeArrowheads="1"/>
            </p:cNvSpPr>
            <p:nvPr/>
          </p:nvSpPr>
          <p:spPr bwMode="auto">
            <a:xfrm>
              <a:off x="2710" y="204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37" name="Group 372"/>
          <p:cNvGrpSpPr/>
          <p:nvPr/>
        </p:nvGrpSpPr>
        <p:grpSpPr bwMode="auto">
          <a:xfrm>
            <a:off x="9385" y="3962400"/>
            <a:ext cx="4495800" cy="457200"/>
            <a:chOff x="202" y="2496"/>
            <a:chExt cx="2832" cy="288"/>
          </a:xfrm>
        </p:grpSpPr>
        <p:sp>
          <p:nvSpPr>
            <p:cNvPr id="38" name="Rectangle 156"/>
            <p:cNvSpPr>
              <a:spLocks noChangeArrowheads="1"/>
            </p:cNvSpPr>
            <p:nvPr/>
          </p:nvSpPr>
          <p:spPr bwMode="auto">
            <a:xfrm>
              <a:off x="14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39" name="Rectangle 157"/>
            <p:cNvSpPr>
              <a:spLocks noChangeArrowheads="1"/>
            </p:cNvSpPr>
            <p:nvPr/>
          </p:nvSpPr>
          <p:spPr bwMode="auto">
            <a:xfrm>
              <a:off x="16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0" name="Rectangle 158"/>
            <p:cNvSpPr>
              <a:spLocks noChangeArrowheads="1"/>
            </p:cNvSpPr>
            <p:nvPr/>
          </p:nvSpPr>
          <p:spPr bwMode="auto">
            <a:xfrm>
              <a:off x="18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1" name="Rectangle 159"/>
            <p:cNvSpPr>
              <a:spLocks noChangeArrowheads="1"/>
            </p:cNvSpPr>
            <p:nvPr/>
          </p:nvSpPr>
          <p:spPr bwMode="auto">
            <a:xfrm>
              <a:off x="20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2" name="Rectangle 160"/>
            <p:cNvSpPr>
              <a:spLocks noChangeArrowheads="1"/>
            </p:cNvSpPr>
            <p:nvPr/>
          </p:nvSpPr>
          <p:spPr bwMode="auto">
            <a:xfrm>
              <a:off x="120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43" name="Rectangle 161"/>
            <p:cNvSpPr>
              <a:spLocks noChangeArrowheads="1"/>
            </p:cNvSpPr>
            <p:nvPr/>
          </p:nvSpPr>
          <p:spPr bwMode="auto">
            <a:xfrm>
              <a:off x="99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44" name="Rectangle 162"/>
            <p:cNvSpPr>
              <a:spLocks noChangeArrowheads="1"/>
            </p:cNvSpPr>
            <p:nvPr/>
          </p:nvSpPr>
          <p:spPr bwMode="auto">
            <a:xfrm>
              <a:off x="22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5" name="Rectangle 163"/>
            <p:cNvSpPr>
              <a:spLocks noChangeArrowheads="1"/>
            </p:cNvSpPr>
            <p:nvPr/>
          </p:nvSpPr>
          <p:spPr bwMode="auto">
            <a:xfrm>
              <a:off x="24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6" name="Rectangle 164"/>
            <p:cNvSpPr>
              <a:spLocks noChangeArrowheads="1"/>
            </p:cNvSpPr>
            <p:nvPr/>
          </p:nvSpPr>
          <p:spPr bwMode="auto">
            <a:xfrm>
              <a:off x="79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7" name="Rectangle 165"/>
            <p:cNvSpPr>
              <a:spLocks noChangeArrowheads="1"/>
            </p:cNvSpPr>
            <p:nvPr/>
          </p:nvSpPr>
          <p:spPr bwMode="auto">
            <a:xfrm>
              <a:off x="586"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8" name="Line 166"/>
            <p:cNvSpPr>
              <a:spLocks noChangeShapeType="1"/>
            </p:cNvSpPr>
            <p:nvPr/>
          </p:nvSpPr>
          <p:spPr bwMode="auto">
            <a:xfrm>
              <a:off x="586" y="2496"/>
              <a:ext cx="2061" cy="0"/>
            </a:xfrm>
            <a:prstGeom prst="line">
              <a:avLst/>
            </a:prstGeom>
            <a:noFill/>
            <a:ln w="28575" cap="sq">
              <a:solidFill>
                <a:schemeClr val="tx1"/>
              </a:solidFill>
              <a:round/>
            </a:ln>
          </p:spPr>
          <p:txBody>
            <a:bodyPr/>
            <a:lstStyle/>
            <a:p>
              <a:endParaRPr lang="en-US"/>
            </a:p>
          </p:txBody>
        </p:sp>
        <p:sp>
          <p:nvSpPr>
            <p:cNvPr id="49" name="Line 167"/>
            <p:cNvSpPr>
              <a:spLocks noChangeShapeType="1"/>
            </p:cNvSpPr>
            <p:nvPr/>
          </p:nvSpPr>
          <p:spPr bwMode="auto">
            <a:xfrm>
              <a:off x="586" y="2768"/>
              <a:ext cx="2061" cy="0"/>
            </a:xfrm>
            <a:prstGeom prst="line">
              <a:avLst/>
            </a:prstGeom>
            <a:noFill/>
            <a:ln w="28575" cap="sq">
              <a:solidFill>
                <a:schemeClr val="tx1"/>
              </a:solidFill>
              <a:round/>
            </a:ln>
          </p:spPr>
          <p:txBody>
            <a:bodyPr/>
            <a:lstStyle/>
            <a:p>
              <a:endParaRPr lang="en-US"/>
            </a:p>
          </p:txBody>
        </p:sp>
        <p:sp>
          <p:nvSpPr>
            <p:cNvPr id="50" name="Line 168"/>
            <p:cNvSpPr>
              <a:spLocks noChangeShapeType="1"/>
            </p:cNvSpPr>
            <p:nvPr/>
          </p:nvSpPr>
          <p:spPr bwMode="auto">
            <a:xfrm>
              <a:off x="586" y="2496"/>
              <a:ext cx="0" cy="272"/>
            </a:xfrm>
            <a:prstGeom prst="line">
              <a:avLst/>
            </a:prstGeom>
            <a:noFill/>
            <a:ln w="28575" cap="sq">
              <a:solidFill>
                <a:schemeClr val="tx1"/>
              </a:solidFill>
              <a:round/>
            </a:ln>
          </p:spPr>
          <p:txBody>
            <a:bodyPr/>
            <a:lstStyle/>
            <a:p>
              <a:endParaRPr lang="en-US"/>
            </a:p>
          </p:txBody>
        </p:sp>
        <p:sp>
          <p:nvSpPr>
            <p:cNvPr id="51" name="Line 169"/>
            <p:cNvSpPr>
              <a:spLocks noChangeShapeType="1"/>
            </p:cNvSpPr>
            <p:nvPr/>
          </p:nvSpPr>
          <p:spPr bwMode="auto">
            <a:xfrm>
              <a:off x="793" y="2496"/>
              <a:ext cx="0" cy="272"/>
            </a:xfrm>
            <a:prstGeom prst="line">
              <a:avLst/>
            </a:prstGeom>
            <a:noFill/>
            <a:ln w="12700">
              <a:solidFill>
                <a:schemeClr val="tx1"/>
              </a:solidFill>
              <a:round/>
            </a:ln>
          </p:spPr>
          <p:txBody>
            <a:bodyPr/>
            <a:lstStyle/>
            <a:p>
              <a:endParaRPr lang="en-US"/>
            </a:p>
          </p:txBody>
        </p:sp>
        <p:sp>
          <p:nvSpPr>
            <p:cNvPr id="52" name="Line 170"/>
            <p:cNvSpPr>
              <a:spLocks noChangeShapeType="1"/>
            </p:cNvSpPr>
            <p:nvPr/>
          </p:nvSpPr>
          <p:spPr bwMode="auto">
            <a:xfrm>
              <a:off x="999" y="2496"/>
              <a:ext cx="0" cy="272"/>
            </a:xfrm>
            <a:prstGeom prst="line">
              <a:avLst/>
            </a:prstGeom>
            <a:noFill/>
            <a:ln w="12700">
              <a:solidFill>
                <a:schemeClr val="tx1"/>
              </a:solidFill>
              <a:round/>
            </a:ln>
          </p:spPr>
          <p:txBody>
            <a:bodyPr/>
            <a:lstStyle/>
            <a:p>
              <a:endParaRPr lang="en-US"/>
            </a:p>
          </p:txBody>
        </p:sp>
        <p:sp>
          <p:nvSpPr>
            <p:cNvPr id="53" name="Line 171"/>
            <p:cNvSpPr>
              <a:spLocks noChangeShapeType="1"/>
            </p:cNvSpPr>
            <p:nvPr/>
          </p:nvSpPr>
          <p:spPr bwMode="auto">
            <a:xfrm>
              <a:off x="2647" y="2496"/>
              <a:ext cx="0" cy="272"/>
            </a:xfrm>
            <a:prstGeom prst="line">
              <a:avLst/>
            </a:prstGeom>
            <a:noFill/>
            <a:ln w="28575" cap="sq">
              <a:solidFill>
                <a:schemeClr val="tx1"/>
              </a:solidFill>
              <a:round/>
            </a:ln>
          </p:spPr>
          <p:txBody>
            <a:bodyPr/>
            <a:lstStyle/>
            <a:p>
              <a:endParaRPr lang="en-US"/>
            </a:p>
          </p:txBody>
        </p:sp>
        <p:sp>
          <p:nvSpPr>
            <p:cNvPr id="54" name="Line 172"/>
            <p:cNvSpPr>
              <a:spLocks noChangeShapeType="1"/>
            </p:cNvSpPr>
            <p:nvPr/>
          </p:nvSpPr>
          <p:spPr bwMode="auto">
            <a:xfrm>
              <a:off x="2441" y="2496"/>
              <a:ext cx="0" cy="272"/>
            </a:xfrm>
            <a:prstGeom prst="line">
              <a:avLst/>
            </a:prstGeom>
            <a:noFill/>
            <a:ln w="12700">
              <a:solidFill>
                <a:schemeClr val="tx1"/>
              </a:solidFill>
              <a:round/>
            </a:ln>
          </p:spPr>
          <p:txBody>
            <a:bodyPr/>
            <a:lstStyle/>
            <a:p>
              <a:endParaRPr lang="en-US"/>
            </a:p>
          </p:txBody>
        </p:sp>
        <p:sp>
          <p:nvSpPr>
            <p:cNvPr id="55" name="Line 173"/>
            <p:cNvSpPr>
              <a:spLocks noChangeShapeType="1"/>
            </p:cNvSpPr>
            <p:nvPr/>
          </p:nvSpPr>
          <p:spPr bwMode="auto">
            <a:xfrm>
              <a:off x="1205" y="2496"/>
              <a:ext cx="0" cy="272"/>
            </a:xfrm>
            <a:prstGeom prst="line">
              <a:avLst/>
            </a:prstGeom>
            <a:noFill/>
            <a:ln w="12700">
              <a:solidFill>
                <a:schemeClr val="tx1"/>
              </a:solidFill>
              <a:round/>
            </a:ln>
          </p:spPr>
          <p:txBody>
            <a:bodyPr/>
            <a:lstStyle/>
            <a:p>
              <a:endParaRPr lang="en-US"/>
            </a:p>
          </p:txBody>
        </p:sp>
        <p:sp>
          <p:nvSpPr>
            <p:cNvPr id="56" name="Line 174"/>
            <p:cNvSpPr>
              <a:spLocks noChangeShapeType="1"/>
            </p:cNvSpPr>
            <p:nvPr/>
          </p:nvSpPr>
          <p:spPr bwMode="auto">
            <a:xfrm>
              <a:off x="1411" y="2496"/>
              <a:ext cx="0" cy="272"/>
            </a:xfrm>
            <a:prstGeom prst="line">
              <a:avLst/>
            </a:prstGeom>
            <a:noFill/>
            <a:ln w="12700">
              <a:solidFill>
                <a:schemeClr val="tx1"/>
              </a:solidFill>
              <a:round/>
            </a:ln>
          </p:spPr>
          <p:txBody>
            <a:bodyPr/>
            <a:lstStyle/>
            <a:p>
              <a:endParaRPr lang="en-US"/>
            </a:p>
          </p:txBody>
        </p:sp>
        <p:sp>
          <p:nvSpPr>
            <p:cNvPr id="57" name="Line 175"/>
            <p:cNvSpPr>
              <a:spLocks noChangeShapeType="1"/>
            </p:cNvSpPr>
            <p:nvPr/>
          </p:nvSpPr>
          <p:spPr bwMode="auto">
            <a:xfrm>
              <a:off x="2235" y="2496"/>
              <a:ext cx="0" cy="272"/>
            </a:xfrm>
            <a:prstGeom prst="line">
              <a:avLst/>
            </a:prstGeom>
            <a:noFill/>
            <a:ln w="12700">
              <a:solidFill>
                <a:schemeClr val="tx1"/>
              </a:solidFill>
              <a:round/>
            </a:ln>
          </p:spPr>
          <p:txBody>
            <a:bodyPr/>
            <a:lstStyle/>
            <a:p>
              <a:endParaRPr lang="en-US"/>
            </a:p>
          </p:txBody>
        </p:sp>
        <p:sp>
          <p:nvSpPr>
            <p:cNvPr id="58" name="Line 176"/>
            <p:cNvSpPr>
              <a:spLocks noChangeShapeType="1"/>
            </p:cNvSpPr>
            <p:nvPr/>
          </p:nvSpPr>
          <p:spPr bwMode="auto">
            <a:xfrm>
              <a:off x="2029" y="2496"/>
              <a:ext cx="0" cy="272"/>
            </a:xfrm>
            <a:prstGeom prst="line">
              <a:avLst/>
            </a:prstGeom>
            <a:noFill/>
            <a:ln w="12700">
              <a:solidFill>
                <a:schemeClr val="tx1"/>
              </a:solidFill>
              <a:round/>
            </a:ln>
          </p:spPr>
          <p:txBody>
            <a:bodyPr/>
            <a:lstStyle/>
            <a:p>
              <a:endParaRPr lang="en-US"/>
            </a:p>
          </p:txBody>
        </p:sp>
        <p:sp>
          <p:nvSpPr>
            <p:cNvPr id="59" name="Line 177"/>
            <p:cNvSpPr>
              <a:spLocks noChangeShapeType="1"/>
            </p:cNvSpPr>
            <p:nvPr/>
          </p:nvSpPr>
          <p:spPr bwMode="auto">
            <a:xfrm>
              <a:off x="1823" y="2496"/>
              <a:ext cx="0" cy="272"/>
            </a:xfrm>
            <a:prstGeom prst="line">
              <a:avLst/>
            </a:prstGeom>
            <a:noFill/>
            <a:ln w="12700">
              <a:solidFill>
                <a:schemeClr val="tx1"/>
              </a:solidFill>
              <a:round/>
            </a:ln>
          </p:spPr>
          <p:txBody>
            <a:bodyPr/>
            <a:lstStyle/>
            <a:p>
              <a:endParaRPr lang="en-US"/>
            </a:p>
          </p:txBody>
        </p:sp>
        <p:sp>
          <p:nvSpPr>
            <p:cNvPr id="60" name="Line 178"/>
            <p:cNvSpPr>
              <a:spLocks noChangeShapeType="1"/>
            </p:cNvSpPr>
            <p:nvPr/>
          </p:nvSpPr>
          <p:spPr bwMode="auto">
            <a:xfrm>
              <a:off x="1617" y="2496"/>
              <a:ext cx="0" cy="272"/>
            </a:xfrm>
            <a:prstGeom prst="line">
              <a:avLst/>
            </a:prstGeom>
            <a:noFill/>
            <a:ln w="12700">
              <a:solidFill>
                <a:schemeClr val="tx1"/>
              </a:solidFill>
              <a:round/>
            </a:ln>
          </p:spPr>
          <p:txBody>
            <a:bodyPr/>
            <a:lstStyle/>
            <a:p>
              <a:endParaRPr lang="en-US"/>
            </a:p>
          </p:txBody>
        </p:sp>
        <p:sp>
          <p:nvSpPr>
            <p:cNvPr id="61" name="Line 179"/>
            <p:cNvSpPr>
              <a:spLocks noChangeShapeType="1"/>
            </p:cNvSpPr>
            <p:nvPr/>
          </p:nvSpPr>
          <p:spPr bwMode="auto">
            <a:xfrm>
              <a:off x="202" y="2496"/>
              <a:ext cx="384" cy="0"/>
            </a:xfrm>
            <a:prstGeom prst="line">
              <a:avLst/>
            </a:prstGeom>
            <a:noFill/>
            <a:ln w="9525">
              <a:solidFill>
                <a:schemeClr val="tx1"/>
              </a:solidFill>
              <a:round/>
            </a:ln>
          </p:spPr>
          <p:txBody>
            <a:bodyPr wrap="none" anchor="ctr"/>
            <a:lstStyle/>
            <a:p>
              <a:endParaRPr lang="en-US"/>
            </a:p>
          </p:txBody>
        </p:sp>
        <p:sp>
          <p:nvSpPr>
            <p:cNvPr id="62" name="Line 180"/>
            <p:cNvSpPr>
              <a:spLocks noChangeShapeType="1"/>
            </p:cNvSpPr>
            <p:nvPr/>
          </p:nvSpPr>
          <p:spPr bwMode="auto">
            <a:xfrm>
              <a:off x="202" y="2784"/>
              <a:ext cx="384" cy="0"/>
            </a:xfrm>
            <a:prstGeom prst="line">
              <a:avLst/>
            </a:prstGeom>
            <a:noFill/>
            <a:ln w="9525">
              <a:solidFill>
                <a:schemeClr val="tx1"/>
              </a:solidFill>
              <a:round/>
            </a:ln>
          </p:spPr>
          <p:txBody>
            <a:bodyPr wrap="none" anchor="ctr"/>
            <a:lstStyle/>
            <a:p>
              <a:endParaRPr lang="en-US"/>
            </a:p>
          </p:txBody>
        </p:sp>
        <p:sp>
          <p:nvSpPr>
            <p:cNvPr id="63" name="Line 181"/>
            <p:cNvSpPr>
              <a:spLocks noChangeShapeType="1"/>
            </p:cNvSpPr>
            <p:nvPr/>
          </p:nvSpPr>
          <p:spPr bwMode="auto">
            <a:xfrm>
              <a:off x="2650" y="2496"/>
              <a:ext cx="384" cy="0"/>
            </a:xfrm>
            <a:prstGeom prst="line">
              <a:avLst/>
            </a:prstGeom>
            <a:noFill/>
            <a:ln w="9525">
              <a:solidFill>
                <a:schemeClr val="tx1"/>
              </a:solidFill>
              <a:round/>
            </a:ln>
          </p:spPr>
          <p:txBody>
            <a:bodyPr wrap="none" anchor="ctr"/>
            <a:lstStyle/>
            <a:p>
              <a:endParaRPr lang="en-US"/>
            </a:p>
          </p:txBody>
        </p:sp>
        <p:sp>
          <p:nvSpPr>
            <p:cNvPr id="64" name="Line 182"/>
            <p:cNvSpPr>
              <a:spLocks noChangeShapeType="1"/>
            </p:cNvSpPr>
            <p:nvPr/>
          </p:nvSpPr>
          <p:spPr bwMode="auto">
            <a:xfrm>
              <a:off x="2640" y="2736"/>
              <a:ext cx="394" cy="0"/>
            </a:xfrm>
            <a:prstGeom prst="line">
              <a:avLst/>
            </a:prstGeom>
            <a:noFill/>
            <a:ln w="9525">
              <a:solidFill>
                <a:schemeClr val="tx1"/>
              </a:solidFill>
              <a:round/>
            </a:ln>
          </p:spPr>
          <p:txBody>
            <a:bodyPr wrap="none" anchor="ctr"/>
            <a:lstStyle/>
            <a:p>
              <a:endParaRPr lang="en-US"/>
            </a:p>
          </p:txBody>
        </p:sp>
        <p:sp>
          <p:nvSpPr>
            <p:cNvPr id="65" name="Text Box 183"/>
            <p:cNvSpPr txBox="1">
              <a:spLocks noChangeArrowheads="1"/>
            </p:cNvSpPr>
            <p:nvPr/>
          </p:nvSpPr>
          <p:spPr bwMode="auto">
            <a:xfrm>
              <a:off x="284" y="2549"/>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66" name="Text Box 184"/>
            <p:cNvSpPr txBox="1">
              <a:spLocks noChangeArrowheads="1"/>
            </p:cNvSpPr>
            <p:nvPr/>
          </p:nvSpPr>
          <p:spPr bwMode="auto">
            <a:xfrm>
              <a:off x="2710" y="2525"/>
              <a:ext cx="244" cy="212"/>
            </a:xfrm>
            <a:prstGeom prst="rect">
              <a:avLst/>
            </a:prstGeom>
            <a:noFill/>
            <a:ln w="9525">
              <a:noFill/>
              <a:miter lim="800000"/>
            </a:ln>
          </p:spPr>
          <p:txBody>
            <a:bodyPr wrap="none">
              <a:spAutoFit/>
            </a:bodyPr>
            <a:lstStyle/>
            <a:p>
              <a:r>
                <a:rPr lang="en-US" sz="1600"/>
                <a:t>…</a:t>
              </a:r>
              <a:endParaRPr lang="en-US" sz="1600"/>
            </a:p>
          </p:txBody>
        </p:sp>
      </p:grpSp>
      <p:sp>
        <p:nvSpPr>
          <p:cNvPr id="67" name="Text Box 213"/>
          <p:cNvSpPr txBox="1">
            <a:spLocks noChangeArrowheads="1"/>
          </p:cNvSpPr>
          <p:nvPr/>
        </p:nvSpPr>
        <p:spPr bwMode="auto">
          <a:xfrm>
            <a:off x="120510" y="4807838"/>
            <a:ext cx="387350" cy="336550"/>
          </a:xfrm>
          <a:prstGeom prst="rect">
            <a:avLst/>
          </a:prstGeom>
          <a:noFill/>
          <a:ln w="9525">
            <a:noFill/>
            <a:miter lim="800000"/>
          </a:ln>
        </p:spPr>
        <p:txBody>
          <a:bodyPr wrap="none">
            <a:spAutoFit/>
          </a:bodyPr>
          <a:lstStyle/>
          <a:p>
            <a:r>
              <a:rPr lang="en-US" sz="1600"/>
              <a:t>…</a:t>
            </a:r>
            <a:endParaRPr lang="en-US" sz="1600"/>
          </a:p>
        </p:txBody>
      </p:sp>
      <p:grpSp>
        <p:nvGrpSpPr>
          <p:cNvPr id="68" name="Group 373"/>
          <p:cNvGrpSpPr/>
          <p:nvPr/>
        </p:nvGrpSpPr>
        <p:grpSpPr bwMode="auto">
          <a:xfrm>
            <a:off x="9385" y="4724400"/>
            <a:ext cx="4495800" cy="457200"/>
            <a:chOff x="202" y="2976"/>
            <a:chExt cx="2832" cy="288"/>
          </a:xfrm>
        </p:grpSpPr>
        <p:sp>
          <p:nvSpPr>
            <p:cNvPr id="69" name="Rectangle 186"/>
            <p:cNvSpPr>
              <a:spLocks noChangeArrowheads="1"/>
            </p:cNvSpPr>
            <p:nvPr/>
          </p:nvSpPr>
          <p:spPr bwMode="auto">
            <a:xfrm>
              <a:off x="141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0" name="Rectangle 187"/>
            <p:cNvSpPr>
              <a:spLocks noChangeArrowheads="1"/>
            </p:cNvSpPr>
            <p:nvPr/>
          </p:nvSpPr>
          <p:spPr bwMode="auto">
            <a:xfrm>
              <a:off x="1617"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p>
          </p:txBody>
        </p:sp>
        <p:sp>
          <p:nvSpPr>
            <p:cNvPr id="71" name="Rectangle 188"/>
            <p:cNvSpPr>
              <a:spLocks noChangeArrowheads="1"/>
            </p:cNvSpPr>
            <p:nvPr/>
          </p:nvSpPr>
          <p:spPr bwMode="auto">
            <a:xfrm>
              <a:off x="182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2" name="Rectangle 189"/>
            <p:cNvSpPr>
              <a:spLocks noChangeArrowheads="1"/>
            </p:cNvSpPr>
            <p:nvPr/>
          </p:nvSpPr>
          <p:spPr bwMode="auto">
            <a:xfrm>
              <a:off x="202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3" name="Rectangle 190"/>
            <p:cNvSpPr>
              <a:spLocks noChangeArrowheads="1"/>
            </p:cNvSpPr>
            <p:nvPr/>
          </p:nvSpPr>
          <p:spPr bwMode="auto">
            <a:xfrm>
              <a:off x="120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4" name="Rectangle 191"/>
            <p:cNvSpPr>
              <a:spLocks noChangeArrowheads="1"/>
            </p:cNvSpPr>
            <p:nvPr/>
          </p:nvSpPr>
          <p:spPr bwMode="auto">
            <a:xfrm>
              <a:off x="99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75" name="Rectangle 192"/>
            <p:cNvSpPr>
              <a:spLocks noChangeArrowheads="1"/>
            </p:cNvSpPr>
            <p:nvPr/>
          </p:nvSpPr>
          <p:spPr bwMode="auto">
            <a:xfrm>
              <a:off x="223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6" name="Rectangle 193"/>
            <p:cNvSpPr>
              <a:spLocks noChangeArrowheads="1"/>
            </p:cNvSpPr>
            <p:nvPr/>
          </p:nvSpPr>
          <p:spPr bwMode="auto">
            <a:xfrm>
              <a:off x="244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7" name="Rectangle 194"/>
            <p:cNvSpPr>
              <a:spLocks noChangeArrowheads="1"/>
            </p:cNvSpPr>
            <p:nvPr/>
          </p:nvSpPr>
          <p:spPr bwMode="auto">
            <a:xfrm>
              <a:off x="79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8" name="Rectangle 195"/>
            <p:cNvSpPr>
              <a:spLocks noChangeArrowheads="1"/>
            </p:cNvSpPr>
            <p:nvPr/>
          </p:nvSpPr>
          <p:spPr bwMode="auto">
            <a:xfrm>
              <a:off x="586" y="297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9" name="Line 196"/>
            <p:cNvSpPr>
              <a:spLocks noChangeShapeType="1"/>
            </p:cNvSpPr>
            <p:nvPr/>
          </p:nvSpPr>
          <p:spPr bwMode="auto">
            <a:xfrm>
              <a:off x="586" y="2976"/>
              <a:ext cx="2061" cy="0"/>
            </a:xfrm>
            <a:prstGeom prst="line">
              <a:avLst/>
            </a:prstGeom>
            <a:noFill/>
            <a:ln w="28575" cap="sq">
              <a:solidFill>
                <a:schemeClr val="tx1"/>
              </a:solidFill>
              <a:round/>
            </a:ln>
          </p:spPr>
          <p:txBody>
            <a:bodyPr/>
            <a:lstStyle/>
            <a:p>
              <a:endParaRPr lang="en-US"/>
            </a:p>
          </p:txBody>
        </p:sp>
        <p:sp>
          <p:nvSpPr>
            <p:cNvPr id="80" name="Line 197"/>
            <p:cNvSpPr>
              <a:spLocks noChangeShapeType="1"/>
            </p:cNvSpPr>
            <p:nvPr/>
          </p:nvSpPr>
          <p:spPr bwMode="auto">
            <a:xfrm>
              <a:off x="586" y="3248"/>
              <a:ext cx="2061" cy="0"/>
            </a:xfrm>
            <a:prstGeom prst="line">
              <a:avLst/>
            </a:prstGeom>
            <a:noFill/>
            <a:ln w="28575" cap="sq">
              <a:solidFill>
                <a:schemeClr val="tx1"/>
              </a:solidFill>
              <a:round/>
            </a:ln>
          </p:spPr>
          <p:txBody>
            <a:bodyPr/>
            <a:lstStyle/>
            <a:p>
              <a:endParaRPr lang="en-US"/>
            </a:p>
          </p:txBody>
        </p:sp>
        <p:sp>
          <p:nvSpPr>
            <p:cNvPr id="81" name="Line 198"/>
            <p:cNvSpPr>
              <a:spLocks noChangeShapeType="1"/>
            </p:cNvSpPr>
            <p:nvPr/>
          </p:nvSpPr>
          <p:spPr bwMode="auto">
            <a:xfrm>
              <a:off x="586" y="2976"/>
              <a:ext cx="0" cy="272"/>
            </a:xfrm>
            <a:prstGeom prst="line">
              <a:avLst/>
            </a:prstGeom>
            <a:noFill/>
            <a:ln w="28575" cap="sq">
              <a:solidFill>
                <a:schemeClr val="tx1"/>
              </a:solidFill>
              <a:round/>
            </a:ln>
          </p:spPr>
          <p:txBody>
            <a:bodyPr/>
            <a:lstStyle/>
            <a:p>
              <a:endParaRPr lang="en-US"/>
            </a:p>
          </p:txBody>
        </p:sp>
        <p:sp>
          <p:nvSpPr>
            <p:cNvPr id="82" name="Line 199"/>
            <p:cNvSpPr>
              <a:spLocks noChangeShapeType="1"/>
            </p:cNvSpPr>
            <p:nvPr/>
          </p:nvSpPr>
          <p:spPr bwMode="auto">
            <a:xfrm>
              <a:off x="793" y="2976"/>
              <a:ext cx="0" cy="272"/>
            </a:xfrm>
            <a:prstGeom prst="line">
              <a:avLst/>
            </a:prstGeom>
            <a:noFill/>
            <a:ln w="12700">
              <a:solidFill>
                <a:schemeClr val="tx1"/>
              </a:solidFill>
              <a:round/>
            </a:ln>
          </p:spPr>
          <p:txBody>
            <a:bodyPr/>
            <a:lstStyle/>
            <a:p>
              <a:endParaRPr lang="en-US"/>
            </a:p>
          </p:txBody>
        </p:sp>
        <p:sp>
          <p:nvSpPr>
            <p:cNvPr id="83" name="Line 200"/>
            <p:cNvSpPr>
              <a:spLocks noChangeShapeType="1"/>
            </p:cNvSpPr>
            <p:nvPr/>
          </p:nvSpPr>
          <p:spPr bwMode="auto">
            <a:xfrm>
              <a:off x="999" y="2976"/>
              <a:ext cx="0" cy="272"/>
            </a:xfrm>
            <a:prstGeom prst="line">
              <a:avLst/>
            </a:prstGeom>
            <a:noFill/>
            <a:ln w="12700">
              <a:solidFill>
                <a:schemeClr val="tx1"/>
              </a:solidFill>
              <a:round/>
            </a:ln>
          </p:spPr>
          <p:txBody>
            <a:bodyPr/>
            <a:lstStyle/>
            <a:p>
              <a:endParaRPr lang="en-US"/>
            </a:p>
          </p:txBody>
        </p:sp>
        <p:sp>
          <p:nvSpPr>
            <p:cNvPr id="84" name="Line 201"/>
            <p:cNvSpPr>
              <a:spLocks noChangeShapeType="1"/>
            </p:cNvSpPr>
            <p:nvPr/>
          </p:nvSpPr>
          <p:spPr bwMode="auto">
            <a:xfrm>
              <a:off x="2647" y="2976"/>
              <a:ext cx="0" cy="272"/>
            </a:xfrm>
            <a:prstGeom prst="line">
              <a:avLst/>
            </a:prstGeom>
            <a:noFill/>
            <a:ln w="28575" cap="sq">
              <a:solidFill>
                <a:schemeClr val="tx1"/>
              </a:solidFill>
              <a:round/>
            </a:ln>
          </p:spPr>
          <p:txBody>
            <a:bodyPr/>
            <a:lstStyle/>
            <a:p>
              <a:endParaRPr lang="en-US"/>
            </a:p>
          </p:txBody>
        </p:sp>
        <p:sp>
          <p:nvSpPr>
            <p:cNvPr id="85" name="Line 202"/>
            <p:cNvSpPr>
              <a:spLocks noChangeShapeType="1"/>
            </p:cNvSpPr>
            <p:nvPr/>
          </p:nvSpPr>
          <p:spPr bwMode="auto">
            <a:xfrm>
              <a:off x="2441" y="2976"/>
              <a:ext cx="0" cy="272"/>
            </a:xfrm>
            <a:prstGeom prst="line">
              <a:avLst/>
            </a:prstGeom>
            <a:noFill/>
            <a:ln w="12700">
              <a:solidFill>
                <a:schemeClr val="tx1"/>
              </a:solidFill>
              <a:round/>
            </a:ln>
          </p:spPr>
          <p:txBody>
            <a:bodyPr/>
            <a:lstStyle/>
            <a:p>
              <a:endParaRPr lang="en-US"/>
            </a:p>
          </p:txBody>
        </p:sp>
        <p:sp>
          <p:nvSpPr>
            <p:cNvPr id="86" name="Line 203"/>
            <p:cNvSpPr>
              <a:spLocks noChangeShapeType="1"/>
            </p:cNvSpPr>
            <p:nvPr/>
          </p:nvSpPr>
          <p:spPr bwMode="auto">
            <a:xfrm>
              <a:off x="1205" y="2976"/>
              <a:ext cx="0" cy="272"/>
            </a:xfrm>
            <a:prstGeom prst="line">
              <a:avLst/>
            </a:prstGeom>
            <a:noFill/>
            <a:ln w="12700">
              <a:solidFill>
                <a:schemeClr val="tx1"/>
              </a:solidFill>
              <a:round/>
            </a:ln>
          </p:spPr>
          <p:txBody>
            <a:bodyPr/>
            <a:lstStyle/>
            <a:p>
              <a:endParaRPr lang="en-US"/>
            </a:p>
          </p:txBody>
        </p:sp>
        <p:sp>
          <p:nvSpPr>
            <p:cNvPr id="87" name="Line 204"/>
            <p:cNvSpPr>
              <a:spLocks noChangeShapeType="1"/>
            </p:cNvSpPr>
            <p:nvPr/>
          </p:nvSpPr>
          <p:spPr bwMode="auto">
            <a:xfrm>
              <a:off x="1411" y="2976"/>
              <a:ext cx="0" cy="272"/>
            </a:xfrm>
            <a:prstGeom prst="line">
              <a:avLst/>
            </a:prstGeom>
            <a:noFill/>
            <a:ln w="12700">
              <a:solidFill>
                <a:schemeClr val="tx1"/>
              </a:solidFill>
              <a:round/>
            </a:ln>
          </p:spPr>
          <p:txBody>
            <a:bodyPr/>
            <a:lstStyle/>
            <a:p>
              <a:endParaRPr lang="en-US"/>
            </a:p>
          </p:txBody>
        </p:sp>
        <p:sp>
          <p:nvSpPr>
            <p:cNvPr id="88" name="Line 205"/>
            <p:cNvSpPr>
              <a:spLocks noChangeShapeType="1"/>
            </p:cNvSpPr>
            <p:nvPr/>
          </p:nvSpPr>
          <p:spPr bwMode="auto">
            <a:xfrm>
              <a:off x="2235" y="2976"/>
              <a:ext cx="0" cy="272"/>
            </a:xfrm>
            <a:prstGeom prst="line">
              <a:avLst/>
            </a:prstGeom>
            <a:noFill/>
            <a:ln w="12700">
              <a:solidFill>
                <a:schemeClr val="tx1"/>
              </a:solidFill>
              <a:round/>
            </a:ln>
          </p:spPr>
          <p:txBody>
            <a:bodyPr/>
            <a:lstStyle/>
            <a:p>
              <a:endParaRPr lang="en-US"/>
            </a:p>
          </p:txBody>
        </p:sp>
        <p:sp>
          <p:nvSpPr>
            <p:cNvPr id="89" name="Line 206"/>
            <p:cNvSpPr>
              <a:spLocks noChangeShapeType="1"/>
            </p:cNvSpPr>
            <p:nvPr/>
          </p:nvSpPr>
          <p:spPr bwMode="auto">
            <a:xfrm>
              <a:off x="2029" y="2976"/>
              <a:ext cx="0" cy="272"/>
            </a:xfrm>
            <a:prstGeom prst="line">
              <a:avLst/>
            </a:prstGeom>
            <a:noFill/>
            <a:ln w="12700">
              <a:solidFill>
                <a:schemeClr val="tx1"/>
              </a:solidFill>
              <a:round/>
            </a:ln>
          </p:spPr>
          <p:txBody>
            <a:bodyPr/>
            <a:lstStyle/>
            <a:p>
              <a:endParaRPr lang="en-US"/>
            </a:p>
          </p:txBody>
        </p:sp>
        <p:sp>
          <p:nvSpPr>
            <p:cNvPr id="90" name="Line 207"/>
            <p:cNvSpPr>
              <a:spLocks noChangeShapeType="1"/>
            </p:cNvSpPr>
            <p:nvPr/>
          </p:nvSpPr>
          <p:spPr bwMode="auto">
            <a:xfrm>
              <a:off x="1823" y="2976"/>
              <a:ext cx="0" cy="272"/>
            </a:xfrm>
            <a:prstGeom prst="line">
              <a:avLst/>
            </a:prstGeom>
            <a:noFill/>
            <a:ln w="12700">
              <a:solidFill>
                <a:schemeClr val="tx1"/>
              </a:solidFill>
              <a:round/>
            </a:ln>
          </p:spPr>
          <p:txBody>
            <a:bodyPr/>
            <a:lstStyle/>
            <a:p>
              <a:endParaRPr lang="en-US"/>
            </a:p>
          </p:txBody>
        </p:sp>
        <p:sp>
          <p:nvSpPr>
            <p:cNvPr id="91" name="Line 208"/>
            <p:cNvSpPr>
              <a:spLocks noChangeShapeType="1"/>
            </p:cNvSpPr>
            <p:nvPr/>
          </p:nvSpPr>
          <p:spPr bwMode="auto">
            <a:xfrm>
              <a:off x="1617" y="2976"/>
              <a:ext cx="0" cy="272"/>
            </a:xfrm>
            <a:prstGeom prst="line">
              <a:avLst/>
            </a:prstGeom>
            <a:noFill/>
            <a:ln w="12700">
              <a:solidFill>
                <a:schemeClr val="tx1"/>
              </a:solidFill>
              <a:round/>
            </a:ln>
          </p:spPr>
          <p:txBody>
            <a:bodyPr/>
            <a:lstStyle/>
            <a:p>
              <a:endParaRPr lang="en-US"/>
            </a:p>
          </p:txBody>
        </p:sp>
        <p:sp>
          <p:nvSpPr>
            <p:cNvPr id="92" name="Line 209"/>
            <p:cNvSpPr>
              <a:spLocks noChangeShapeType="1"/>
            </p:cNvSpPr>
            <p:nvPr/>
          </p:nvSpPr>
          <p:spPr bwMode="auto">
            <a:xfrm>
              <a:off x="202" y="2976"/>
              <a:ext cx="384" cy="0"/>
            </a:xfrm>
            <a:prstGeom prst="line">
              <a:avLst/>
            </a:prstGeom>
            <a:noFill/>
            <a:ln w="9525">
              <a:solidFill>
                <a:schemeClr val="tx1"/>
              </a:solidFill>
              <a:round/>
            </a:ln>
          </p:spPr>
          <p:txBody>
            <a:bodyPr wrap="none" anchor="ctr"/>
            <a:lstStyle/>
            <a:p>
              <a:endParaRPr lang="en-US"/>
            </a:p>
          </p:txBody>
        </p:sp>
        <p:sp>
          <p:nvSpPr>
            <p:cNvPr id="93" name="Line 210"/>
            <p:cNvSpPr>
              <a:spLocks noChangeShapeType="1"/>
            </p:cNvSpPr>
            <p:nvPr/>
          </p:nvSpPr>
          <p:spPr bwMode="auto">
            <a:xfrm>
              <a:off x="202" y="3264"/>
              <a:ext cx="384" cy="0"/>
            </a:xfrm>
            <a:prstGeom prst="line">
              <a:avLst/>
            </a:prstGeom>
            <a:noFill/>
            <a:ln w="9525">
              <a:solidFill>
                <a:schemeClr val="tx1"/>
              </a:solidFill>
              <a:round/>
            </a:ln>
          </p:spPr>
          <p:txBody>
            <a:bodyPr wrap="none" anchor="ctr"/>
            <a:lstStyle/>
            <a:p>
              <a:endParaRPr lang="en-US"/>
            </a:p>
          </p:txBody>
        </p:sp>
        <p:sp>
          <p:nvSpPr>
            <p:cNvPr id="94" name="Line 211"/>
            <p:cNvSpPr>
              <a:spLocks noChangeShapeType="1"/>
            </p:cNvSpPr>
            <p:nvPr/>
          </p:nvSpPr>
          <p:spPr bwMode="auto">
            <a:xfrm>
              <a:off x="2650" y="2976"/>
              <a:ext cx="384" cy="0"/>
            </a:xfrm>
            <a:prstGeom prst="line">
              <a:avLst/>
            </a:prstGeom>
            <a:noFill/>
            <a:ln w="9525">
              <a:solidFill>
                <a:schemeClr val="tx1"/>
              </a:solidFill>
              <a:round/>
            </a:ln>
          </p:spPr>
          <p:txBody>
            <a:bodyPr wrap="none" anchor="ctr"/>
            <a:lstStyle/>
            <a:p>
              <a:endParaRPr lang="en-US"/>
            </a:p>
          </p:txBody>
        </p:sp>
        <p:sp>
          <p:nvSpPr>
            <p:cNvPr id="95" name="Line 212"/>
            <p:cNvSpPr>
              <a:spLocks noChangeShapeType="1"/>
            </p:cNvSpPr>
            <p:nvPr/>
          </p:nvSpPr>
          <p:spPr bwMode="auto">
            <a:xfrm>
              <a:off x="2650" y="3216"/>
              <a:ext cx="384" cy="0"/>
            </a:xfrm>
            <a:prstGeom prst="line">
              <a:avLst/>
            </a:prstGeom>
            <a:noFill/>
            <a:ln w="9525">
              <a:solidFill>
                <a:schemeClr val="tx1"/>
              </a:solidFill>
              <a:round/>
            </a:ln>
          </p:spPr>
          <p:txBody>
            <a:bodyPr wrap="none" anchor="ctr"/>
            <a:lstStyle/>
            <a:p>
              <a:endParaRPr lang="en-US"/>
            </a:p>
          </p:txBody>
        </p:sp>
        <p:sp>
          <p:nvSpPr>
            <p:cNvPr id="96" name="Text Box 214"/>
            <p:cNvSpPr txBox="1">
              <a:spLocks noChangeArrowheads="1"/>
            </p:cNvSpPr>
            <p:nvPr/>
          </p:nvSpPr>
          <p:spPr bwMode="auto">
            <a:xfrm>
              <a:off x="2710" y="300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97" name="Group 374"/>
          <p:cNvGrpSpPr/>
          <p:nvPr/>
        </p:nvGrpSpPr>
        <p:grpSpPr bwMode="auto">
          <a:xfrm>
            <a:off x="-6490" y="5486400"/>
            <a:ext cx="4495800" cy="457200"/>
            <a:chOff x="192" y="3456"/>
            <a:chExt cx="2832" cy="288"/>
          </a:xfrm>
        </p:grpSpPr>
        <p:sp>
          <p:nvSpPr>
            <p:cNvPr id="98" name="Rectangle 216"/>
            <p:cNvSpPr>
              <a:spLocks noChangeArrowheads="1"/>
            </p:cNvSpPr>
            <p:nvPr/>
          </p:nvSpPr>
          <p:spPr bwMode="auto">
            <a:xfrm>
              <a:off x="140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9" name="Rectangle 217"/>
            <p:cNvSpPr>
              <a:spLocks noChangeArrowheads="1"/>
            </p:cNvSpPr>
            <p:nvPr/>
          </p:nvSpPr>
          <p:spPr bwMode="auto">
            <a:xfrm>
              <a:off x="1607"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00" name="Rectangle 218"/>
            <p:cNvSpPr>
              <a:spLocks noChangeArrowheads="1"/>
            </p:cNvSpPr>
            <p:nvPr/>
          </p:nvSpPr>
          <p:spPr bwMode="auto">
            <a:xfrm>
              <a:off x="181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1" name="Rectangle 219"/>
            <p:cNvSpPr>
              <a:spLocks noChangeArrowheads="1"/>
            </p:cNvSpPr>
            <p:nvPr/>
          </p:nvSpPr>
          <p:spPr bwMode="auto">
            <a:xfrm>
              <a:off x="201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2" name="Rectangle 220"/>
            <p:cNvSpPr>
              <a:spLocks noChangeArrowheads="1"/>
            </p:cNvSpPr>
            <p:nvPr/>
          </p:nvSpPr>
          <p:spPr bwMode="auto">
            <a:xfrm>
              <a:off x="119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03" name="Rectangle 221"/>
            <p:cNvSpPr>
              <a:spLocks noChangeArrowheads="1"/>
            </p:cNvSpPr>
            <p:nvPr/>
          </p:nvSpPr>
          <p:spPr bwMode="auto">
            <a:xfrm>
              <a:off x="98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04" name="Rectangle 222"/>
            <p:cNvSpPr>
              <a:spLocks noChangeArrowheads="1"/>
            </p:cNvSpPr>
            <p:nvPr/>
          </p:nvSpPr>
          <p:spPr bwMode="auto">
            <a:xfrm>
              <a:off x="222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5" name="Rectangle 223"/>
            <p:cNvSpPr>
              <a:spLocks noChangeArrowheads="1"/>
            </p:cNvSpPr>
            <p:nvPr/>
          </p:nvSpPr>
          <p:spPr bwMode="auto">
            <a:xfrm>
              <a:off x="243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6" name="Rectangle 224"/>
            <p:cNvSpPr>
              <a:spLocks noChangeArrowheads="1"/>
            </p:cNvSpPr>
            <p:nvPr/>
          </p:nvSpPr>
          <p:spPr bwMode="auto">
            <a:xfrm>
              <a:off x="78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7" name="Rectangle 225"/>
            <p:cNvSpPr>
              <a:spLocks noChangeArrowheads="1"/>
            </p:cNvSpPr>
            <p:nvPr/>
          </p:nvSpPr>
          <p:spPr bwMode="auto">
            <a:xfrm>
              <a:off x="576" y="345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8" name="Line 226"/>
            <p:cNvSpPr>
              <a:spLocks noChangeShapeType="1"/>
            </p:cNvSpPr>
            <p:nvPr/>
          </p:nvSpPr>
          <p:spPr bwMode="auto">
            <a:xfrm>
              <a:off x="576" y="3456"/>
              <a:ext cx="2061" cy="0"/>
            </a:xfrm>
            <a:prstGeom prst="line">
              <a:avLst/>
            </a:prstGeom>
            <a:noFill/>
            <a:ln w="28575" cap="sq">
              <a:solidFill>
                <a:schemeClr val="tx1"/>
              </a:solidFill>
              <a:round/>
            </a:ln>
          </p:spPr>
          <p:txBody>
            <a:bodyPr/>
            <a:lstStyle/>
            <a:p>
              <a:endParaRPr lang="en-US"/>
            </a:p>
          </p:txBody>
        </p:sp>
        <p:sp>
          <p:nvSpPr>
            <p:cNvPr id="109" name="Line 227"/>
            <p:cNvSpPr>
              <a:spLocks noChangeShapeType="1"/>
            </p:cNvSpPr>
            <p:nvPr/>
          </p:nvSpPr>
          <p:spPr bwMode="auto">
            <a:xfrm>
              <a:off x="576" y="3728"/>
              <a:ext cx="2061" cy="0"/>
            </a:xfrm>
            <a:prstGeom prst="line">
              <a:avLst/>
            </a:prstGeom>
            <a:noFill/>
            <a:ln w="28575" cap="sq">
              <a:solidFill>
                <a:schemeClr val="tx1"/>
              </a:solidFill>
              <a:round/>
            </a:ln>
          </p:spPr>
          <p:txBody>
            <a:bodyPr/>
            <a:lstStyle/>
            <a:p>
              <a:endParaRPr lang="en-US"/>
            </a:p>
          </p:txBody>
        </p:sp>
        <p:sp>
          <p:nvSpPr>
            <p:cNvPr id="110" name="Line 228"/>
            <p:cNvSpPr>
              <a:spLocks noChangeShapeType="1"/>
            </p:cNvSpPr>
            <p:nvPr/>
          </p:nvSpPr>
          <p:spPr bwMode="auto">
            <a:xfrm>
              <a:off x="576" y="3456"/>
              <a:ext cx="0" cy="272"/>
            </a:xfrm>
            <a:prstGeom prst="line">
              <a:avLst/>
            </a:prstGeom>
            <a:noFill/>
            <a:ln w="28575" cap="sq">
              <a:solidFill>
                <a:schemeClr val="tx1"/>
              </a:solidFill>
              <a:round/>
            </a:ln>
          </p:spPr>
          <p:txBody>
            <a:bodyPr/>
            <a:lstStyle/>
            <a:p>
              <a:endParaRPr lang="en-US"/>
            </a:p>
          </p:txBody>
        </p:sp>
        <p:sp>
          <p:nvSpPr>
            <p:cNvPr id="111" name="Line 229"/>
            <p:cNvSpPr>
              <a:spLocks noChangeShapeType="1"/>
            </p:cNvSpPr>
            <p:nvPr/>
          </p:nvSpPr>
          <p:spPr bwMode="auto">
            <a:xfrm>
              <a:off x="783" y="3456"/>
              <a:ext cx="0" cy="272"/>
            </a:xfrm>
            <a:prstGeom prst="line">
              <a:avLst/>
            </a:prstGeom>
            <a:noFill/>
            <a:ln w="12700">
              <a:solidFill>
                <a:schemeClr val="tx1"/>
              </a:solidFill>
              <a:round/>
            </a:ln>
          </p:spPr>
          <p:txBody>
            <a:bodyPr/>
            <a:lstStyle/>
            <a:p>
              <a:endParaRPr lang="en-US"/>
            </a:p>
          </p:txBody>
        </p:sp>
        <p:sp>
          <p:nvSpPr>
            <p:cNvPr id="112" name="Line 230"/>
            <p:cNvSpPr>
              <a:spLocks noChangeShapeType="1"/>
            </p:cNvSpPr>
            <p:nvPr/>
          </p:nvSpPr>
          <p:spPr bwMode="auto">
            <a:xfrm>
              <a:off x="989" y="3456"/>
              <a:ext cx="0" cy="272"/>
            </a:xfrm>
            <a:prstGeom prst="line">
              <a:avLst/>
            </a:prstGeom>
            <a:noFill/>
            <a:ln w="12700">
              <a:solidFill>
                <a:schemeClr val="tx1"/>
              </a:solidFill>
              <a:round/>
            </a:ln>
          </p:spPr>
          <p:txBody>
            <a:bodyPr/>
            <a:lstStyle/>
            <a:p>
              <a:endParaRPr lang="en-US"/>
            </a:p>
          </p:txBody>
        </p:sp>
        <p:sp>
          <p:nvSpPr>
            <p:cNvPr id="113" name="Line 231"/>
            <p:cNvSpPr>
              <a:spLocks noChangeShapeType="1"/>
            </p:cNvSpPr>
            <p:nvPr/>
          </p:nvSpPr>
          <p:spPr bwMode="auto">
            <a:xfrm>
              <a:off x="2637" y="3456"/>
              <a:ext cx="0" cy="272"/>
            </a:xfrm>
            <a:prstGeom prst="line">
              <a:avLst/>
            </a:prstGeom>
            <a:noFill/>
            <a:ln w="28575" cap="sq">
              <a:solidFill>
                <a:schemeClr val="tx1"/>
              </a:solidFill>
              <a:round/>
            </a:ln>
          </p:spPr>
          <p:txBody>
            <a:bodyPr/>
            <a:lstStyle/>
            <a:p>
              <a:endParaRPr lang="en-US"/>
            </a:p>
          </p:txBody>
        </p:sp>
        <p:sp>
          <p:nvSpPr>
            <p:cNvPr id="114" name="Line 232"/>
            <p:cNvSpPr>
              <a:spLocks noChangeShapeType="1"/>
            </p:cNvSpPr>
            <p:nvPr/>
          </p:nvSpPr>
          <p:spPr bwMode="auto">
            <a:xfrm>
              <a:off x="2431" y="3456"/>
              <a:ext cx="0" cy="272"/>
            </a:xfrm>
            <a:prstGeom prst="line">
              <a:avLst/>
            </a:prstGeom>
            <a:noFill/>
            <a:ln w="12700">
              <a:solidFill>
                <a:schemeClr val="tx1"/>
              </a:solidFill>
              <a:round/>
            </a:ln>
          </p:spPr>
          <p:txBody>
            <a:bodyPr/>
            <a:lstStyle/>
            <a:p>
              <a:endParaRPr lang="en-US"/>
            </a:p>
          </p:txBody>
        </p:sp>
        <p:sp>
          <p:nvSpPr>
            <p:cNvPr id="115" name="Line 233"/>
            <p:cNvSpPr>
              <a:spLocks noChangeShapeType="1"/>
            </p:cNvSpPr>
            <p:nvPr/>
          </p:nvSpPr>
          <p:spPr bwMode="auto">
            <a:xfrm>
              <a:off x="1195" y="3456"/>
              <a:ext cx="0" cy="272"/>
            </a:xfrm>
            <a:prstGeom prst="line">
              <a:avLst/>
            </a:prstGeom>
            <a:noFill/>
            <a:ln w="12700">
              <a:solidFill>
                <a:schemeClr val="tx1"/>
              </a:solidFill>
              <a:round/>
            </a:ln>
          </p:spPr>
          <p:txBody>
            <a:bodyPr/>
            <a:lstStyle/>
            <a:p>
              <a:endParaRPr lang="en-US"/>
            </a:p>
          </p:txBody>
        </p:sp>
        <p:sp>
          <p:nvSpPr>
            <p:cNvPr id="116" name="Line 234"/>
            <p:cNvSpPr>
              <a:spLocks noChangeShapeType="1"/>
            </p:cNvSpPr>
            <p:nvPr/>
          </p:nvSpPr>
          <p:spPr bwMode="auto">
            <a:xfrm>
              <a:off x="1401" y="3456"/>
              <a:ext cx="0" cy="272"/>
            </a:xfrm>
            <a:prstGeom prst="line">
              <a:avLst/>
            </a:prstGeom>
            <a:noFill/>
            <a:ln w="12700">
              <a:solidFill>
                <a:schemeClr val="tx1"/>
              </a:solidFill>
              <a:round/>
            </a:ln>
          </p:spPr>
          <p:txBody>
            <a:bodyPr/>
            <a:lstStyle/>
            <a:p>
              <a:endParaRPr lang="en-US"/>
            </a:p>
          </p:txBody>
        </p:sp>
        <p:sp>
          <p:nvSpPr>
            <p:cNvPr id="117" name="Line 235"/>
            <p:cNvSpPr>
              <a:spLocks noChangeShapeType="1"/>
            </p:cNvSpPr>
            <p:nvPr/>
          </p:nvSpPr>
          <p:spPr bwMode="auto">
            <a:xfrm>
              <a:off x="2225" y="3456"/>
              <a:ext cx="0" cy="272"/>
            </a:xfrm>
            <a:prstGeom prst="line">
              <a:avLst/>
            </a:prstGeom>
            <a:noFill/>
            <a:ln w="12700">
              <a:solidFill>
                <a:schemeClr val="tx1"/>
              </a:solidFill>
              <a:round/>
            </a:ln>
          </p:spPr>
          <p:txBody>
            <a:bodyPr/>
            <a:lstStyle/>
            <a:p>
              <a:endParaRPr lang="en-US"/>
            </a:p>
          </p:txBody>
        </p:sp>
        <p:sp>
          <p:nvSpPr>
            <p:cNvPr id="118" name="Line 236"/>
            <p:cNvSpPr>
              <a:spLocks noChangeShapeType="1"/>
            </p:cNvSpPr>
            <p:nvPr/>
          </p:nvSpPr>
          <p:spPr bwMode="auto">
            <a:xfrm>
              <a:off x="2019" y="3456"/>
              <a:ext cx="0" cy="272"/>
            </a:xfrm>
            <a:prstGeom prst="line">
              <a:avLst/>
            </a:prstGeom>
            <a:noFill/>
            <a:ln w="12700">
              <a:solidFill>
                <a:schemeClr val="tx1"/>
              </a:solidFill>
              <a:round/>
            </a:ln>
          </p:spPr>
          <p:txBody>
            <a:bodyPr/>
            <a:lstStyle/>
            <a:p>
              <a:endParaRPr lang="en-US"/>
            </a:p>
          </p:txBody>
        </p:sp>
        <p:sp>
          <p:nvSpPr>
            <p:cNvPr id="119" name="Line 237"/>
            <p:cNvSpPr>
              <a:spLocks noChangeShapeType="1"/>
            </p:cNvSpPr>
            <p:nvPr/>
          </p:nvSpPr>
          <p:spPr bwMode="auto">
            <a:xfrm>
              <a:off x="1813" y="3456"/>
              <a:ext cx="0" cy="272"/>
            </a:xfrm>
            <a:prstGeom prst="line">
              <a:avLst/>
            </a:prstGeom>
            <a:noFill/>
            <a:ln w="12700">
              <a:solidFill>
                <a:schemeClr val="tx1"/>
              </a:solidFill>
              <a:round/>
            </a:ln>
          </p:spPr>
          <p:txBody>
            <a:bodyPr/>
            <a:lstStyle/>
            <a:p>
              <a:endParaRPr lang="en-US"/>
            </a:p>
          </p:txBody>
        </p:sp>
        <p:sp>
          <p:nvSpPr>
            <p:cNvPr id="120" name="Line 238"/>
            <p:cNvSpPr>
              <a:spLocks noChangeShapeType="1"/>
            </p:cNvSpPr>
            <p:nvPr/>
          </p:nvSpPr>
          <p:spPr bwMode="auto">
            <a:xfrm>
              <a:off x="1607" y="3456"/>
              <a:ext cx="0" cy="272"/>
            </a:xfrm>
            <a:prstGeom prst="line">
              <a:avLst/>
            </a:prstGeom>
            <a:noFill/>
            <a:ln w="12700">
              <a:solidFill>
                <a:schemeClr val="tx1"/>
              </a:solidFill>
              <a:round/>
            </a:ln>
          </p:spPr>
          <p:txBody>
            <a:bodyPr/>
            <a:lstStyle/>
            <a:p>
              <a:endParaRPr lang="en-US"/>
            </a:p>
          </p:txBody>
        </p:sp>
        <p:sp>
          <p:nvSpPr>
            <p:cNvPr id="121" name="Line 239"/>
            <p:cNvSpPr>
              <a:spLocks noChangeShapeType="1"/>
            </p:cNvSpPr>
            <p:nvPr/>
          </p:nvSpPr>
          <p:spPr bwMode="auto">
            <a:xfrm>
              <a:off x="192" y="3456"/>
              <a:ext cx="384" cy="0"/>
            </a:xfrm>
            <a:prstGeom prst="line">
              <a:avLst/>
            </a:prstGeom>
            <a:noFill/>
            <a:ln w="9525">
              <a:solidFill>
                <a:schemeClr val="tx1"/>
              </a:solidFill>
              <a:round/>
            </a:ln>
          </p:spPr>
          <p:txBody>
            <a:bodyPr wrap="none" anchor="ctr"/>
            <a:lstStyle/>
            <a:p>
              <a:endParaRPr lang="en-US"/>
            </a:p>
          </p:txBody>
        </p:sp>
        <p:sp>
          <p:nvSpPr>
            <p:cNvPr id="122" name="Line 240"/>
            <p:cNvSpPr>
              <a:spLocks noChangeShapeType="1"/>
            </p:cNvSpPr>
            <p:nvPr/>
          </p:nvSpPr>
          <p:spPr bwMode="auto">
            <a:xfrm>
              <a:off x="192" y="3744"/>
              <a:ext cx="384" cy="0"/>
            </a:xfrm>
            <a:prstGeom prst="line">
              <a:avLst/>
            </a:prstGeom>
            <a:noFill/>
            <a:ln w="9525">
              <a:solidFill>
                <a:schemeClr val="tx1"/>
              </a:solidFill>
              <a:round/>
            </a:ln>
          </p:spPr>
          <p:txBody>
            <a:bodyPr wrap="none" anchor="ctr"/>
            <a:lstStyle/>
            <a:p>
              <a:endParaRPr lang="en-US"/>
            </a:p>
          </p:txBody>
        </p:sp>
        <p:sp>
          <p:nvSpPr>
            <p:cNvPr id="123" name="Line 241"/>
            <p:cNvSpPr>
              <a:spLocks noChangeShapeType="1"/>
            </p:cNvSpPr>
            <p:nvPr/>
          </p:nvSpPr>
          <p:spPr bwMode="auto">
            <a:xfrm>
              <a:off x="2640" y="3456"/>
              <a:ext cx="384" cy="0"/>
            </a:xfrm>
            <a:prstGeom prst="line">
              <a:avLst/>
            </a:prstGeom>
            <a:noFill/>
            <a:ln w="9525">
              <a:solidFill>
                <a:schemeClr val="tx1"/>
              </a:solidFill>
              <a:round/>
            </a:ln>
          </p:spPr>
          <p:txBody>
            <a:bodyPr wrap="none" anchor="ctr"/>
            <a:lstStyle/>
            <a:p>
              <a:endParaRPr lang="en-US"/>
            </a:p>
          </p:txBody>
        </p:sp>
        <p:sp>
          <p:nvSpPr>
            <p:cNvPr id="124" name="Line 242"/>
            <p:cNvSpPr>
              <a:spLocks noChangeShapeType="1"/>
            </p:cNvSpPr>
            <p:nvPr/>
          </p:nvSpPr>
          <p:spPr bwMode="auto">
            <a:xfrm>
              <a:off x="2640" y="3696"/>
              <a:ext cx="384" cy="0"/>
            </a:xfrm>
            <a:prstGeom prst="line">
              <a:avLst/>
            </a:prstGeom>
            <a:noFill/>
            <a:ln w="9525">
              <a:solidFill>
                <a:schemeClr val="tx1"/>
              </a:solidFill>
              <a:round/>
            </a:ln>
          </p:spPr>
          <p:txBody>
            <a:bodyPr wrap="none" anchor="ctr"/>
            <a:lstStyle/>
            <a:p>
              <a:endParaRPr lang="en-US"/>
            </a:p>
          </p:txBody>
        </p:sp>
        <p:sp>
          <p:nvSpPr>
            <p:cNvPr id="125" name="Text Box 243"/>
            <p:cNvSpPr txBox="1">
              <a:spLocks noChangeArrowheads="1"/>
            </p:cNvSpPr>
            <p:nvPr/>
          </p:nvSpPr>
          <p:spPr bwMode="auto">
            <a:xfrm>
              <a:off x="290" y="3485"/>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126" name="Text Box 244"/>
            <p:cNvSpPr txBox="1">
              <a:spLocks noChangeArrowheads="1"/>
            </p:cNvSpPr>
            <p:nvPr/>
          </p:nvSpPr>
          <p:spPr bwMode="auto">
            <a:xfrm>
              <a:off x="2700" y="3485"/>
              <a:ext cx="244" cy="212"/>
            </a:xfrm>
            <a:prstGeom prst="rect">
              <a:avLst/>
            </a:prstGeom>
            <a:noFill/>
            <a:ln w="9525">
              <a:noFill/>
              <a:miter lim="800000"/>
            </a:ln>
          </p:spPr>
          <p:txBody>
            <a:bodyPr wrap="none">
              <a:spAutoFit/>
            </a:bodyPr>
            <a:lstStyle/>
            <a:p>
              <a:r>
                <a:rPr lang="en-US" sz="1600" dirty="0"/>
                <a:t>…</a:t>
              </a:r>
              <a:endParaRPr lang="en-US" sz="1600" dirty="0"/>
            </a:p>
          </p:txBody>
        </p:sp>
      </p:grpSp>
      <p:grpSp>
        <p:nvGrpSpPr>
          <p:cNvPr id="127" name="Group 375"/>
          <p:cNvGrpSpPr/>
          <p:nvPr/>
        </p:nvGrpSpPr>
        <p:grpSpPr bwMode="auto">
          <a:xfrm>
            <a:off x="4662207" y="3181351"/>
            <a:ext cx="4495800" cy="431800"/>
            <a:chOff x="3120" y="1968"/>
            <a:chExt cx="2832" cy="272"/>
          </a:xfrm>
        </p:grpSpPr>
        <p:sp>
          <p:nvSpPr>
            <p:cNvPr id="128" name="Rectangle 248"/>
            <p:cNvSpPr>
              <a:spLocks noChangeArrowheads="1"/>
            </p:cNvSpPr>
            <p:nvPr/>
          </p:nvSpPr>
          <p:spPr bwMode="auto">
            <a:xfrm>
              <a:off x="4329"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29" name="Rectangle 249"/>
            <p:cNvSpPr>
              <a:spLocks noChangeArrowheads="1"/>
            </p:cNvSpPr>
            <p:nvPr/>
          </p:nvSpPr>
          <p:spPr bwMode="auto">
            <a:xfrm>
              <a:off x="4535"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30" name="Rectangle 250"/>
            <p:cNvSpPr>
              <a:spLocks noChangeArrowheads="1"/>
            </p:cNvSpPr>
            <p:nvPr/>
          </p:nvSpPr>
          <p:spPr bwMode="auto">
            <a:xfrm>
              <a:off x="4741"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31" name="Rectangle 251"/>
            <p:cNvSpPr>
              <a:spLocks noChangeArrowheads="1"/>
            </p:cNvSpPr>
            <p:nvPr/>
          </p:nvSpPr>
          <p:spPr bwMode="auto">
            <a:xfrm>
              <a:off x="4947"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32" name="Rectangle 252"/>
            <p:cNvSpPr>
              <a:spLocks noChangeArrowheads="1"/>
            </p:cNvSpPr>
            <p:nvPr/>
          </p:nvSpPr>
          <p:spPr bwMode="auto">
            <a:xfrm>
              <a:off x="4123"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33" name="Rectangle 253"/>
            <p:cNvSpPr>
              <a:spLocks noChangeArrowheads="1"/>
            </p:cNvSpPr>
            <p:nvPr/>
          </p:nvSpPr>
          <p:spPr bwMode="auto">
            <a:xfrm>
              <a:off x="3917"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34" name="Rectangle 254"/>
            <p:cNvSpPr>
              <a:spLocks noChangeArrowheads="1"/>
            </p:cNvSpPr>
            <p:nvPr/>
          </p:nvSpPr>
          <p:spPr bwMode="auto">
            <a:xfrm>
              <a:off x="5153"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5" name="Rectangle 255"/>
            <p:cNvSpPr>
              <a:spLocks noChangeArrowheads="1"/>
            </p:cNvSpPr>
            <p:nvPr/>
          </p:nvSpPr>
          <p:spPr bwMode="auto">
            <a:xfrm>
              <a:off x="5359"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6" name="Rectangle 256"/>
            <p:cNvSpPr>
              <a:spLocks noChangeArrowheads="1"/>
            </p:cNvSpPr>
            <p:nvPr/>
          </p:nvSpPr>
          <p:spPr bwMode="auto">
            <a:xfrm>
              <a:off x="3711"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7" name="Rectangle 257"/>
            <p:cNvSpPr>
              <a:spLocks noChangeArrowheads="1"/>
            </p:cNvSpPr>
            <p:nvPr/>
          </p:nvSpPr>
          <p:spPr bwMode="auto">
            <a:xfrm>
              <a:off x="3504" y="1968"/>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8" name="Line 258"/>
            <p:cNvSpPr>
              <a:spLocks noChangeShapeType="1"/>
            </p:cNvSpPr>
            <p:nvPr/>
          </p:nvSpPr>
          <p:spPr bwMode="auto">
            <a:xfrm>
              <a:off x="3504" y="1968"/>
              <a:ext cx="2061" cy="0"/>
            </a:xfrm>
            <a:prstGeom prst="line">
              <a:avLst/>
            </a:prstGeom>
            <a:noFill/>
            <a:ln w="28575" cap="sq">
              <a:solidFill>
                <a:schemeClr val="tx1"/>
              </a:solidFill>
              <a:round/>
            </a:ln>
          </p:spPr>
          <p:txBody>
            <a:bodyPr/>
            <a:lstStyle/>
            <a:p>
              <a:endParaRPr lang="en-US"/>
            </a:p>
          </p:txBody>
        </p:sp>
        <p:sp>
          <p:nvSpPr>
            <p:cNvPr id="139" name="Line 259"/>
            <p:cNvSpPr>
              <a:spLocks noChangeShapeType="1"/>
            </p:cNvSpPr>
            <p:nvPr/>
          </p:nvSpPr>
          <p:spPr bwMode="auto">
            <a:xfrm>
              <a:off x="3504" y="2240"/>
              <a:ext cx="2061" cy="0"/>
            </a:xfrm>
            <a:prstGeom prst="line">
              <a:avLst/>
            </a:prstGeom>
            <a:noFill/>
            <a:ln w="28575" cap="sq">
              <a:solidFill>
                <a:schemeClr val="tx1"/>
              </a:solidFill>
              <a:round/>
            </a:ln>
          </p:spPr>
          <p:txBody>
            <a:bodyPr/>
            <a:lstStyle/>
            <a:p>
              <a:endParaRPr lang="en-US"/>
            </a:p>
          </p:txBody>
        </p:sp>
        <p:sp>
          <p:nvSpPr>
            <p:cNvPr id="140" name="Line 260"/>
            <p:cNvSpPr>
              <a:spLocks noChangeShapeType="1"/>
            </p:cNvSpPr>
            <p:nvPr/>
          </p:nvSpPr>
          <p:spPr bwMode="auto">
            <a:xfrm>
              <a:off x="3504" y="1968"/>
              <a:ext cx="0" cy="272"/>
            </a:xfrm>
            <a:prstGeom prst="line">
              <a:avLst/>
            </a:prstGeom>
            <a:noFill/>
            <a:ln w="28575" cap="sq">
              <a:solidFill>
                <a:schemeClr val="tx1"/>
              </a:solidFill>
              <a:round/>
            </a:ln>
          </p:spPr>
          <p:txBody>
            <a:bodyPr/>
            <a:lstStyle/>
            <a:p>
              <a:endParaRPr lang="en-US"/>
            </a:p>
          </p:txBody>
        </p:sp>
        <p:sp>
          <p:nvSpPr>
            <p:cNvPr id="141" name="Line 261"/>
            <p:cNvSpPr>
              <a:spLocks noChangeShapeType="1"/>
            </p:cNvSpPr>
            <p:nvPr/>
          </p:nvSpPr>
          <p:spPr bwMode="auto">
            <a:xfrm>
              <a:off x="3711" y="1968"/>
              <a:ext cx="0" cy="272"/>
            </a:xfrm>
            <a:prstGeom prst="line">
              <a:avLst/>
            </a:prstGeom>
            <a:noFill/>
            <a:ln w="12700">
              <a:solidFill>
                <a:schemeClr val="tx1"/>
              </a:solidFill>
              <a:round/>
            </a:ln>
          </p:spPr>
          <p:txBody>
            <a:bodyPr/>
            <a:lstStyle/>
            <a:p>
              <a:endParaRPr lang="en-US"/>
            </a:p>
          </p:txBody>
        </p:sp>
        <p:sp>
          <p:nvSpPr>
            <p:cNvPr id="142" name="Line 262"/>
            <p:cNvSpPr>
              <a:spLocks noChangeShapeType="1"/>
            </p:cNvSpPr>
            <p:nvPr/>
          </p:nvSpPr>
          <p:spPr bwMode="auto">
            <a:xfrm>
              <a:off x="3917" y="1968"/>
              <a:ext cx="0" cy="272"/>
            </a:xfrm>
            <a:prstGeom prst="line">
              <a:avLst/>
            </a:prstGeom>
            <a:noFill/>
            <a:ln w="12700">
              <a:solidFill>
                <a:schemeClr val="tx1"/>
              </a:solidFill>
              <a:round/>
            </a:ln>
          </p:spPr>
          <p:txBody>
            <a:bodyPr/>
            <a:lstStyle/>
            <a:p>
              <a:endParaRPr lang="en-US"/>
            </a:p>
          </p:txBody>
        </p:sp>
        <p:sp>
          <p:nvSpPr>
            <p:cNvPr id="143" name="Line 263"/>
            <p:cNvSpPr>
              <a:spLocks noChangeShapeType="1"/>
            </p:cNvSpPr>
            <p:nvPr/>
          </p:nvSpPr>
          <p:spPr bwMode="auto">
            <a:xfrm>
              <a:off x="5565" y="1968"/>
              <a:ext cx="0" cy="272"/>
            </a:xfrm>
            <a:prstGeom prst="line">
              <a:avLst/>
            </a:prstGeom>
            <a:noFill/>
            <a:ln w="28575" cap="sq">
              <a:solidFill>
                <a:schemeClr val="tx1"/>
              </a:solidFill>
              <a:round/>
            </a:ln>
          </p:spPr>
          <p:txBody>
            <a:bodyPr/>
            <a:lstStyle/>
            <a:p>
              <a:endParaRPr lang="en-US"/>
            </a:p>
          </p:txBody>
        </p:sp>
        <p:sp>
          <p:nvSpPr>
            <p:cNvPr id="144" name="Line 264"/>
            <p:cNvSpPr>
              <a:spLocks noChangeShapeType="1"/>
            </p:cNvSpPr>
            <p:nvPr/>
          </p:nvSpPr>
          <p:spPr bwMode="auto">
            <a:xfrm>
              <a:off x="5359" y="1968"/>
              <a:ext cx="0" cy="272"/>
            </a:xfrm>
            <a:prstGeom prst="line">
              <a:avLst/>
            </a:prstGeom>
            <a:noFill/>
            <a:ln w="12700">
              <a:solidFill>
                <a:schemeClr val="tx1"/>
              </a:solidFill>
              <a:round/>
            </a:ln>
          </p:spPr>
          <p:txBody>
            <a:bodyPr/>
            <a:lstStyle/>
            <a:p>
              <a:endParaRPr lang="en-US"/>
            </a:p>
          </p:txBody>
        </p:sp>
        <p:sp>
          <p:nvSpPr>
            <p:cNvPr id="145" name="Line 265"/>
            <p:cNvSpPr>
              <a:spLocks noChangeShapeType="1"/>
            </p:cNvSpPr>
            <p:nvPr/>
          </p:nvSpPr>
          <p:spPr bwMode="auto">
            <a:xfrm>
              <a:off x="4123" y="1968"/>
              <a:ext cx="0" cy="272"/>
            </a:xfrm>
            <a:prstGeom prst="line">
              <a:avLst/>
            </a:prstGeom>
            <a:noFill/>
            <a:ln w="12700">
              <a:solidFill>
                <a:schemeClr val="tx1"/>
              </a:solidFill>
              <a:round/>
            </a:ln>
          </p:spPr>
          <p:txBody>
            <a:bodyPr/>
            <a:lstStyle/>
            <a:p>
              <a:endParaRPr lang="en-US"/>
            </a:p>
          </p:txBody>
        </p:sp>
        <p:sp>
          <p:nvSpPr>
            <p:cNvPr id="146" name="Line 266"/>
            <p:cNvSpPr>
              <a:spLocks noChangeShapeType="1"/>
            </p:cNvSpPr>
            <p:nvPr/>
          </p:nvSpPr>
          <p:spPr bwMode="auto">
            <a:xfrm>
              <a:off x="4329" y="1968"/>
              <a:ext cx="0" cy="272"/>
            </a:xfrm>
            <a:prstGeom prst="line">
              <a:avLst/>
            </a:prstGeom>
            <a:noFill/>
            <a:ln w="12700">
              <a:solidFill>
                <a:schemeClr val="tx1"/>
              </a:solidFill>
              <a:round/>
            </a:ln>
          </p:spPr>
          <p:txBody>
            <a:bodyPr/>
            <a:lstStyle/>
            <a:p>
              <a:endParaRPr lang="en-US"/>
            </a:p>
          </p:txBody>
        </p:sp>
        <p:sp>
          <p:nvSpPr>
            <p:cNvPr id="147" name="Line 267"/>
            <p:cNvSpPr>
              <a:spLocks noChangeShapeType="1"/>
            </p:cNvSpPr>
            <p:nvPr/>
          </p:nvSpPr>
          <p:spPr bwMode="auto">
            <a:xfrm>
              <a:off x="5153" y="1968"/>
              <a:ext cx="0" cy="272"/>
            </a:xfrm>
            <a:prstGeom prst="line">
              <a:avLst/>
            </a:prstGeom>
            <a:noFill/>
            <a:ln w="12700">
              <a:solidFill>
                <a:schemeClr val="tx1"/>
              </a:solidFill>
              <a:round/>
            </a:ln>
          </p:spPr>
          <p:txBody>
            <a:bodyPr/>
            <a:lstStyle/>
            <a:p>
              <a:endParaRPr lang="en-US"/>
            </a:p>
          </p:txBody>
        </p:sp>
        <p:sp>
          <p:nvSpPr>
            <p:cNvPr id="148" name="Line 268"/>
            <p:cNvSpPr>
              <a:spLocks noChangeShapeType="1"/>
            </p:cNvSpPr>
            <p:nvPr/>
          </p:nvSpPr>
          <p:spPr bwMode="auto">
            <a:xfrm>
              <a:off x="4947" y="1968"/>
              <a:ext cx="0" cy="272"/>
            </a:xfrm>
            <a:prstGeom prst="line">
              <a:avLst/>
            </a:prstGeom>
            <a:noFill/>
            <a:ln w="12700">
              <a:solidFill>
                <a:schemeClr val="tx1"/>
              </a:solidFill>
              <a:round/>
            </a:ln>
          </p:spPr>
          <p:txBody>
            <a:bodyPr/>
            <a:lstStyle/>
            <a:p>
              <a:endParaRPr lang="en-US"/>
            </a:p>
          </p:txBody>
        </p:sp>
        <p:sp>
          <p:nvSpPr>
            <p:cNvPr id="149" name="Line 269"/>
            <p:cNvSpPr>
              <a:spLocks noChangeShapeType="1"/>
            </p:cNvSpPr>
            <p:nvPr/>
          </p:nvSpPr>
          <p:spPr bwMode="auto">
            <a:xfrm>
              <a:off x="4741" y="1968"/>
              <a:ext cx="0" cy="272"/>
            </a:xfrm>
            <a:prstGeom prst="line">
              <a:avLst/>
            </a:prstGeom>
            <a:noFill/>
            <a:ln w="12700">
              <a:solidFill>
                <a:schemeClr val="tx1"/>
              </a:solidFill>
              <a:round/>
            </a:ln>
          </p:spPr>
          <p:txBody>
            <a:bodyPr/>
            <a:lstStyle/>
            <a:p>
              <a:endParaRPr lang="en-US"/>
            </a:p>
          </p:txBody>
        </p:sp>
        <p:sp>
          <p:nvSpPr>
            <p:cNvPr id="150" name="Line 270"/>
            <p:cNvSpPr>
              <a:spLocks noChangeShapeType="1"/>
            </p:cNvSpPr>
            <p:nvPr/>
          </p:nvSpPr>
          <p:spPr bwMode="auto">
            <a:xfrm>
              <a:off x="4535" y="1968"/>
              <a:ext cx="0" cy="272"/>
            </a:xfrm>
            <a:prstGeom prst="line">
              <a:avLst/>
            </a:prstGeom>
            <a:noFill/>
            <a:ln w="12700">
              <a:solidFill>
                <a:schemeClr val="tx1"/>
              </a:solidFill>
              <a:round/>
            </a:ln>
          </p:spPr>
          <p:txBody>
            <a:bodyPr/>
            <a:lstStyle/>
            <a:p>
              <a:endParaRPr lang="en-US"/>
            </a:p>
          </p:txBody>
        </p:sp>
        <p:sp>
          <p:nvSpPr>
            <p:cNvPr id="151" name="Line 271"/>
            <p:cNvSpPr>
              <a:spLocks noChangeShapeType="1"/>
            </p:cNvSpPr>
            <p:nvPr/>
          </p:nvSpPr>
          <p:spPr bwMode="auto">
            <a:xfrm>
              <a:off x="3120" y="1968"/>
              <a:ext cx="384" cy="0"/>
            </a:xfrm>
            <a:prstGeom prst="line">
              <a:avLst/>
            </a:prstGeom>
            <a:noFill/>
            <a:ln w="9525">
              <a:solidFill>
                <a:schemeClr val="tx1"/>
              </a:solidFill>
              <a:round/>
            </a:ln>
          </p:spPr>
          <p:txBody>
            <a:bodyPr wrap="none" anchor="ctr"/>
            <a:lstStyle/>
            <a:p>
              <a:endParaRPr lang="en-US"/>
            </a:p>
          </p:txBody>
        </p:sp>
        <p:sp>
          <p:nvSpPr>
            <p:cNvPr id="152" name="Line 272"/>
            <p:cNvSpPr>
              <a:spLocks noChangeShapeType="1"/>
            </p:cNvSpPr>
            <p:nvPr/>
          </p:nvSpPr>
          <p:spPr bwMode="auto">
            <a:xfrm>
              <a:off x="3120" y="2240"/>
              <a:ext cx="384" cy="0"/>
            </a:xfrm>
            <a:prstGeom prst="line">
              <a:avLst/>
            </a:prstGeom>
            <a:noFill/>
            <a:ln w="9525">
              <a:solidFill>
                <a:schemeClr val="tx1"/>
              </a:solidFill>
              <a:round/>
            </a:ln>
          </p:spPr>
          <p:txBody>
            <a:bodyPr wrap="none" anchor="ctr"/>
            <a:lstStyle/>
            <a:p>
              <a:endParaRPr lang="en-US"/>
            </a:p>
          </p:txBody>
        </p:sp>
        <p:sp>
          <p:nvSpPr>
            <p:cNvPr id="153" name="Line 273"/>
            <p:cNvSpPr>
              <a:spLocks noChangeShapeType="1"/>
            </p:cNvSpPr>
            <p:nvPr/>
          </p:nvSpPr>
          <p:spPr bwMode="auto">
            <a:xfrm>
              <a:off x="5568" y="1968"/>
              <a:ext cx="384" cy="0"/>
            </a:xfrm>
            <a:prstGeom prst="line">
              <a:avLst/>
            </a:prstGeom>
            <a:noFill/>
            <a:ln w="9525">
              <a:solidFill>
                <a:schemeClr val="tx1"/>
              </a:solidFill>
              <a:round/>
            </a:ln>
          </p:spPr>
          <p:txBody>
            <a:bodyPr wrap="none" anchor="ctr"/>
            <a:lstStyle/>
            <a:p>
              <a:endParaRPr lang="en-US"/>
            </a:p>
          </p:txBody>
        </p:sp>
        <p:sp>
          <p:nvSpPr>
            <p:cNvPr id="154" name="Line 274"/>
            <p:cNvSpPr>
              <a:spLocks noChangeShapeType="1"/>
            </p:cNvSpPr>
            <p:nvPr/>
          </p:nvSpPr>
          <p:spPr bwMode="auto">
            <a:xfrm>
              <a:off x="5568" y="2208"/>
              <a:ext cx="384" cy="0"/>
            </a:xfrm>
            <a:prstGeom prst="line">
              <a:avLst/>
            </a:prstGeom>
            <a:noFill/>
            <a:ln w="9525">
              <a:solidFill>
                <a:schemeClr val="tx1"/>
              </a:solidFill>
              <a:round/>
            </a:ln>
          </p:spPr>
          <p:txBody>
            <a:bodyPr wrap="none" anchor="ctr"/>
            <a:lstStyle/>
            <a:p>
              <a:endParaRPr lang="en-US"/>
            </a:p>
          </p:txBody>
        </p:sp>
        <p:sp>
          <p:nvSpPr>
            <p:cNvPr id="155" name="Text Box 275"/>
            <p:cNvSpPr txBox="1">
              <a:spLocks noChangeArrowheads="1"/>
            </p:cNvSpPr>
            <p:nvPr/>
          </p:nvSpPr>
          <p:spPr bwMode="auto">
            <a:xfrm>
              <a:off x="3197" y="1997"/>
              <a:ext cx="244" cy="212"/>
            </a:xfrm>
            <a:prstGeom prst="rect">
              <a:avLst/>
            </a:prstGeom>
            <a:noFill/>
            <a:ln w="9525">
              <a:noFill/>
              <a:miter lim="800000"/>
            </a:ln>
          </p:spPr>
          <p:txBody>
            <a:bodyPr wrap="none">
              <a:spAutoFit/>
            </a:bodyPr>
            <a:lstStyle/>
            <a:p>
              <a:r>
                <a:rPr lang="en-US" sz="1600"/>
                <a:t>…</a:t>
              </a:r>
              <a:endParaRPr lang="en-US" sz="1600"/>
            </a:p>
          </p:txBody>
        </p:sp>
        <p:sp>
          <p:nvSpPr>
            <p:cNvPr id="156" name="Text Box 276"/>
            <p:cNvSpPr txBox="1">
              <a:spLocks noChangeArrowheads="1"/>
            </p:cNvSpPr>
            <p:nvPr/>
          </p:nvSpPr>
          <p:spPr bwMode="auto">
            <a:xfrm>
              <a:off x="5628" y="1997"/>
              <a:ext cx="244" cy="212"/>
            </a:xfrm>
            <a:prstGeom prst="rect">
              <a:avLst/>
            </a:prstGeom>
            <a:noFill/>
            <a:ln w="9525">
              <a:noFill/>
              <a:miter lim="800000"/>
            </a:ln>
          </p:spPr>
          <p:txBody>
            <a:bodyPr wrap="none">
              <a:spAutoFit/>
            </a:bodyPr>
            <a:lstStyle/>
            <a:p>
              <a:r>
                <a:rPr lang="en-US" sz="1600"/>
                <a:t>…</a:t>
              </a:r>
              <a:endParaRPr lang="en-US" sz="1600"/>
            </a:p>
          </p:txBody>
        </p:sp>
      </p:grpSp>
      <p:grpSp>
        <p:nvGrpSpPr>
          <p:cNvPr id="157" name="Group 376"/>
          <p:cNvGrpSpPr/>
          <p:nvPr/>
        </p:nvGrpSpPr>
        <p:grpSpPr bwMode="auto">
          <a:xfrm>
            <a:off x="4641710" y="3962400"/>
            <a:ext cx="4495800" cy="434975"/>
            <a:chOff x="3120" y="2496"/>
            <a:chExt cx="2832" cy="274"/>
          </a:xfrm>
        </p:grpSpPr>
        <p:sp>
          <p:nvSpPr>
            <p:cNvPr id="158" name="Rectangle 309"/>
            <p:cNvSpPr>
              <a:spLocks noChangeArrowheads="1"/>
            </p:cNvSpPr>
            <p:nvPr/>
          </p:nvSpPr>
          <p:spPr bwMode="auto">
            <a:xfrm>
              <a:off x="43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59" name="Rectangle 310"/>
            <p:cNvSpPr>
              <a:spLocks noChangeArrowheads="1"/>
            </p:cNvSpPr>
            <p:nvPr/>
          </p:nvSpPr>
          <p:spPr bwMode="auto">
            <a:xfrm>
              <a:off x="45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60" name="Rectangle 311"/>
            <p:cNvSpPr>
              <a:spLocks noChangeArrowheads="1"/>
            </p:cNvSpPr>
            <p:nvPr/>
          </p:nvSpPr>
          <p:spPr bwMode="auto">
            <a:xfrm>
              <a:off x="47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61" name="Rectangle 312"/>
            <p:cNvSpPr>
              <a:spLocks noChangeArrowheads="1"/>
            </p:cNvSpPr>
            <p:nvPr/>
          </p:nvSpPr>
          <p:spPr bwMode="auto">
            <a:xfrm>
              <a:off x="494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62" name="Rectangle 313"/>
            <p:cNvSpPr>
              <a:spLocks noChangeArrowheads="1"/>
            </p:cNvSpPr>
            <p:nvPr/>
          </p:nvSpPr>
          <p:spPr bwMode="auto">
            <a:xfrm>
              <a:off x="41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63" name="Rectangle 314"/>
            <p:cNvSpPr>
              <a:spLocks noChangeArrowheads="1"/>
            </p:cNvSpPr>
            <p:nvPr/>
          </p:nvSpPr>
          <p:spPr bwMode="auto">
            <a:xfrm>
              <a:off x="39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64" name="Rectangle 315"/>
            <p:cNvSpPr>
              <a:spLocks noChangeArrowheads="1"/>
            </p:cNvSpPr>
            <p:nvPr/>
          </p:nvSpPr>
          <p:spPr bwMode="auto">
            <a:xfrm>
              <a:off x="515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5" name="Rectangle 316"/>
            <p:cNvSpPr>
              <a:spLocks noChangeArrowheads="1"/>
            </p:cNvSpPr>
            <p:nvPr/>
          </p:nvSpPr>
          <p:spPr bwMode="auto">
            <a:xfrm>
              <a:off x="535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6" name="Rectangle 317"/>
            <p:cNvSpPr>
              <a:spLocks noChangeArrowheads="1"/>
            </p:cNvSpPr>
            <p:nvPr/>
          </p:nvSpPr>
          <p:spPr bwMode="auto">
            <a:xfrm>
              <a:off x="37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7" name="Rectangle 318"/>
            <p:cNvSpPr>
              <a:spLocks noChangeArrowheads="1"/>
            </p:cNvSpPr>
            <p:nvPr/>
          </p:nvSpPr>
          <p:spPr bwMode="auto">
            <a:xfrm>
              <a:off x="3504"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8" name="Line 319"/>
            <p:cNvSpPr>
              <a:spLocks noChangeShapeType="1"/>
            </p:cNvSpPr>
            <p:nvPr/>
          </p:nvSpPr>
          <p:spPr bwMode="auto">
            <a:xfrm>
              <a:off x="3504" y="2496"/>
              <a:ext cx="2061" cy="0"/>
            </a:xfrm>
            <a:prstGeom prst="line">
              <a:avLst/>
            </a:prstGeom>
            <a:noFill/>
            <a:ln w="28575" cap="sq">
              <a:solidFill>
                <a:schemeClr val="tx1"/>
              </a:solidFill>
              <a:round/>
            </a:ln>
          </p:spPr>
          <p:txBody>
            <a:bodyPr/>
            <a:lstStyle/>
            <a:p>
              <a:endParaRPr lang="en-US"/>
            </a:p>
          </p:txBody>
        </p:sp>
        <p:sp>
          <p:nvSpPr>
            <p:cNvPr id="169" name="Line 320"/>
            <p:cNvSpPr>
              <a:spLocks noChangeShapeType="1"/>
            </p:cNvSpPr>
            <p:nvPr/>
          </p:nvSpPr>
          <p:spPr bwMode="auto">
            <a:xfrm>
              <a:off x="3504" y="2768"/>
              <a:ext cx="2061" cy="0"/>
            </a:xfrm>
            <a:prstGeom prst="line">
              <a:avLst/>
            </a:prstGeom>
            <a:noFill/>
            <a:ln w="28575" cap="sq">
              <a:solidFill>
                <a:schemeClr val="tx1"/>
              </a:solidFill>
              <a:round/>
            </a:ln>
          </p:spPr>
          <p:txBody>
            <a:bodyPr/>
            <a:lstStyle/>
            <a:p>
              <a:endParaRPr lang="en-US"/>
            </a:p>
          </p:txBody>
        </p:sp>
        <p:sp>
          <p:nvSpPr>
            <p:cNvPr id="170" name="Line 321"/>
            <p:cNvSpPr>
              <a:spLocks noChangeShapeType="1"/>
            </p:cNvSpPr>
            <p:nvPr/>
          </p:nvSpPr>
          <p:spPr bwMode="auto">
            <a:xfrm>
              <a:off x="3504" y="2496"/>
              <a:ext cx="0" cy="272"/>
            </a:xfrm>
            <a:prstGeom prst="line">
              <a:avLst/>
            </a:prstGeom>
            <a:noFill/>
            <a:ln w="28575" cap="sq">
              <a:solidFill>
                <a:schemeClr val="tx1"/>
              </a:solidFill>
              <a:round/>
            </a:ln>
          </p:spPr>
          <p:txBody>
            <a:bodyPr/>
            <a:lstStyle/>
            <a:p>
              <a:endParaRPr lang="en-US"/>
            </a:p>
          </p:txBody>
        </p:sp>
        <p:sp>
          <p:nvSpPr>
            <p:cNvPr id="171" name="Line 322"/>
            <p:cNvSpPr>
              <a:spLocks noChangeShapeType="1"/>
            </p:cNvSpPr>
            <p:nvPr/>
          </p:nvSpPr>
          <p:spPr bwMode="auto">
            <a:xfrm>
              <a:off x="3711" y="2496"/>
              <a:ext cx="0" cy="272"/>
            </a:xfrm>
            <a:prstGeom prst="line">
              <a:avLst/>
            </a:prstGeom>
            <a:noFill/>
            <a:ln w="12700">
              <a:solidFill>
                <a:schemeClr val="tx1"/>
              </a:solidFill>
              <a:round/>
            </a:ln>
          </p:spPr>
          <p:txBody>
            <a:bodyPr/>
            <a:lstStyle/>
            <a:p>
              <a:endParaRPr lang="en-US"/>
            </a:p>
          </p:txBody>
        </p:sp>
        <p:sp>
          <p:nvSpPr>
            <p:cNvPr id="172" name="Line 323"/>
            <p:cNvSpPr>
              <a:spLocks noChangeShapeType="1"/>
            </p:cNvSpPr>
            <p:nvPr/>
          </p:nvSpPr>
          <p:spPr bwMode="auto">
            <a:xfrm>
              <a:off x="3917" y="2496"/>
              <a:ext cx="0" cy="272"/>
            </a:xfrm>
            <a:prstGeom prst="line">
              <a:avLst/>
            </a:prstGeom>
            <a:noFill/>
            <a:ln w="12700">
              <a:solidFill>
                <a:schemeClr val="tx1"/>
              </a:solidFill>
              <a:round/>
            </a:ln>
          </p:spPr>
          <p:txBody>
            <a:bodyPr/>
            <a:lstStyle/>
            <a:p>
              <a:endParaRPr lang="en-US"/>
            </a:p>
          </p:txBody>
        </p:sp>
        <p:sp>
          <p:nvSpPr>
            <p:cNvPr id="173" name="Line 324"/>
            <p:cNvSpPr>
              <a:spLocks noChangeShapeType="1"/>
            </p:cNvSpPr>
            <p:nvPr/>
          </p:nvSpPr>
          <p:spPr bwMode="auto">
            <a:xfrm>
              <a:off x="5565" y="2496"/>
              <a:ext cx="0" cy="272"/>
            </a:xfrm>
            <a:prstGeom prst="line">
              <a:avLst/>
            </a:prstGeom>
            <a:noFill/>
            <a:ln w="28575" cap="sq">
              <a:solidFill>
                <a:schemeClr val="tx1"/>
              </a:solidFill>
              <a:round/>
            </a:ln>
          </p:spPr>
          <p:txBody>
            <a:bodyPr/>
            <a:lstStyle/>
            <a:p>
              <a:endParaRPr lang="en-US"/>
            </a:p>
          </p:txBody>
        </p:sp>
        <p:sp>
          <p:nvSpPr>
            <p:cNvPr id="174" name="Line 325"/>
            <p:cNvSpPr>
              <a:spLocks noChangeShapeType="1"/>
            </p:cNvSpPr>
            <p:nvPr/>
          </p:nvSpPr>
          <p:spPr bwMode="auto">
            <a:xfrm>
              <a:off x="5359" y="2496"/>
              <a:ext cx="0" cy="272"/>
            </a:xfrm>
            <a:prstGeom prst="line">
              <a:avLst/>
            </a:prstGeom>
            <a:noFill/>
            <a:ln w="12700">
              <a:solidFill>
                <a:schemeClr val="tx1"/>
              </a:solidFill>
              <a:round/>
            </a:ln>
          </p:spPr>
          <p:txBody>
            <a:bodyPr/>
            <a:lstStyle/>
            <a:p>
              <a:endParaRPr lang="en-US"/>
            </a:p>
          </p:txBody>
        </p:sp>
        <p:sp>
          <p:nvSpPr>
            <p:cNvPr id="175" name="Line 326"/>
            <p:cNvSpPr>
              <a:spLocks noChangeShapeType="1"/>
            </p:cNvSpPr>
            <p:nvPr/>
          </p:nvSpPr>
          <p:spPr bwMode="auto">
            <a:xfrm>
              <a:off x="4123" y="2496"/>
              <a:ext cx="0" cy="272"/>
            </a:xfrm>
            <a:prstGeom prst="line">
              <a:avLst/>
            </a:prstGeom>
            <a:noFill/>
            <a:ln w="12700">
              <a:solidFill>
                <a:schemeClr val="tx1"/>
              </a:solidFill>
              <a:round/>
            </a:ln>
          </p:spPr>
          <p:txBody>
            <a:bodyPr/>
            <a:lstStyle/>
            <a:p>
              <a:endParaRPr lang="en-US"/>
            </a:p>
          </p:txBody>
        </p:sp>
        <p:sp>
          <p:nvSpPr>
            <p:cNvPr id="176" name="Line 327"/>
            <p:cNvSpPr>
              <a:spLocks noChangeShapeType="1"/>
            </p:cNvSpPr>
            <p:nvPr/>
          </p:nvSpPr>
          <p:spPr bwMode="auto">
            <a:xfrm>
              <a:off x="4329" y="2496"/>
              <a:ext cx="0" cy="272"/>
            </a:xfrm>
            <a:prstGeom prst="line">
              <a:avLst/>
            </a:prstGeom>
            <a:noFill/>
            <a:ln w="12700">
              <a:solidFill>
                <a:schemeClr val="tx1"/>
              </a:solidFill>
              <a:round/>
            </a:ln>
          </p:spPr>
          <p:txBody>
            <a:bodyPr/>
            <a:lstStyle/>
            <a:p>
              <a:endParaRPr lang="en-US"/>
            </a:p>
          </p:txBody>
        </p:sp>
        <p:sp>
          <p:nvSpPr>
            <p:cNvPr id="177" name="Line 328"/>
            <p:cNvSpPr>
              <a:spLocks noChangeShapeType="1"/>
            </p:cNvSpPr>
            <p:nvPr/>
          </p:nvSpPr>
          <p:spPr bwMode="auto">
            <a:xfrm>
              <a:off x="5153" y="2496"/>
              <a:ext cx="0" cy="272"/>
            </a:xfrm>
            <a:prstGeom prst="line">
              <a:avLst/>
            </a:prstGeom>
            <a:noFill/>
            <a:ln w="12700">
              <a:solidFill>
                <a:schemeClr val="tx1"/>
              </a:solidFill>
              <a:round/>
            </a:ln>
          </p:spPr>
          <p:txBody>
            <a:bodyPr/>
            <a:lstStyle/>
            <a:p>
              <a:endParaRPr lang="en-US"/>
            </a:p>
          </p:txBody>
        </p:sp>
        <p:sp>
          <p:nvSpPr>
            <p:cNvPr id="178" name="Line 329"/>
            <p:cNvSpPr>
              <a:spLocks noChangeShapeType="1"/>
            </p:cNvSpPr>
            <p:nvPr/>
          </p:nvSpPr>
          <p:spPr bwMode="auto">
            <a:xfrm>
              <a:off x="4947" y="2496"/>
              <a:ext cx="0" cy="272"/>
            </a:xfrm>
            <a:prstGeom prst="line">
              <a:avLst/>
            </a:prstGeom>
            <a:noFill/>
            <a:ln w="12700">
              <a:solidFill>
                <a:schemeClr val="tx1"/>
              </a:solidFill>
              <a:round/>
            </a:ln>
          </p:spPr>
          <p:txBody>
            <a:bodyPr/>
            <a:lstStyle/>
            <a:p>
              <a:endParaRPr lang="en-US"/>
            </a:p>
          </p:txBody>
        </p:sp>
        <p:sp>
          <p:nvSpPr>
            <p:cNvPr id="179" name="Line 330"/>
            <p:cNvSpPr>
              <a:spLocks noChangeShapeType="1"/>
            </p:cNvSpPr>
            <p:nvPr/>
          </p:nvSpPr>
          <p:spPr bwMode="auto">
            <a:xfrm>
              <a:off x="4741" y="2496"/>
              <a:ext cx="0" cy="272"/>
            </a:xfrm>
            <a:prstGeom prst="line">
              <a:avLst/>
            </a:prstGeom>
            <a:noFill/>
            <a:ln w="12700">
              <a:solidFill>
                <a:schemeClr val="tx1"/>
              </a:solidFill>
              <a:round/>
            </a:ln>
          </p:spPr>
          <p:txBody>
            <a:bodyPr/>
            <a:lstStyle/>
            <a:p>
              <a:endParaRPr lang="en-US"/>
            </a:p>
          </p:txBody>
        </p:sp>
        <p:sp>
          <p:nvSpPr>
            <p:cNvPr id="180" name="Line 331"/>
            <p:cNvSpPr>
              <a:spLocks noChangeShapeType="1"/>
            </p:cNvSpPr>
            <p:nvPr/>
          </p:nvSpPr>
          <p:spPr bwMode="auto">
            <a:xfrm>
              <a:off x="4535" y="2496"/>
              <a:ext cx="0" cy="272"/>
            </a:xfrm>
            <a:prstGeom prst="line">
              <a:avLst/>
            </a:prstGeom>
            <a:noFill/>
            <a:ln w="12700">
              <a:solidFill>
                <a:schemeClr val="tx1"/>
              </a:solidFill>
              <a:round/>
            </a:ln>
          </p:spPr>
          <p:txBody>
            <a:bodyPr/>
            <a:lstStyle/>
            <a:p>
              <a:endParaRPr lang="en-US"/>
            </a:p>
          </p:txBody>
        </p:sp>
        <p:sp>
          <p:nvSpPr>
            <p:cNvPr id="181" name="Line 332"/>
            <p:cNvSpPr>
              <a:spLocks noChangeShapeType="1"/>
            </p:cNvSpPr>
            <p:nvPr/>
          </p:nvSpPr>
          <p:spPr bwMode="auto">
            <a:xfrm>
              <a:off x="3120" y="2496"/>
              <a:ext cx="384" cy="0"/>
            </a:xfrm>
            <a:prstGeom prst="line">
              <a:avLst/>
            </a:prstGeom>
            <a:noFill/>
            <a:ln w="9525">
              <a:solidFill>
                <a:schemeClr val="tx1"/>
              </a:solidFill>
              <a:round/>
            </a:ln>
          </p:spPr>
          <p:txBody>
            <a:bodyPr wrap="none" anchor="ctr"/>
            <a:lstStyle/>
            <a:p>
              <a:endParaRPr lang="en-US"/>
            </a:p>
          </p:txBody>
        </p:sp>
        <p:sp>
          <p:nvSpPr>
            <p:cNvPr id="182" name="Line 333"/>
            <p:cNvSpPr>
              <a:spLocks noChangeShapeType="1"/>
            </p:cNvSpPr>
            <p:nvPr/>
          </p:nvSpPr>
          <p:spPr bwMode="auto">
            <a:xfrm>
              <a:off x="3120" y="2770"/>
              <a:ext cx="384" cy="0"/>
            </a:xfrm>
            <a:prstGeom prst="line">
              <a:avLst/>
            </a:prstGeom>
            <a:noFill/>
            <a:ln w="9525">
              <a:solidFill>
                <a:schemeClr val="tx1"/>
              </a:solidFill>
              <a:round/>
            </a:ln>
          </p:spPr>
          <p:txBody>
            <a:bodyPr wrap="none" anchor="ctr"/>
            <a:lstStyle/>
            <a:p>
              <a:endParaRPr lang="en-US"/>
            </a:p>
          </p:txBody>
        </p:sp>
        <p:sp>
          <p:nvSpPr>
            <p:cNvPr id="183" name="Line 334"/>
            <p:cNvSpPr>
              <a:spLocks noChangeShapeType="1"/>
            </p:cNvSpPr>
            <p:nvPr/>
          </p:nvSpPr>
          <p:spPr bwMode="auto">
            <a:xfrm>
              <a:off x="5568" y="2496"/>
              <a:ext cx="384" cy="0"/>
            </a:xfrm>
            <a:prstGeom prst="line">
              <a:avLst/>
            </a:prstGeom>
            <a:noFill/>
            <a:ln w="9525">
              <a:solidFill>
                <a:schemeClr val="tx1"/>
              </a:solidFill>
              <a:round/>
            </a:ln>
          </p:spPr>
          <p:txBody>
            <a:bodyPr wrap="none" anchor="ctr"/>
            <a:lstStyle/>
            <a:p>
              <a:endParaRPr lang="en-US"/>
            </a:p>
          </p:txBody>
        </p:sp>
        <p:sp>
          <p:nvSpPr>
            <p:cNvPr id="184" name="Line 335"/>
            <p:cNvSpPr>
              <a:spLocks noChangeShapeType="1"/>
            </p:cNvSpPr>
            <p:nvPr/>
          </p:nvSpPr>
          <p:spPr bwMode="auto">
            <a:xfrm>
              <a:off x="5568" y="2736"/>
              <a:ext cx="384" cy="0"/>
            </a:xfrm>
            <a:prstGeom prst="line">
              <a:avLst/>
            </a:prstGeom>
            <a:noFill/>
            <a:ln w="9525">
              <a:solidFill>
                <a:schemeClr val="tx1"/>
              </a:solidFill>
              <a:round/>
            </a:ln>
          </p:spPr>
          <p:txBody>
            <a:bodyPr wrap="none" anchor="ctr"/>
            <a:lstStyle/>
            <a:p>
              <a:endParaRPr lang="en-US"/>
            </a:p>
          </p:txBody>
        </p:sp>
        <p:sp>
          <p:nvSpPr>
            <p:cNvPr id="185" name="Text Box 336"/>
            <p:cNvSpPr txBox="1">
              <a:spLocks noChangeArrowheads="1"/>
            </p:cNvSpPr>
            <p:nvPr/>
          </p:nvSpPr>
          <p:spPr bwMode="auto">
            <a:xfrm>
              <a:off x="5628" y="252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186" name="Group 377"/>
          <p:cNvGrpSpPr/>
          <p:nvPr/>
        </p:nvGrpSpPr>
        <p:grpSpPr bwMode="auto">
          <a:xfrm>
            <a:off x="4717910" y="4800600"/>
            <a:ext cx="4368800" cy="438150"/>
            <a:chOff x="3168" y="3024"/>
            <a:chExt cx="2752" cy="276"/>
          </a:xfrm>
        </p:grpSpPr>
        <p:sp>
          <p:nvSpPr>
            <p:cNvPr id="187" name="Rectangle 338"/>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88" name="Rectangle 339"/>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89" name="Rectangle 340"/>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90" name="Rectangle 341"/>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91" name="Rectangle 342"/>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92" name="Rectangle 343"/>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93" name="Rectangle 344"/>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94" name="Rectangle 345"/>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95" name="Rectangle 346"/>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96" name="Rectangle 347"/>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97" name="Line 348"/>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98" name="Line 349"/>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99" name="Line 350"/>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200" name="Line 351"/>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201" name="Line 352"/>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202" name="Line 353"/>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203" name="Line 354"/>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204" name="Line 355"/>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205" name="Line 356"/>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206" name="Line 357"/>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207" name="Line 358"/>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208" name="Line 359"/>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209" name="Line 360"/>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210" name="Line 361"/>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211" name="Line 362"/>
            <p:cNvSpPr>
              <a:spLocks noChangeShapeType="1"/>
            </p:cNvSpPr>
            <p:nvPr/>
          </p:nvSpPr>
          <p:spPr bwMode="auto">
            <a:xfrm>
              <a:off x="3168" y="3300"/>
              <a:ext cx="384" cy="0"/>
            </a:xfrm>
            <a:prstGeom prst="line">
              <a:avLst/>
            </a:prstGeom>
            <a:noFill/>
            <a:ln w="9525">
              <a:solidFill>
                <a:schemeClr val="tx1"/>
              </a:solidFill>
              <a:round/>
            </a:ln>
          </p:spPr>
          <p:txBody>
            <a:bodyPr wrap="none" anchor="ctr"/>
            <a:lstStyle/>
            <a:p>
              <a:endParaRPr lang="en-US"/>
            </a:p>
          </p:txBody>
        </p:sp>
        <p:sp>
          <p:nvSpPr>
            <p:cNvPr id="212" name="Line 363"/>
            <p:cNvSpPr>
              <a:spLocks noChangeShapeType="1"/>
            </p:cNvSpPr>
            <p:nvPr/>
          </p:nvSpPr>
          <p:spPr bwMode="auto">
            <a:xfrm>
              <a:off x="5616" y="3024"/>
              <a:ext cx="288" cy="0"/>
            </a:xfrm>
            <a:prstGeom prst="line">
              <a:avLst/>
            </a:prstGeom>
            <a:noFill/>
            <a:ln w="9525">
              <a:solidFill>
                <a:schemeClr val="tx1"/>
              </a:solidFill>
              <a:round/>
            </a:ln>
          </p:spPr>
          <p:txBody>
            <a:bodyPr wrap="none" anchor="ctr"/>
            <a:lstStyle/>
            <a:p>
              <a:endParaRPr lang="en-US" dirty="0"/>
            </a:p>
          </p:txBody>
        </p:sp>
        <p:sp>
          <p:nvSpPr>
            <p:cNvPr id="213" name="Line 364"/>
            <p:cNvSpPr>
              <a:spLocks noChangeShapeType="1"/>
            </p:cNvSpPr>
            <p:nvPr/>
          </p:nvSpPr>
          <p:spPr bwMode="auto">
            <a:xfrm>
              <a:off x="5616" y="3264"/>
              <a:ext cx="288" cy="0"/>
            </a:xfrm>
            <a:prstGeom prst="line">
              <a:avLst/>
            </a:prstGeom>
            <a:noFill/>
            <a:ln w="9525">
              <a:solidFill>
                <a:schemeClr val="tx1"/>
              </a:solidFill>
              <a:round/>
            </a:ln>
          </p:spPr>
          <p:txBody>
            <a:bodyPr wrap="none" anchor="ctr"/>
            <a:lstStyle/>
            <a:p>
              <a:endParaRPr lang="en-US"/>
            </a:p>
          </p:txBody>
        </p:sp>
        <p:sp>
          <p:nvSpPr>
            <p:cNvPr id="214" name="Text Box 365"/>
            <p:cNvSpPr txBox="1">
              <a:spLocks noChangeArrowheads="1"/>
            </p:cNvSpPr>
            <p:nvPr/>
          </p:nvSpPr>
          <p:spPr bwMode="auto">
            <a:xfrm>
              <a:off x="5676" y="3053"/>
              <a:ext cx="244" cy="212"/>
            </a:xfrm>
            <a:prstGeom prst="rect">
              <a:avLst/>
            </a:prstGeom>
            <a:noFill/>
            <a:ln w="9525">
              <a:noFill/>
              <a:miter lim="800000"/>
            </a:ln>
          </p:spPr>
          <p:txBody>
            <a:bodyPr wrap="none">
              <a:spAutoFit/>
            </a:bodyPr>
            <a:lstStyle/>
            <a:p>
              <a:r>
                <a:rPr lang="en-US" sz="1600" dirty="0"/>
                <a:t>…</a:t>
              </a:r>
              <a:endParaRPr lang="en-US" sz="1600" dirty="0"/>
            </a:p>
          </p:txBody>
        </p:sp>
      </p:grpSp>
      <p:sp>
        <p:nvSpPr>
          <p:cNvPr id="215" name="Line 378"/>
          <p:cNvSpPr>
            <a:spLocks noChangeShapeType="1"/>
          </p:cNvSpPr>
          <p:nvPr/>
        </p:nvSpPr>
        <p:spPr bwMode="auto">
          <a:xfrm>
            <a:off x="12889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6" name="Line 379"/>
          <p:cNvSpPr>
            <a:spLocks noChangeShapeType="1"/>
          </p:cNvSpPr>
          <p:nvPr/>
        </p:nvSpPr>
        <p:spPr bwMode="auto">
          <a:xfrm>
            <a:off x="2279510" y="4419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7" name="Line 380"/>
          <p:cNvSpPr>
            <a:spLocks noChangeShapeType="1"/>
          </p:cNvSpPr>
          <p:nvPr/>
        </p:nvSpPr>
        <p:spPr bwMode="auto">
          <a:xfrm>
            <a:off x="1669910" y="5181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8" name="Line 381"/>
          <p:cNvSpPr>
            <a:spLocks noChangeShapeType="1"/>
          </p:cNvSpPr>
          <p:nvPr/>
        </p:nvSpPr>
        <p:spPr bwMode="auto">
          <a:xfrm>
            <a:off x="72325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9" name="Line 382"/>
          <p:cNvSpPr>
            <a:spLocks noChangeShapeType="1"/>
          </p:cNvSpPr>
          <p:nvPr/>
        </p:nvSpPr>
        <p:spPr bwMode="auto">
          <a:xfrm>
            <a:off x="66229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20" name="Line 383"/>
          <p:cNvSpPr>
            <a:spLocks noChangeShapeType="1"/>
          </p:cNvSpPr>
          <p:nvPr/>
        </p:nvSpPr>
        <p:spPr bwMode="auto">
          <a:xfrm>
            <a:off x="7689710" y="4419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1" name="Line 414"/>
          <p:cNvSpPr>
            <a:spLocks noChangeShapeType="1"/>
          </p:cNvSpPr>
          <p:nvPr/>
        </p:nvSpPr>
        <p:spPr bwMode="auto">
          <a:xfrm>
            <a:off x="13651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2" name="TextBox 251"/>
          <p:cNvSpPr txBox="1">
            <a:spLocks noChangeArrowheads="1"/>
          </p:cNvSpPr>
          <p:nvPr/>
        </p:nvSpPr>
        <p:spPr bwMode="auto">
          <a:xfrm>
            <a:off x="1822310" y="4343400"/>
            <a:ext cx="441325" cy="400050"/>
          </a:xfrm>
          <a:prstGeom prst="rect">
            <a:avLst/>
          </a:prstGeom>
          <a:noFill/>
          <a:ln w="9525">
            <a:noFill/>
            <a:miter lim="800000"/>
          </a:ln>
        </p:spPr>
        <p:txBody>
          <a:bodyPr wrap="none">
            <a:spAutoFit/>
          </a:bodyPr>
          <a:lstStyle/>
          <a:p>
            <a:r>
              <a:rPr lang="en-US"/>
              <a:t>…</a:t>
            </a:r>
            <a:endParaRPr lang="en-US"/>
          </a:p>
        </p:txBody>
      </p:sp>
      <p:sp>
        <p:nvSpPr>
          <p:cNvPr id="253" name="TextBox 252"/>
          <p:cNvSpPr txBox="1">
            <a:spLocks noChangeArrowheads="1"/>
          </p:cNvSpPr>
          <p:nvPr/>
        </p:nvSpPr>
        <p:spPr bwMode="auto">
          <a:xfrm>
            <a:off x="1822310" y="5105400"/>
            <a:ext cx="441325" cy="400050"/>
          </a:xfrm>
          <a:prstGeom prst="rect">
            <a:avLst/>
          </a:prstGeom>
          <a:noFill/>
          <a:ln w="9525">
            <a:noFill/>
            <a:miter lim="800000"/>
          </a:ln>
        </p:spPr>
        <p:txBody>
          <a:bodyPr wrap="none">
            <a:spAutoFit/>
          </a:bodyPr>
          <a:lstStyle/>
          <a:p>
            <a:r>
              <a:rPr lang="en-US"/>
              <a:t>…</a:t>
            </a:r>
            <a:endParaRPr lang="en-US"/>
          </a:p>
        </p:txBody>
      </p:sp>
      <p:sp>
        <p:nvSpPr>
          <p:cNvPr id="254" name="TextBox 253"/>
          <p:cNvSpPr txBox="1">
            <a:spLocks noChangeArrowheads="1"/>
          </p:cNvSpPr>
          <p:nvPr/>
        </p:nvSpPr>
        <p:spPr bwMode="auto">
          <a:xfrm>
            <a:off x="6714985" y="2743200"/>
            <a:ext cx="441325" cy="400050"/>
          </a:xfrm>
          <a:prstGeom prst="rect">
            <a:avLst/>
          </a:prstGeom>
          <a:noFill/>
          <a:ln w="9525">
            <a:noFill/>
            <a:miter lim="800000"/>
          </a:ln>
        </p:spPr>
        <p:txBody>
          <a:bodyPr wrap="none">
            <a:spAutoFit/>
          </a:bodyPr>
          <a:lstStyle/>
          <a:p>
            <a:r>
              <a:rPr lang="en-US"/>
              <a:t>…</a:t>
            </a:r>
            <a:endParaRPr lang="en-US"/>
          </a:p>
        </p:txBody>
      </p:sp>
      <p:sp>
        <p:nvSpPr>
          <p:cNvPr id="255" name="TextBox 254"/>
          <p:cNvSpPr txBox="1">
            <a:spLocks noChangeArrowheads="1"/>
          </p:cNvSpPr>
          <p:nvPr/>
        </p:nvSpPr>
        <p:spPr bwMode="auto">
          <a:xfrm>
            <a:off x="6699110" y="3562350"/>
            <a:ext cx="441325" cy="400050"/>
          </a:xfrm>
          <a:prstGeom prst="rect">
            <a:avLst/>
          </a:prstGeom>
          <a:noFill/>
          <a:ln w="9525">
            <a:noFill/>
            <a:miter lim="800000"/>
          </a:ln>
        </p:spPr>
        <p:txBody>
          <a:bodyPr wrap="none">
            <a:spAutoFit/>
          </a:bodyPr>
          <a:lstStyle/>
          <a:p>
            <a:r>
              <a:rPr lang="en-US"/>
              <a:t>…</a:t>
            </a:r>
            <a:endParaRPr lang="en-US"/>
          </a:p>
        </p:txBody>
      </p:sp>
      <p:sp>
        <p:nvSpPr>
          <p:cNvPr id="256" name="TextBox 255"/>
          <p:cNvSpPr txBox="1">
            <a:spLocks noChangeArrowheads="1"/>
          </p:cNvSpPr>
          <p:nvPr/>
        </p:nvSpPr>
        <p:spPr bwMode="auto">
          <a:xfrm>
            <a:off x="7095985" y="4400550"/>
            <a:ext cx="441325" cy="400050"/>
          </a:xfrm>
          <a:prstGeom prst="rect">
            <a:avLst/>
          </a:prstGeom>
          <a:noFill/>
          <a:ln w="9525">
            <a:noFill/>
            <a:miter lim="800000"/>
          </a:ln>
        </p:spPr>
        <p:txBody>
          <a:bodyPr wrap="none">
            <a:spAutoFit/>
          </a:bodyPr>
          <a:lstStyle/>
          <a:p>
            <a:r>
              <a:rPr lang="en-US"/>
              <a:t>…</a:t>
            </a:r>
            <a:endParaRPr lang="en-US"/>
          </a:p>
        </p:txBody>
      </p:sp>
      <p:sp>
        <p:nvSpPr>
          <p:cNvPr id="257" name="Text Box 365"/>
          <p:cNvSpPr txBox="1">
            <a:spLocks noChangeArrowheads="1"/>
          </p:cNvSpPr>
          <p:nvPr/>
        </p:nvSpPr>
        <p:spPr bwMode="auto">
          <a:xfrm>
            <a:off x="4790935" y="3944304"/>
            <a:ext cx="387350" cy="336550"/>
          </a:xfrm>
          <a:prstGeom prst="rect">
            <a:avLst/>
          </a:prstGeom>
          <a:noFill/>
          <a:ln w="9525">
            <a:noFill/>
            <a:miter lim="800000"/>
          </a:ln>
        </p:spPr>
        <p:txBody>
          <a:bodyPr wrap="none">
            <a:spAutoFit/>
          </a:bodyPr>
          <a:lstStyle/>
          <a:p>
            <a:r>
              <a:rPr lang="en-US" sz="1600" dirty="0"/>
              <a:t>…</a:t>
            </a:r>
            <a:endParaRPr lang="en-US" sz="1600" dirty="0"/>
          </a:p>
        </p:txBody>
      </p:sp>
      <p:sp>
        <p:nvSpPr>
          <p:cNvPr id="258" name="Text Box 365"/>
          <p:cNvSpPr txBox="1">
            <a:spLocks noChangeArrowheads="1"/>
          </p:cNvSpPr>
          <p:nvPr/>
        </p:nvSpPr>
        <p:spPr bwMode="auto">
          <a:xfrm>
            <a:off x="4842529" y="4824983"/>
            <a:ext cx="387350" cy="336550"/>
          </a:xfrm>
          <a:prstGeom prst="rect">
            <a:avLst/>
          </a:prstGeom>
          <a:noFill/>
          <a:ln w="9525">
            <a:noFill/>
            <a:miter lim="800000"/>
          </a:ln>
        </p:spPr>
        <p:txBody>
          <a:bodyPr wrap="none">
            <a:spAutoFit/>
          </a:bodyPr>
          <a:lstStyle/>
          <a:p>
            <a:r>
              <a:rPr lang="en-US" sz="1600" dirty="0"/>
              <a: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例</a:t>
                </a:r>
                <a:r>
                  <a:rPr lang="en-AU" altLang="zh-CN" dirty="0"/>
                  <a:t>1:</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思路分析：以</a:t>
                </a:r>
                <a14:m>
                  <m:oMath xmlns:m="http://schemas.openxmlformats.org/officeDocument/2006/math">
                    <m:r>
                      <a:rPr lang="en-AU" altLang="zh-CN" i="1" dirty="0" smtClean="0">
                        <a:latin typeface="Cambria Math" panose="02040503050406030204" pitchFamily="18" charset="0"/>
                      </a:rPr>
                      <m:t>𝑤</m:t>
                    </m:r>
                    <m:r>
                      <a:rPr lang="en-AU" altLang="zh-CN" i="1" dirty="0" smtClean="0">
                        <a:latin typeface="Cambria Math" panose="02040503050406030204" pitchFamily="18" charset="0"/>
                      </a:rPr>
                      <m:t>=</m:t>
                    </m:r>
                    <m:r>
                      <a:rPr lang="en-AU" altLang="zh-CN" i="1" dirty="0" smtClean="0">
                        <a:latin typeface="Cambria Math" panose="02040503050406030204" pitchFamily="18" charset="0"/>
                      </a:rPr>
                      <m:t>000111</m:t>
                    </m:r>
                  </m:oMath>
                </a14:m>
                <a:r>
                  <a:rPr lang="zh-CN" altLang="en-US" dirty="0"/>
                  <a:t>为例</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 name="Group 371"/>
          <p:cNvGrpSpPr/>
          <p:nvPr/>
        </p:nvGrpSpPr>
        <p:grpSpPr bwMode="auto">
          <a:xfrm>
            <a:off x="9385" y="3200400"/>
            <a:ext cx="4495800" cy="457200"/>
            <a:chOff x="202" y="2016"/>
            <a:chExt cx="2832" cy="288"/>
          </a:xfrm>
        </p:grpSpPr>
        <p:sp>
          <p:nvSpPr>
            <p:cNvPr id="8" name="Rectangle 58"/>
            <p:cNvSpPr>
              <a:spLocks noChangeArrowheads="1"/>
            </p:cNvSpPr>
            <p:nvPr/>
          </p:nvSpPr>
          <p:spPr bwMode="auto">
            <a:xfrm>
              <a:off x="141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 name="Rectangle 55"/>
            <p:cNvSpPr>
              <a:spLocks noChangeArrowheads="1"/>
            </p:cNvSpPr>
            <p:nvPr/>
          </p:nvSpPr>
          <p:spPr bwMode="auto">
            <a:xfrm>
              <a:off x="1617"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 name="Rectangle 52"/>
            <p:cNvSpPr>
              <a:spLocks noChangeArrowheads="1"/>
            </p:cNvSpPr>
            <p:nvPr/>
          </p:nvSpPr>
          <p:spPr bwMode="auto">
            <a:xfrm>
              <a:off x="182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1" name="Rectangle 49"/>
            <p:cNvSpPr>
              <a:spLocks noChangeArrowheads="1"/>
            </p:cNvSpPr>
            <p:nvPr/>
          </p:nvSpPr>
          <p:spPr bwMode="auto">
            <a:xfrm>
              <a:off x="202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2" name="Rectangle 46"/>
            <p:cNvSpPr>
              <a:spLocks noChangeArrowheads="1"/>
            </p:cNvSpPr>
            <p:nvPr/>
          </p:nvSpPr>
          <p:spPr bwMode="auto">
            <a:xfrm>
              <a:off x="120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3" name="Rectangle 43"/>
            <p:cNvSpPr>
              <a:spLocks noChangeArrowheads="1"/>
            </p:cNvSpPr>
            <p:nvPr/>
          </p:nvSpPr>
          <p:spPr bwMode="auto">
            <a:xfrm>
              <a:off x="999"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4" name="Rectangle 40"/>
            <p:cNvSpPr>
              <a:spLocks noChangeArrowheads="1"/>
            </p:cNvSpPr>
            <p:nvPr/>
          </p:nvSpPr>
          <p:spPr bwMode="auto">
            <a:xfrm>
              <a:off x="2235"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5" name="Rectangle 5"/>
            <p:cNvSpPr>
              <a:spLocks noChangeArrowheads="1"/>
            </p:cNvSpPr>
            <p:nvPr/>
          </p:nvSpPr>
          <p:spPr bwMode="auto">
            <a:xfrm>
              <a:off x="2441"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 name="Rectangle 14"/>
            <p:cNvSpPr>
              <a:spLocks noChangeArrowheads="1"/>
            </p:cNvSpPr>
            <p:nvPr/>
          </p:nvSpPr>
          <p:spPr bwMode="auto">
            <a:xfrm>
              <a:off x="793" y="201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7" name="Rectangle 15"/>
            <p:cNvSpPr>
              <a:spLocks noChangeArrowheads="1"/>
            </p:cNvSpPr>
            <p:nvPr/>
          </p:nvSpPr>
          <p:spPr bwMode="auto">
            <a:xfrm>
              <a:off x="586" y="201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8" name="Line 17"/>
            <p:cNvSpPr>
              <a:spLocks noChangeShapeType="1"/>
            </p:cNvSpPr>
            <p:nvPr/>
          </p:nvSpPr>
          <p:spPr bwMode="auto">
            <a:xfrm>
              <a:off x="586" y="2016"/>
              <a:ext cx="2061" cy="0"/>
            </a:xfrm>
            <a:prstGeom prst="line">
              <a:avLst/>
            </a:prstGeom>
            <a:noFill/>
            <a:ln w="28575" cap="sq">
              <a:solidFill>
                <a:schemeClr val="tx1"/>
              </a:solidFill>
              <a:round/>
            </a:ln>
          </p:spPr>
          <p:txBody>
            <a:bodyPr/>
            <a:lstStyle/>
            <a:p>
              <a:endParaRPr lang="en-US"/>
            </a:p>
          </p:txBody>
        </p:sp>
        <p:sp>
          <p:nvSpPr>
            <p:cNvPr id="19" name="Line 18"/>
            <p:cNvSpPr>
              <a:spLocks noChangeShapeType="1"/>
            </p:cNvSpPr>
            <p:nvPr/>
          </p:nvSpPr>
          <p:spPr bwMode="auto">
            <a:xfrm>
              <a:off x="586" y="2288"/>
              <a:ext cx="2061" cy="0"/>
            </a:xfrm>
            <a:prstGeom prst="line">
              <a:avLst/>
            </a:prstGeom>
            <a:noFill/>
            <a:ln w="28575" cap="sq">
              <a:solidFill>
                <a:schemeClr val="tx1"/>
              </a:solidFill>
              <a:round/>
            </a:ln>
          </p:spPr>
          <p:txBody>
            <a:bodyPr/>
            <a:lstStyle/>
            <a:p>
              <a:endParaRPr lang="en-US"/>
            </a:p>
          </p:txBody>
        </p:sp>
        <p:sp>
          <p:nvSpPr>
            <p:cNvPr id="20" name="Line 19"/>
            <p:cNvSpPr>
              <a:spLocks noChangeShapeType="1"/>
            </p:cNvSpPr>
            <p:nvPr/>
          </p:nvSpPr>
          <p:spPr bwMode="auto">
            <a:xfrm>
              <a:off x="586" y="2016"/>
              <a:ext cx="0" cy="272"/>
            </a:xfrm>
            <a:prstGeom prst="line">
              <a:avLst/>
            </a:prstGeom>
            <a:noFill/>
            <a:ln w="28575" cap="sq">
              <a:solidFill>
                <a:schemeClr val="tx1"/>
              </a:solidFill>
              <a:round/>
            </a:ln>
          </p:spPr>
          <p:txBody>
            <a:bodyPr/>
            <a:lstStyle/>
            <a:p>
              <a:endParaRPr lang="en-US"/>
            </a:p>
          </p:txBody>
        </p:sp>
        <p:sp>
          <p:nvSpPr>
            <p:cNvPr id="21" name="Line 21"/>
            <p:cNvSpPr>
              <a:spLocks noChangeShapeType="1"/>
            </p:cNvSpPr>
            <p:nvPr/>
          </p:nvSpPr>
          <p:spPr bwMode="auto">
            <a:xfrm>
              <a:off x="793" y="2016"/>
              <a:ext cx="0" cy="272"/>
            </a:xfrm>
            <a:prstGeom prst="line">
              <a:avLst/>
            </a:prstGeom>
            <a:noFill/>
            <a:ln w="12700">
              <a:solidFill>
                <a:schemeClr val="tx1"/>
              </a:solidFill>
              <a:round/>
            </a:ln>
          </p:spPr>
          <p:txBody>
            <a:bodyPr/>
            <a:lstStyle/>
            <a:p>
              <a:endParaRPr lang="en-US"/>
            </a:p>
          </p:txBody>
        </p:sp>
        <p:sp>
          <p:nvSpPr>
            <p:cNvPr id="22" name="Line 22"/>
            <p:cNvSpPr>
              <a:spLocks noChangeShapeType="1"/>
            </p:cNvSpPr>
            <p:nvPr/>
          </p:nvSpPr>
          <p:spPr bwMode="auto">
            <a:xfrm>
              <a:off x="999" y="2016"/>
              <a:ext cx="0" cy="272"/>
            </a:xfrm>
            <a:prstGeom prst="line">
              <a:avLst/>
            </a:prstGeom>
            <a:noFill/>
            <a:ln w="12700">
              <a:solidFill>
                <a:schemeClr val="tx1"/>
              </a:solidFill>
              <a:round/>
            </a:ln>
          </p:spPr>
          <p:txBody>
            <a:bodyPr/>
            <a:lstStyle/>
            <a:p>
              <a:endParaRPr lang="en-US"/>
            </a:p>
          </p:txBody>
        </p:sp>
        <p:sp>
          <p:nvSpPr>
            <p:cNvPr id="23" name="Line 31"/>
            <p:cNvSpPr>
              <a:spLocks noChangeShapeType="1"/>
            </p:cNvSpPr>
            <p:nvPr/>
          </p:nvSpPr>
          <p:spPr bwMode="auto">
            <a:xfrm>
              <a:off x="2647" y="2016"/>
              <a:ext cx="0" cy="272"/>
            </a:xfrm>
            <a:prstGeom prst="line">
              <a:avLst/>
            </a:prstGeom>
            <a:noFill/>
            <a:ln w="28575" cap="sq">
              <a:solidFill>
                <a:schemeClr val="tx1"/>
              </a:solidFill>
              <a:round/>
            </a:ln>
          </p:spPr>
          <p:txBody>
            <a:bodyPr/>
            <a:lstStyle/>
            <a:p>
              <a:endParaRPr lang="en-US"/>
            </a:p>
          </p:txBody>
        </p:sp>
        <p:sp>
          <p:nvSpPr>
            <p:cNvPr id="24" name="Line 41"/>
            <p:cNvSpPr>
              <a:spLocks noChangeShapeType="1"/>
            </p:cNvSpPr>
            <p:nvPr/>
          </p:nvSpPr>
          <p:spPr bwMode="auto">
            <a:xfrm>
              <a:off x="2441" y="2016"/>
              <a:ext cx="0" cy="272"/>
            </a:xfrm>
            <a:prstGeom prst="line">
              <a:avLst/>
            </a:prstGeom>
            <a:noFill/>
            <a:ln w="12700">
              <a:solidFill>
                <a:schemeClr val="tx1"/>
              </a:solidFill>
              <a:round/>
            </a:ln>
          </p:spPr>
          <p:txBody>
            <a:bodyPr/>
            <a:lstStyle/>
            <a:p>
              <a:endParaRPr lang="en-US"/>
            </a:p>
          </p:txBody>
        </p:sp>
        <p:sp>
          <p:nvSpPr>
            <p:cNvPr id="25" name="Line 44"/>
            <p:cNvSpPr>
              <a:spLocks noChangeShapeType="1"/>
            </p:cNvSpPr>
            <p:nvPr/>
          </p:nvSpPr>
          <p:spPr bwMode="auto">
            <a:xfrm>
              <a:off x="1205" y="2016"/>
              <a:ext cx="0" cy="272"/>
            </a:xfrm>
            <a:prstGeom prst="line">
              <a:avLst/>
            </a:prstGeom>
            <a:noFill/>
            <a:ln w="12700">
              <a:solidFill>
                <a:schemeClr val="tx1"/>
              </a:solidFill>
              <a:round/>
            </a:ln>
          </p:spPr>
          <p:txBody>
            <a:bodyPr/>
            <a:lstStyle/>
            <a:p>
              <a:endParaRPr lang="en-US"/>
            </a:p>
          </p:txBody>
        </p:sp>
        <p:sp>
          <p:nvSpPr>
            <p:cNvPr id="26" name="Line 47"/>
            <p:cNvSpPr>
              <a:spLocks noChangeShapeType="1"/>
            </p:cNvSpPr>
            <p:nvPr/>
          </p:nvSpPr>
          <p:spPr bwMode="auto">
            <a:xfrm>
              <a:off x="1411" y="2016"/>
              <a:ext cx="0" cy="272"/>
            </a:xfrm>
            <a:prstGeom prst="line">
              <a:avLst/>
            </a:prstGeom>
            <a:noFill/>
            <a:ln w="12700">
              <a:solidFill>
                <a:schemeClr val="tx1"/>
              </a:solidFill>
              <a:round/>
            </a:ln>
          </p:spPr>
          <p:txBody>
            <a:bodyPr/>
            <a:lstStyle/>
            <a:p>
              <a:endParaRPr lang="en-US"/>
            </a:p>
          </p:txBody>
        </p:sp>
        <p:sp>
          <p:nvSpPr>
            <p:cNvPr id="27" name="Line 50"/>
            <p:cNvSpPr>
              <a:spLocks noChangeShapeType="1"/>
            </p:cNvSpPr>
            <p:nvPr/>
          </p:nvSpPr>
          <p:spPr bwMode="auto">
            <a:xfrm>
              <a:off x="2235" y="2016"/>
              <a:ext cx="0" cy="272"/>
            </a:xfrm>
            <a:prstGeom prst="line">
              <a:avLst/>
            </a:prstGeom>
            <a:noFill/>
            <a:ln w="12700">
              <a:solidFill>
                <a:schemeClr val="tx1"/>
              </a:solidFill>
              <a:round/>
            </a:ln>
          </p:spPr>
          <p:txBody>
            <a:bodyPr/>
            <a:lstStyle/>
            <a:p>
              <a:endParaRPr lang="en-US"/>
            </a:p>
          </p:txBody>
        </p:sp>
        <p:sp>
          <p:nvSpPr>
            <p:cNvPr id="28" name="Line 53"/>
            <p:cNvSpPr>
              <a:spLocks noChangeShapeType="1"/>
            </p:cNvSpPr>
            <p:nvPr/>
          </p:nvSpPr>
          <p:spPr bwMode="auto">
            <a:xfrm>
              <a:off x="2029" y="2016"/>
              <a:ext cx="0" cy="272"/>
            </a:xfrm>
            <a:prstGeom prst="line">
              <a:avLst/>
            </a:prstGeom>
            <a:noFill/>
            <a:ln w="12700">
              <a:solidFill>
                <a:schemeClr val="tx1"/>
              </a:solidFill>
              <a:round/>
            </a:ln>
          </p:spPr>
          <p:txBody>
            <a:bodyPr/>
            <a:lstStyle/>
            <a:p>
              <a:endParaRPr lang="en-US"/>
            </a:p>
          </p:txBody>
        </p:sp>
        <p:sp>
          <p:nvSpPr>
            <p:cNvPr id="29" name="Line 56"/>
            <p:cNvSpPr>
              <a:spLocks noChangeShapeType="1"/>
            </p:cNvSpPr>
            <p:nvPr/>
          </p:nvSpPr>
          <p:spPr bwMode="auto">
            <a:xfrm>
              <a:off x="1823" y="2016"/>
              <a:ext cx="0" cy="272"/>
            </a:xfrm>
            <a:prstGeom prst="line">
              <a:avLst/>
            </a:prstGeom>
            <a:noFill/>
            <a:ln w="12700">
              <a:solidFill>
                <a:schemeClr val="tx1"/>
              </a:solidFill>
              <a:round/>
            </a:ln>
          </p:spPr>
          <p:txBody>
            <a:bodyPr/>
            <a:lstStyle/>
            <a:p>
              <a:endParaRPr lang="en-US"/>
            </a:p>
          </p:txBody>
        </p:sp>
        <p:sp>
          <p:nvSpPr>
            <p:cNvPr id="30" name="Line 59"/>
            <p:cNvSpPr>
              <a:spLocks noChangeShapeType="1"/>
            </p:cNvSpPr>
            <p:nvPr/>
          </p:nvSpPr>
          <p:spPr bwMode="auto">
            <a:xfrm>
              <a:off x="1617" y="2016"/>
              <a:ext cx="0" cy="272"/>
            </a:xfrm>
            <a:prstGeom prst="line">
              <a:avLst/>
            </a:prstGeom>
            <a:noFill/>
            <a:ln w="12700">
              <a:solidFill>
                <a:schemeClr val="tx1"/>
              </a:solidFill>
              <a:round/>
            </a:ln>
          </p:spPr>
          <p:txBody>
            <a:bodyPr/>
            <a:lstStyle/>
            <a:p>
              <a:endParaRPr lang="en-US"/>
            </a:p>
          </p:txBody>
        </p:sp>
        <p:sp>
          <p:nvSpPr>
            <p:cNvPr id="31" name="Line 32"/>
            <p:cNvSpPr>
              <a:spLocks noChangeShapeType="1"/>
            </p:cNvSpPr>
            <p:nvPr/>
          </p:nvSpPr>
          <p:spPr bwMode="auto">
            <a:xfrm>
              <a:off x="202" y="2016"/>
              <a:ext cx="384" cy="0"/>
            </a:xfrm>
            <a:prstGeom prst="line">
              <a:avLst/>
            </a:prstGeom>
            <a:noFill/>
            <a:ln w="9525">
              <a:solidFill>
                <a:schemeClr val="tx1"/>
              </a:solidFill>
              <a:round/>
            </a:ln>
          </p:spPr>
          <p:txBody>
            <a:bodyPr wrap="none" anchor="ctr"/>
            <a:lstStyle/>
            <a:p>
              <a:endParaRPr lang="en-US"/>
            </a:p>
          </p:txBody>
        </p:sp>
        <p:sp>
          <p:nvSpPr>
            <p:cNvPr id="32" name="Line 33"/>
            <p:cNvSpPr>
              <a:spLocks noChangeShapeType="1"/>
            </p:cNvSpPr>
            <p:nvPr/>
          </p:nvSpPr>
          <p:spPr bwMode="auto">
            <a:xfrm>
              <a:off x="202" y="2304"/>
              <a:ext cx="384" cy="0"/>
            </a:xfrm>
            <a:prstGeom prst="line">
              <a:avLst/>
            </a:prstGeom>
            <a:noFill/>
            <a:ln w="9525">
              <a:solidFill>
                <a:schemeClr val="tx1"/>
              </a:solidFill>
              <a:round/>
            </a:ln>
          </p:spPr>
          <p:txBody>
            <a:bodyPr wrap="none" anchor="ctr"/>
            <a:lstStyle/>
            <a:p>
              <a:endParaRPr lang="en-US"/>
            </a:p>
          </p:txBody>
        </p:sp>
        <p:sp>
          <p:nvSpPr>
            <p:cNvPr id="33" name="Line 34"/>
            <p:cNvSpPr>
              <a:spLocks noChangeShapeType="1"/>
            </p:cNvSpPr>
            <p:nvPr/>
          </p:nvSpPr>
          <p:spPr bwMode="auto">
            <a:xfrm>
              <a:off x="2650" y="2016"/>
              <a:ext cx="384" cy="0"/>
            </a:xfrm>
            <a:prstGeom prst="line">
              <a:avLst/>
            </a:prstGeom>
            <a:noFill/>
            <a:ln w="9525">
              <a:solidFill>
                <a:schemeClr val="tx1"/>
              </a:solidFill>
              <a:round/>
            </a:ln>
          </p:spPr>
          <p:txBody>
            <a:bodyPr wrap="none" anchor="ctr"/>
            <a:lstStyle/>
            <a:p>
              <a:endParaRPr lang="en-US"/>
            </a:p>
          </p:txBody>
        </p:sp>
        <p:sp>
          <p:nvSpPr>
            <p:cNvPr id="34" name="Line 35"/>
            <p:cNvSpPr>
              <a:spLocks noChangeShapeType="1"/>
            </p:cNvSpPr>
            <p:nvPr/>
          </p:nvSpPr>
          <p:spPr bwMode="auto">
            <a:xfrm>
              <a:off x="2650" y="2256"/>
              <a:ext cx="384" cy="0"/>
            </a:xfrm>
            <a:prstGeom prst="line">
              <a:avLst/>
            </a:prstGeom>
            <a:noFill/>
            <a:ln w="9525">
              <a:solidFill>
                <a:schemeClr val="tx1"/>
              </a:solidFill>
              <a:round/>
            </a:ln>
          </p:spPr>
          <p:txBody>
            <a:bodyPr wrap="none" anchor="ctr"/>
            <a:lstStyle/>
            <a:p>
              <a:endParaRPr lang="en-US"/>
            </a:p>
          </p:txBody>
        </p:sp>
        <p:sp>
          <p:nvSpPr>
            <p:cNvPr id="35" name="Text Box 36"/>
            <p:cNvSpPr txBox="1">
              <a:spLocks noChangeArrowheads="1"/>
            </p:cNvSpPr>
            <p:nvPr/>
          </p:nvSpPr>
          <p:spPr bwMode="auto">
            <a:xfrm>
              <a:off x="310" y="2057"/>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36" name="Text Box 37"/>
            <p:cNvSpPr txBox="1">
              <a:spLocks noChangeArrowheads="1"/>
            </p:cNvSpPr>
            <p:nvPr/>
          </p:nvSpPr>
          <p:spPr bwMode="auto">
            <a:xfrm>
              <a:off x="2710" y="204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37" name="Group 372"/>
          <p:cNvGrpSpPr/>
          <p:nvPr/>
        </p:nvGrpSpPr>
        <p:grpSpPr bwMode="auto">
          <a:xfrm>
            <a:off x="9385" y="3962400"/>
            <a:ext cx="4495800" cy="457200"/>
            <a:chOff x="202" y="2496"/>
            <a:chExt cx="2832" cy="288"/>
          </a:xfrm>
        </p:grpSpPr>
        <p:sp>
          <p:nvSpPr>
            <p:cNvPr id="38" name="Rectangle 156"/>
            <p:cNvSpPr>
              <a:spLocks noChangeArrowheads="1"/>
            </p:cNvSpPr>
            <p:nvPr/>
          </p:nvSpPr>
          <p:spPr bwMode="auto">
            <a:xfrm>
              <a:off x="14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39" name="Rectangle 157"/>
            <p:cNvSpPr>
              <a:spLocks noChangeArrowheads="1"/>
            </p:cNvSpPr>
            <p:nvPr/>
          </p:nvSpPr>
          <p:spPr bwMode="auto">
            <a:xfrm>
              <a:off x="16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0" name="Rectangle 158"/>
            <p:cNvSpPr>
              <a:spLocks noChangeArrowheads="1"/>
            </p:cNvSpPr>
            <p:nvPr/>
          </p:nvSpPr>
          <p:spPr bwMode="auto">
            <a:xfrm>
              <a:off x="18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1" name="Rectangle 159"/>
            <p:cNvSpPr>
              <a:spLocks noChangeArrowheads="1"/>
            </p:cNvSpPr>
            <p:nvPr/>
          </p:nvSpPr>
          <p:spPr bwMode="auto">
            <a:xfrm>
              <a:off x="20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42" name="Rectangle 160"/>
            <p:cNvSpPr>
              <a:spLocks noChangeArrowheads="1"/>
            </p:cNvSpPr>
            <p:nvPr/>
          </p:nvSpPr>
          <p:spPr bwMode="auto">
            <a:xfrm>
              <a:off x="120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43" name="Rectangle 161"/>
            <p:cNvSpPr>
              <a:spLocks noChangeArrowheads="1"/>
            </p:cNvSpPr>
            <p:nvPr/>
          </p:nvSpPr>
          <p:spPr bwMode="auto">
            <a:xfrm>
              <a:off x="99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44" name="Rectangle 162"/>
            <p:cNvSpPr>
              <a:spLocks noChangeArrowheads="1"/>
            </p:cNvSpPr>
            <p:nvPr/>
          </p:nvSpPr>
          <p:spPr bwMode="auto">
            <a:xfrm>
              <a:off x="22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5" name="Rectangle 163"/>
            <p:cNvSpPr>
              <a:spLocks noChangeArrowheads="1"/>
            </p:cNvSpPr>
            <p:nvPr/>
          </p:nvSpPr>
          <p:spPr bwMode="auto">
            <a:xfrm>
              <a:off x="24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6" name="Rectangle 164"/>
            <p:cNvSpPr>
              <a:spLocks noChangeArrowheads="1"/>
            </p:cNvSpPr>
            <p:nvPr/>
          </p:nvSpPr>
          <p:spPr bwMode="auto">
            <a:xfrm>
              <a:off x="79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7" name="Rectangle 165"/>
            <p:cNvSpPr>
              <a:spLocks noChangeArrowheads="1"/>
            </p:cNvSpPr>
            <p:nvPr/>
          </p:nvSpPr>
          <p:spPr bwMode="auto">
            <a:xfrm>
              <a:off x="586"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48" name="Line 166"/>
            <p:cNvSpPr>
              <a:spLocks noChangeShapeType="1"/>
            </p:cNvSpPr>
            <p:nvPr/>
          </p:nvSpPr>
          <p:spPr bwMode="auto">
            <a:xfrm>
              <a:off x="586" y="2496"/>
              <a:ext cx="2061" cy="0"/>
            </a:xfrm>
            <a:prstGeom prst="line">
              <a:avLst/>
            </a:prstGeom>
            <a:noFill/>
            <a:ln w="28575" cap="sq">
              <a:solidFill>
                <a:schemeClr val="tx1"/>
              </a:solidFill>
              <a:round/>
            </a:ln>
          </p:spPr>
          <p:txBody>
            <a:bodyPr/>
            <a:lstStyle/>
            <a:p>
              <a:endParaRPr lang="en-US"/>
            </a:p>
          </p:txBody>
        </p:sp>
        <p:sp>
          <p:nvSpPr>
            <p:cNvPr id="49" name="Line 167"/>
            <p:cNvSpPr>
              <a:spLocks noChangeShapeType="1"/>
            </p:cNvSpPr>
            <p:nvPr/>
          </p:nvSpPr>
          <p:spPr bwMode="auto">
            <a:xfrm>
              <a:off x="586" y="2768"/>
              <a:ext cx="2061" cy="0"/>
            </a:xfrm>
            <a:prstGeom prst="line">
              <a:avLst/>
            </a:prstGeom>
            <a:noFill/>
            <a:ln w="28575" cap="sq">
              <a:solidFill>
                <a:schemeClr val="tx1"/>
              </a:solidFill>
              <a:round/>
            </a:ln>
          </p:spPr>
          <p:txBody>
            <a:bodyPr/>
            <a:lstStyle/>
            <a:p>
              <a:endParaRPr lang="en-US"/>
            </a:p>
          </p:txBody>
        </p:sp>
        <p:sp>
          <p:nvSpPr>
            <p:cNvPr id="50" name="Line 168"/>
            <p:cNvSpPr>
              <a:spLocks noChangeShapeType="1"/>
            </p:cNvSpPr>
            <p:nvPr/>
          </p:nvSpPr>
          <p:spPr bwMode="auto">
            <a:xfrm>
              <a:off x="586" y="2496"/>
              <a:ext cx="0" cy="272"/>
            </a:xfrm>
            <a:prstGeom prst="line">
              <a:avLst/>
            </a:prstGeom>
            <a:noFill/>
            <a:ln w="28575" cap="sq">
              <a:solidFill>
                <a:schemeClr val="tx1"/>
              </a:solidFill>
              <a:round/>
            </a:ln>
          </p:spPr>
          <p:txBody>
            <a:bodyPr/>
            <a:lstStyle/>
            <a:p>
              <a:endParaRPr lang="en-US"/>
            </a:p>
          </p:txBody>
        </p:sp>
        <p:sp>
          <p:nvSpPr>
            <p:cNvPr id="51" name="Line 169"/>
            <p:cNvSpPr>
              <a:spLocks noChangeShapeType="1"/>
            </p:cNvSpPr>
            <p:nvPr/>
          </p:nvSpPr>
          <p:spPr bwMode="auto">
            <a:xfrm>
              <a:off x="793" y="2496"/>
              <a:ext cx="0" cy="272"/>
            </a:xfrm>
            <a:prstGeom prst="line">
              <a:avLst/>
            </a:prstGeom>
            <a:noFill/>
            <a:ln w="12700">
              <a:solidFill>
                <a:schemeClr val="tx1"/>
              </a:solidFill>
              <a:round/>
            </a:ln>
          </p:spPr>
          <p:txBody>
            <a:bodyPr/>
            <a:lstStyle/>
            <a:p>
              <a:endParaRPr lang="en-US"/>
            </a:p>
          </p:txBody>
        </p:sp>
        <p:sp>
          <p:nvSpPr>
            <p:cNvPr id="52" name="Line 170"/>
            <p:cNvSpPr>
              <a:spLocks noChangeShapeType="1"/>
            </p:cNvSpPr>
            <p:nvPr/>
          </p:nvSpPr>
          <p:spPr bwMode="auto">
            <a:xfrm>
              <a:off x="999" y="2496"/>
              <a:ext cx="0" cy="272"/>
            </a:xfrm>
            <a:prstGeom prst="line">
              <a:avLst/>
            </a:prstGeom>
            <a:noFill/>
            <a:ln w="12700">
              <a:solidFill>
                <a:schemeClr val="tx1"/>
              </a:solidFill>
              <a:round/>
            </a:ln>
          </p:spPr>
          <p:txBody>
            <a:bodyPr/>
            <a:lstStyle/>
            <a:p>
              <a:endParaRPr lang="en-US"/>
            </a:p>
          </p:txBody>
        </p:sp>
        <p:sp>
          <p:nvSpPr>
            <p:cNvPr id="53" name="Line 171"/>
            <p:cNvSpPr>
              <a:spLocks noChangeShapeType="1"/>
            </p:cNvSpPr>
            <p:nvPr/>
          </p:nvSpPr>
          <p:spPr bwMode="auto">
            <a:xfrm>
              <a:off x="2647" y="2496"/>
              <a:ext cx="0" cy="272"/>
            </a:xfrm>
            <a:prstGeom prst="line">
              <a:avLst/>
            </a:prstGeom>
            <a:noFill/>
            <a:ln w="28575" cap="sq">
              <a:solidFill>
                <a:schemeClr val="tx1"/>
              </a:solidFill>
              <a:round/>
            </a:ln>
          </p:spPr>
          <p:txBody>
            <a:bodyPr/>
            <a:lstStyle/>
            <a:p>
              <a:endParaRPr lang="en-US"/>
            </a:p>
          </p:txBody>
        </p:sp>
        <p:sp>
          <p:nvSpPr>
            <p:cNvPr id="54" name="Line 172"/>
            <p:cNvSpPr>
              <a:spLocks noChangeShapeType="1"/>
            </p:cNvSpPr>
            <p:nvPr/>
          </p:nvSpPr>
          <p:spPr bwMode="auto">
            <a:xfrm>
              <a:off x="2441" y="2496"/>
              <a:ext cx="0" cy="272"/>
            </a:xfrm>
            <a:prstGeom prst="line">
              <a:avLst/>
            </a:prstGeom>
            <a:noFill/>
            <a:ln w="12700">
              <a:solidFill>
                <a:schemeClr val="tx1"/>
              </a:solidFill>
              <a:round/>
            </a:ln>
          </p:spPr>
          <p:txBody>
            <a:bodyPr/>
            <a:lstStyle/>
            <a:p>
              <a:endParaRPr lang="en-US"/>
            </a:p>
          </p:txBody>
        </p:sp>
        <p:sp>
          <p:nvSpPr>
            <p:cNvPr id="55" name="Line 173"/>
            <p:cNvSpPr>
              <a:spLocks noChangeShapeType="1"/>
            </p:cNvSpPr>
            <p:nvPr/>
          </p:nvSpPr>
          <p:spPr bwMode="auto">
            <a:xfrm>
              <a:off x="1205" y="2496"/>
              <a:ext cx="0" cy="272"/>
            </a:xfrm>
            <a:prstGeom prst="line">
              <a:avLst/>
            </a:prstGeom>
            <a:noFill/>
            <a:ln w="12700">
              <a:solidFill>
                <a:schemeClr val="tx1"/>
              </a:solidFill>
              <a:round/>
            </a:ln>
          </p:spPr>
          <p:txBody>
            <a:bodyPr/>
            <a:lstStyle/>
            <a:p>
              <a:endParaRPr lang="en-US"/>
            </a:p>
          </p:txBody>
        </p:sp>
        <p:sp>
          <p:nvSpPr>
            <p:cNvPr id="56" name="Line 174"/>
            <p:cNvSpPr>
              <a:spLocks noChangeShapeType="1"/>
            </p:cNvSpPr>
            <p:nvPr/>
          </p:nvSpPr>
          <p:spPr bwMode="auto">
            <a:xfrm>
              <a:off x="1411" y="2496"/>
              <a:ext cx="0" cy="272"/>
            </a:xfrm>
            <a:prstGeom prst="line">
              <a:avLst/>
            </a:prstGeom>
            <a:noFill/>
            <a:ln w="12700">
              <a:solidFill>
                <a:schemeClr val="tx1"/>
              </a:solidFill>
              <a:round/>
            </a:ln>
          </p:spPr>
          <p:txBody>
            <a:bodyPr/>
            <a:lstStyle/>
            <a:p>
              <a:endParaRPr lang="en-US"/>
            </a:p>
          </p:txBody>
        </p:sp>
        <p:sp>
          <p:nvSpPr>
            <p:cNvPr id="57" name="Line 175"/>
            <p:cNvSpPr>
              <a:spLocks noChangeShapeType="1"/>
            </p:cNvSpPr>
            <p:nvPr/>
          </p:nvSpPr>
          <p:spPr bwMode="auto">
            <a:xfrm>
              <a:off x="2235" y="2496"/>
              <a:ext cx="0" cy="272"/>
            </a:xfrm>
            <a:prstGeom prst="line">
              <a:avLst/>
            </a:prstGeom>
            <a:noFill/>
            <a:ln w="12700">
              <a:solidFill>
                <a:schemeClr val="tx1"/>
              </a:solidFill>
              <a:round/>
            </a:ln>
          </p:spPr>
          <p:txBody>
            <a:bodyPr/>
            <a:lstStyle/>
            <a:p>
              <a:endParaRPr lang="en-US"/>
            </a:p>
          </p:txBody>
        </p:sp>
        <p:sp>
          <p:nvSpPr>
            <p:cNvPr id="58" name="Line 176"/>
            <p:cNvSpPr>
              <a:spLocks noChangeShapeType="1"/>
            </p:cNvSpPr>
            <p:nvPr/>
          </p:nvSpPr>
          <p:spPr bwMode="auto">
            <a:xfrm>
              <a:off x="2029" y="2496"/>
              <a:ext cx="0" cy="272"/>
            </a:xfrm>
            <a:prstGeom prst="line">
              <a:avLst/>
            </a:prstGeom>
            <a:noFill/>
            <a:ln w="12700">
              <a:solidFill>
                <a:schemeClr val="tx1"/>
              </a:solidFill>
              <a:round/>
            </a:ln>
          </p:spPr>
          <p:txBody>
            <a:bodyPr/>
            <a:lstStyle/>
            <a:p>
              <a:endParaRPr lang="en-US"/>
            </a:p>
          </p:txBody>
        </p:sp>
        <p:sp>
          <p:nvSpPr>
            <p:cNvPr id="59" name="Line 177"/>
            <p:cNvSpPr>
              <a:spLocks noChangeShapeType="1"/>
            </p:cNvSpPr>
            <p:nvPr/>
          </p:nvSpPr>
          <p:spPr bwMode="auto">
            <a:xfrm>
              <a:off x="1823" y="2496"/>
              <a:ext cx="0" cy="272"/>
            </a:xfrm>
            <a:prstGeom prst="line">
              <a:avLst/>
            </a:prstGeom>
            <a:noFill/>
            <a:ln w="12700">
              <a:solidFill>
                <a:schemeClr val="tx1"/>
              </a:solidFill>
              <a:round/>
            </a:ln>
          </p:spPr>
          <p:txBody>
            <a:bodyPr/>
            <a:lstStyle/>
            <a:p>
              <a:endParaRPr lang="en-US"/>
            </a:p>
          </p:txBody>
        </p:sp>
        <p:sp>
          <p:nvSpPr>
            <p:cNvPr id="60" name="Line 178"/>
            <p:cNvSpPr>
              <a:spLocks noChangeShapeType="1"/>
            </p:cNvSpPr>
            <p:nvPr/>
          </p:nvSpPr>
          <p:spPr bwMode="auto">
            <a:xfrm>
              <a:off x="1617" y="2496"/>
              <a:ext cx="0" cy="272"/>
            </a:xfrm>
            <a:prstGeom prst="line">
              <a:avLst/>
            </a:prstGeom>
            <a:noFill/>
            <a:ln w="12700">
              <a:solidFill>
                <a:schemeClr val="tx1"/>
              </a:solidFill>
              <a:round/>
            </a:ln>
          </p:spPr>
          <p:txBody>
            <a:bodyPr/>
            <a:lstStyle/>
            <a:p>
              <a:endParaRPr lang="en-US"/>
            </a:p>
          </p:txBody>
        </p:sp>
        <p:sp>
          <p:nvSpPr>
            <p:cNvPr id="61" name="Line 179"/>
            <p:cNvSpPr>
              <a:spLocks noChangeShapeType="1"/>
            </p:cNvSpPr>
            <p:nvPr/>
          </p:nvSpPr>
          <p:spPr bwMode="auto">
            <a:xfrm>
              <a:off x="202" y="2496"/>
              <a:ext cx="384" cy="0"/>
            </a:xfrm>
            <a:prstGeom prst="line">
              <a:avLst/>
            </a:prstGeom>
            <a:noFill/>
            <a:ln w="9525">
              <a:solidFill>
                <a:schemeClr val="tx1"/>
              </a:solidFill>
              <a:round/>
            </a:ln>
          </p:spPr>
          <p:txBody>
            <a:bodyPr wrap="none" anchor="ctr"/>
            <a:lstStyle/>
            <a:p>
              <a:endParaRPr lang="en-US"/>
            </a:p>
          </p:txBody>
        </p:sp>
        <p:sp>
          <p:nvSpPr>
            <p:cNvPr id="62" name="Line 180"/>
            <p:cNvSpPr>
              <a:spLocks noChangeShapeType="1"/>
            </p:cNvSpPr>
            <p:nvPr/>
          </p:nvSpPr>
          <p:spPr bwMode="auto">
            <a:xfrm>
              <a:off x="202" y="2784"/>
              <a:ext cx="384" cy="0"/>
            </a:xfrm>
            <a:prstGeom prst="line">
              <a:avLst/>
            </a:prstGeom>
            <a:noFill/>
            <a:ln w="9525">
              <a:solidFill>
                <a:schemeClr val="tx1"/>
              </a:solidFill>
              <a:round/>
            </a:ln>
          </p:spPr>
          <p:txBody>
            <a:bodyPr wrap="none" anchor="ctr"/>
            <a:lstStyle/>
            <a:p>
              <a:endParaRPr lang="en-US"/>
            </a:p>
          </p:txBody>
        </p:sp>
        <p:sp>
          <p:nvSpPr>
            <p:cNvPr id="63" name="Line 181"/>
            <p:cNvSpPr>
              <a:spLocks noChangeShapeType="1"/>
            </p:cNvSpPr>
            <p:nvPr/>
          </p:nvSpPr>
          <p:spPr bwMode="auto">
            <a:xfrm>
              <a:off x="2650" y="2496"/>
              <a:ext cx="384" cy="0"/>
            </a:xfrm>
            <a:prstGeom prst="line">
              <a:avLst/>
            </a:prstGeom>
            <a:noFill/>
            <a:ln w="9525">
              <a:solidFill>
                <a:schemeClr val="tx1"/>
              </a:solidFill>
              <a:round/>
            </a:ln>
          </p:spPr>
          <p:txBody>
            <a:bodyPr wrap="none" anchor="ctr"/>
            <a:lstStyle/>
            <a:p>
              <a:endParaRPr lang="en-US"/>
            </a:p>
          </p:txBody>
        </p:sp>
        <p:sp>
          <p:nvSpPr>
            <p:cNvPr id="64" name="Line 182"/>
            <p:cNvSpPr>
              <a:spLocks noChangeShapeType="1"/>
            </p:cNvSpPr>
            <p:nvPr/>
          </p:nvSpPr>
          <p:spPr bwMode="auto">
            <a:xfrm>
              <a:off x="2640" y="2736"/>
              <a:ext cx="394" cy="0"/>
            </a:xfrm>
            <a:prstGeom prst="line">
              <a:avLst/>
            </a:prstGeom>
            <a:noFill/>
            <a:ln w="9525">
              <a:solidFill>
                <a:schemeClr val="tx1"/>
              </a:solidFill>
              <a:round/>
            </a:ln>
          </p:spPr>
          <p:txBody>
            <a:bodyPr wrap="none" anchor="ctr"/>
            <a:lstStyle/>
            <a:p>
              <a:endParaRPr lang="en-US"/>
            </a:p>
          </p:txBody>
        </p:sp>
        <p:sp>
          <p:nvSpPr>
            <p:cNvPr id="65" name="Text Box 183"/>
            <p:cNvSpPr txBox="1">
              <a:spLocks noChangeArrowheads="1"/>
            </p:cNvSpPr>
            <p:nvPr/>
          </p:nvSpPr>
          <p:spPr bwMode="auto">
            <a:xfrm>
              <a:off x="284" y="2549"/>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66" name="Text Box 184"/>
            <p:cNvSpPr txBox="1">
              <a:spLocks noChangeArrowheads="1"/>
            </p:cNvSpPr>
            <p:nvPr/>
          </p:nvSpPr>
          <p:spPr bwMode="auto">
            <a:xfrm>
              <a:off x="2710" y="2525"/>
              <a:ext cx="244" cy="212"/>
            </a:xfrm>
            <a:prstGeom prst="rect">
              <a:avLst/>
            </a:prstGeom>
            <a:noFill/>
            <a:ln w="9525">
              <a:noFill/>
              <a:miter lim="800000"/>
            </a:ln>
          </p:spPr>
          <p:txBody>
            <a:bodyPr wrap="none">
              <a:spAutoFit/>
            </a:bodyPr>
            <a:lstStyle/>
            <a:p>
              <a:r>
                <a:rPr lang="en-US" sz="1600"/>
                <a:t>…</a:t>
              </a:r>
              <a:endParaRPr lang="en-US" sz="1600"/>
            </a:p>
          </p:txBody>
        </p:sp>
      </p:grpSp>
      <p:sp>
        <p:nvSpPr>
          <p:cNvPr id="67" name="Text Box 213"/>
          <p:cNvSpPr txBox="1">
            <a:spLocks noChangeArrowheads="1"/>
          </p:cNvSpPr>
          <p:nvPr/>
        </p:nvSpPr>
        <p:spPr bwMode="auto">
          <a:xfrm>
            <a:off x="120510" y="4807838"/>
            <a:ext cx="387350" cy="336550"/>
          </a:xfrm>
          <a:prstGeom prst="rect">
            <a:avLst/>
          </a:prstGeom>
          <a:noFill/>
          <a:ln w="9525">
            <a:noFill/>
            <a:miter lim="800000"/>
          </a:ln>
        </p:spPr>
        <p:txBody>
          <a:bodyPr wrap="none">
            <a:spAutoFit/>
          </a:bodyPr>
          <a:lstStyle/>
          <a:p>
            <a:r>
              <a:rPr lang="en-US" sz="1600"/>
              <a:t>…</a:t>
            </a:r>
            <a:endParaRPr lang="en-US" sz="1600"/>
          </a:p>
        </p:txBody>
      </p:sp>
      <p:grpSp>
        <p:nvGrpSpPr>
          <p:cNvPr id="68" name="Group 373"/>
          <p:cNvGrpSpPr/>
          <p:nvPr/>
        </p:nvGrpSpPr>
        <p:grpSpPr bwMode="auto">
          <a:xfrm>
            <a:off x="9385" y="4724400"/>
            <a:ext cx="4495800" cy="457200"/>
            <a:chOff x="202" y="2976"/>
            <a:chExt cx="2832" cy="288"/>
          </a:xfrm>
        </p:grpSpPr>
        <p:sp>
          <p:nvSpPr>
            <p:cNvPr id="69" name="Rectangle 186"/>
            <p:cNvSpPr>
              <a:spLocks noChangeArrowheads="1"/>
            </p:cNvSpPr>
            <p:nvPr/>
          </p:nvSpPr>
          <p:spPr bwMode="auto">
            <a:xfrm>
              <a:off x="141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0" name="Rectangle 187"/>
            <p:cNvSpPr>
              <a:spLocks noChangeArrowheads="1"/>
            </p:cNvSpPr>
            <p:nvPr/>
          </p:nvSpPr>
          <p:spPr bwMode="auto">
            <a:xfrm>
              <a:off x="1617"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p>
          </p:txBody>
        </p:sp>
        <p:sp>
          <p:nvSpPr>
            <p:cNvPr id="71" name="Rectangle 188"/>
            <p:cNvSpPr>
              <a:spLocks noChangeArrowheads="1"/>
            </p:cNvSpPr>
            <p:nvPr/>
          </p:nvSpPr>
          <p:spPr bwMode="auto">
            <a:xfrm>
              <a:off x="182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2" name="Rectangle 189"/>
            <p:cNvSpPr>
              <a:spLocks noChangeArrowheads="1"/>
            </p:cNvSpPr>
            <p:nvPr/>
          </p:nvSpPr>
          <p:spPr bwMode="auto">
            <a:xfrm>
              <a:off x="202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73" name="Rectangle 190"/>
            <p:cNvSpPr>
              <a:spLocks noChangeArrowheads="1"/>
            </p:cNvSpPr>
            <p:nvPr/>
          </p:nvSpPr>
          <p:spPr bwMode="auto">
            <a:xfrm>
              <a:off x="120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74" name="Rectangle 191"/>
            <p:cNvSpPr>
              <a:spLocks noChangeArrowheads="1"/>
            </p:cNvSpPr>
            <p:nvPr/>
          </p:nvSpPr>
          <p:spPr bwMode="auto">
            <a:xfrm>
              <a:off x="999"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75" name="Rectangle 192"/>
            <p:cNvSpPr>
              <a:spLocks noChangeArrowheads="1"/>
            </p:cNvSpPr>
            <p:nvPr/>
          </p:nvSpPr>
          <p:spPr bwMode="auto">
            <a:xfrm>
              <a:off x="2235"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6" name="Rectangle 193"/>
            <p:cNvSpPr>
              <a:spLocks noChangeArrowheads="1"/>
            </p:cNvSpPr>
            <p:nvPr/>
          </p:nvSpPr>
          <p:spPr bwMode="auto">
            <a:xfrm>
              <a:off x="2441"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7" name="Rectangle 194"/>
            <p:cNvSpPr>
              <a:spLocks noChangeArrowheads="1"/>
            </p:cNvSpPr>
            <p:nvPr/>
          </p:nvSpPr>
          <p:spPr bwMode="auto">
            <a:xfrm>
              <a:off x="793" y="297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8" name="Rectangle 195"/>
            <p:cNvSpPr>
              <a:spLocks noChangeArrowheads="1"/>
            </p:cNvSpPr>
            <p:nvPr/>
          </p:nvSpPr>
          <p:spPr bwMode="auto">
            <a:xfrm>
              <a:off x="586" y="297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79" name="Line 196"/>
            <p:cNvSpPr>
              <a:spLocks noChangeShapeType="1"/>
            </p:cNvSpPr>
            <p:nvPr/>
          </p:nvSpPr>
          <p:spPr bwMode="auto">
            <a:xfrm>
              <a:off x="586" y="2976"/>
              <a:ext cx="2061" cy="0"/>
            </a:xfrm>
            <a:prstGeom prst="line">
              <a:avLst/>
            </a:prstGeom>
            <a:noFill/>
            <a:ln w="28575" cap="sq">
              <a:solidFill>
                <a:schemeClr val="tx1"/>
              </a:solidFill>
              <a:round/>
            </a:ln>
          </p:spPr>
          <p:txBody>
            <a:bodyPr/>
            <a:lstStyle/>
            <a:p>
              <a:endParaRPr lang="en-US"/>
            </a:p>
          </p:txBody>
        </p:sp>
        <p:sp>
          <p:nvSpPr>
            <p:cNvPr id="80" name="Line 197"/>
            <p:cNvSpPr>
              <a:spLocks noChangeShapeType="1"/>
            </p:cNvSpPr>
            <p:nvPr/>
          </p:nvSpPr>
          <p:spPr bwMode="auto">
            <a:xfrm>
              <a:off x="586" y="3248"/>
              <a:ext cx="2061" cy="0"/>
            </a:xfrm>
            <a:prstGeom prst="line">
              <a:avLst/>
            </a:prstGeom>
            <a:noFill/>
            <a:ln w="28575" cap="sq">
              <a:solidFill>
                <a:schemeClr val="tx1"/>
              </a:solidFill>
              <a:round/>
            </a:ln>
          </p:spPr>
          <p:txBody>
            <a:bodyPr/>
            <a:lstStyle/>
            <a:p>
              <a:endParaRPr lang="en-US"/>
            </a:p>
          </p:txBody>
        </p:sp>
        <p:sp>
          <p:nvSpPr>
            <p:cNvPr id="81" name="Line 198"/>
            <p:cNvSpPr>
              <a:spLocks noChangeShapeType="1"/>
            </p:cNvSpPr>
            <p:nvPr/>
          </p:nvSpPr>
          <p:spPr bwMode="auto">
            <a:xfrm>
              <a:off x="586" y="2976"/>
              <a:ext cx="0" cy="272"/>
            </a:xfrm>
            <a:prstGeom prst="line">
              <a:avLst/>
            </a:prstGeom>
            <a:noFill/>
            <a:ln w="28575" cap="sq">
              <a:solidFill>
                <a:schemeClr val="tx1"/>
              </a:solidFill>
              <a:round/>
            </a:ln>
          </p:spPr>
          <p:txBody>
            <a:bodyPr/>
            <a:lstStyle/>
            <a:p>
              <a:endParaRPr lang="en-US"/>
            </a:p>
          </p:txBody>
        </p:sp>
        <p:sp>
          <p:nvSpPr>
            <p:cNvPr id="82" name="Line 199"/>
            <p:cNvSpPr>
              <a:spLocks noChangeShapeType="1"/>
            </p:cNvSpPr>
            <p:nvPr/>
          </p:nvSpPr>
          <p:spPr bwMode="auto">
            <a:xfrm>
              <a:off x="793" y="2976"/>
              <a:ext cx="0" cy="272"/>
            </a:xfrm>
            <a:prstGeom prst="line">
              <a:avLst/>
            </a:prstGeom>
            <a:noFill/>
            <a:ln w="12700">
              <a:solidFill>
                <a:schemeClr val="tx1"/>
              </a:solidFill>
              <a:round/>
            </a:ln>
          </p:spPr>
          <p:txBody>
            <a:bodyPr/>
            <a:lstStyle/>
            <a:p>
              <a:endParaRPr lang="en-US"/>
            </a:p>
          </p:txBody>
        </p:sp>
        <p:sp>
          <p:nvSpPr>
            <p:cNvPr id="83" name="Line 200"/>
            <p:cNvSpPr>
              <a:spLocks noChangeShapeType="1"/>
            </p:cNvSpPr>
            <p:nvPr/>
          </p:nvSpPr>
          <p:spPr bwMode="auto">
            <a:xfrm>
              <a:off x="999" y="2976"/>
              <a:ext cx="0" cy="272"/>
            </a:xfrm>
            <a:prstGeom prst="line">
              <a:avLst/>
            </a:prstGeom>
            <a:noFill/>
            <a:ln w="12700">
              <a:solidFill>
                <a:schemeClr val="tx1"/>
              </a:solidFill>
              <a:round/>
            </a:ln>
          </p:spPr>
          <p:txBody>
            <a:bodyPr/>
            <a:lstStyle/>
            <a:p>
              <a:endParaRPr lang="en-US"/>
            </a:p>
          </p:txBody>
        </p:sp>
        <p:sp>
          <p:nvSpPr>
            <p:cNvPr id="84" name="Line 201"/>
            <p:cNvSpPr>
              <a:spLocks noChangeShapeType="1"/>
            </p:cNvSpPr>
            <p:nvPr/>
          </p:nvSpPr>
          <p:spPr bwMode="auto">
            <a:xfrm>
              <a:off x="2647" y="2976"/>
              <a:ext cx="0" cy="272"/>
            </a:xfrm>
            <a:prstGeom prst="line">
              <a:avLst/>
            </a:prstGeom>
            <a:noFill/>
            <a:ln w="28575" cap="sq">
              <a:solidFill>
                <a:schemeClr val="tx1"/>
              </a:solidFill>
              <a:round/>
            </a:ln>
          </p:spPr>
          <p:txBody>
            <a:bodyPr/>
            <a:lstStyle/>
            <a:p>
              <a:endParaRPr lang="en-US"/>
            </a:p>
          </p:txBody>
        </p:sp>
        <p:sp>
          <p:nvSpPr>
            <p:cNvPr id="85" name="Line 202"/>
            <p:cNvSpPr>
              <a:spLocks noChangeShapeType="1"/>
            </p:cNvSpPr>
            <p:nvPr/>
          </p:nvSpPr>
          <p:spPr bwMode="auto">
            <a:xfrm>
              <a:off x="2441" y="2976"/>
              <a:ext cx="0" cy="272"/>
            </a:xfrm>
            <a:prstGeom prst="line">
              <a:avLst/>
            </a:prstGeom>
            <a:noFill/>
            <a:ln w="12700">
              <a:solidFill>
                <a:schemeClr val="tx1"/>
              </a:solidFill>
              <a:round/>
            </a:ln>
          </p:spPr>
          <p:txBody>
            <a:bodyPr/>
            <a:lstStyle/>
            <a:p>
              <a:endParaRPr lang="en-US"/>
            </a:p>
          </p:txBody>
        </p:sp>
        <p:sp>
          <p:nvSpPr>
            <p:cNvPr id="86" name="Line 203"/>
            <p:cNvSpPr>
              <a:spLocks noChangeShapeType="1"/>
            </p:cNvSpPr>
            <p:nvPr/>
          </p:nvSpPr>
          <p:spPr bwMode="auto">
            <a:xfrm>
              <a:off x="1205" y="2976"/>
              <a:ext cx="0" cy="272"/>
            </a:xfrm>
            <a:prstGeom prst="line">
              <a:avLst/>
            </a:prstGeom>
            <a:noFill/>
            <a:ln w="12700">
              <a:solidFill>
                <a:schemeClr val="tx1"/>
              </a:solidFill>
              <a:round/>
            </a:ln>
          </p:spPr>
          <p:txBody>
            <a:bodyPr/>
            <a:lstStyle/>
            <a:p>
              <a:endParaRPr lang="en-US"/>
            </a:p>
          </p:txBody>
        </p:sp>
        <p:sp>
          <p:nvSpPr>
            <p:cNvPr id="87" name="Line 204"/>
            <p:cNvSpPr>
              <a:spLocks noChangeShapeType="1"/>
            </p:cNvSpPr>
            <p:nvPr/>
          </p:nvSpPr>
          <p:spPr bwMode="auto">
            <a:xfrm>
              <a:off x="1411" y="2976"/>
              <a:ext cx="0" cy="272"/>
            </a:xfrm>
            <a:prstGeom prst="line">
              <a:avLst/>
            </a:prstGeom>
            <a:noFill/>
            <a:ln w="12700">
              <a:solidFill>
                <a:schemeClr val="tx1"/>
              </a:solidFill>
              <a:round/>
            </a:ln>
          </p:spPr>
          <p:txBody>
            <a:bodyPr/>
            <a:lstStyle/>
            <a:p>
              <a:endParaRPr lang="en-US"/>
            </a:p>
          </p:txBody>
        </p:sp>
        <p:sp>
          <p:nvSpPr>
            <p:cNvPr id="88" name="Line 205"/>
            <p:cNvSpPr>
              <a:spLocks noChangeShapeType="1"/>
            </p:cNvSpPr>
            <p:nvPr/>
          </p:nvSpPr>
          <p:spPr bwMode="auto">
            <a:xfrm>
              <a:off x="2235" y="2976"/>
              <a:ext cx="0" cy="272"/>
            </a:xfrm>
            <a:prstGeom prst="line">
              <a:avLst/>
            </a:prstGeom>
            <a:noFill/>
            <a:ln w="12700">
              <a:solidFill>
                <a:schemeClr val="tx1"/>
              </a:solidFill>
              <a:round/>
            </a:ln>
          </p:spPr>
          <p:txBody>
            <a:bodyPr/>
            <a:lstStyle/>
            <a:p>
              <a:endParaRPr lang="en-US"/>
            </a:p>
          </p:txBody>
        </p:sp>
        <p:sp>
          <p:nvSpPr>
            <p:cNvPr id="89" name="Line 206"/>
            <p:cNvSpPr>
              <a:spLocks noChangeShapeType="1"/>
            </p:cNvSpPr>
            <p:nvPr/>
          </p:nvSpPr>
          <p:spPr bwMode="auto">
            <a:xfrm>
              <a:off x="2029" y="2976"/>
              <a:ext cx="0" cy="272"/>
            </a:xfrm>
            <a:prstGeom prst="line">
              <a:avLst/>
            </a:prstGeom>
            <a:noFill/>
            <a:ln w="12700">
              <a:solidFill>
                <a:schemeClr val="tx1"/>
              </a:solidFill>
              <a:round/>
            </a:ln>
          </p:spPr>
          <p:txBody>
            <a:bodyPr/>
            <a:lstStyle/>
            <a:p>
              <a:endParaRPr lang="en-US"/>
            </a:p>
          </p:txBody>
        </p:sp>
        <p:sp>
          <p:nvSpPr>
            <p:cNvPr id="90" name="Line 207"/>
            <p:cNvSpPr>
              <a:spLocks noChangeShapeType="1"/>
            </p:cNvSpPr>
            <p:nvPr/>
          </p:nvSpPr>
          <p:spPr bwMode="auto">
            <a:xfrm>
              <a:off x="1823" y="2976"/>
              <a:ext cx="0" cy="272"/>
            </a:xfrm>
            <a:prstGeom prst="line">
              <a:avLst/>
            </a:prstGeom>
            <a:noFill/>
            <a:ln w="12700">
              <a:solidFill>
                <a:schemeClr val="tx1"/>
              </a:solidFill>
              <a:round/>
            </a:ln>
          </p:spPr>
          <p:txBody>
            <a:bodyPr/>
            <a:lstStyle/>
            <a:p>
              <a:endParaRPr lang="en-US"/>
            </a:p>
          </p:txBody>
        </p:sp>
        <p:sp>
          <p:nvSpPr>
            <p:cNvPr id="91" name="Line 208"/>
            <p:cNvSpPr>
              <a:spLocks noChangeShapeType="1"/>
            </p:cNvSpPr>
            <p:nvPr/>
          </p:nvSpPr>
          <p:spPr bwMode="auto">
            <a:xfrm>
              <a:off x="1617" y="2976"/>
              <a:ext cx="0" cy="272"/>
            </a:xfrm>
            <a:prstGeom prst="line">
              <a:avLst/>
            </a:prstGeom>
            <a:noFill/>
            <a:ln w="12700">
              <a:solidFill>
                <a:schemeClr val="tx1"/>
              </a:solidFill>
              <a:round/>
            </a:ln>
          </p:spPr>
          <p:txBody>
            <a:bodyPr/>
            <a:lstStyle/>
            <a:p>
              <a:endParaRPr lang="en-US"/>
            </a:p>
          </p:txBody>
        </p:sp>
        <p:sp>
          <p:nvSpPr>
            <p:cNvPr id="92" name="Line 209"/>
            <p:cNvSpPr>
              <a:spLocks noChangeShapeType="1"/>
            </p:cNvSpPr>
            <p:nvPr/>
          </p:nvSpPr>
          <p:spPr bwMode="auto">
            <a:xfrm>
              <a:off x="202" y="2976"/>
              <a:ext cx="384" cy="0"/>
            </a:xfrm>
            <a:prstGeom prst="line">
              <a:avLst/>
            </a:prstGeom>
            <a:noFill/>
            <a:ln w="9525">
              <a:solidFill>
                <a:schemeClr val="tx1"/>
              </a:solidFill>
              <a:round/>
            </a:ln>
          </p:spPr>
          <p:txBody>
            <a:bodyPr wrap="none" anchor="ctr"/>
            <a:lstStyle/>
            <a:p>
              <a:endParaRPr lang="en-US"/>
            </a:p>
          </p:txBody>
        </p:sp>
        <p:sp>
          <p:nvSpPr>
            <p:cNvPr id="93" name="Line 210"/>
            <p:cNvSpPr>
              <a:spLocks noChangeShapeType="1"/>
            </p:cNvSpPr>
            <p:nvPr/>
          </p:nvSpPr>
          <p:spPr bwMode="auto">
            <a:xfrm>
              <a:off x="202" y="3264"/>
              <a:ext cx="384" cy="0"/>
            </a:xfrm>
            <a:prstGeom prst="line">
              <a:avLst/>
            </a:prstGeom>
            <a:noFill/>
            <a:ln w="9525">
              <a:solidFill>
                <a:schemeClr val="tx1"/>
              </a:solidFill>
              <a:round/>
            </a:ln>
          </p:spPr>
          <p:txBody>
            <a:bodyPr wrap="none" anchor="ctr"/>
            <a:lstStyle/>
            <a:p>
              <a:endParaRPr lang="en-US"/>
            </a:p>
          </p:txBody>
        </p:sp>
        <p:sp>
          <p:nvSpPr>
            <p:cNvPr id="94" name="Line 211"/>
            <p:cNvSpPr>
              <a:spLocks noChangeShapeType="1"/>
            </p:cNvSpPr>
            <p:nvPr/>
          </p:nvSpPr>
          <p:spPr bwMode="auto">
            <a:xfrm>
              <a:off x="2650" y="2976"/>
              <a:ext cx="384" cy="0"/>
            </a:xfrm>
            <a:prstGeom prst="line">
              <a:avLst/>
            </a:prstGeom>
            <a:noFill/>
            <a:ln w="9525">
              <a:solidFill>
                <a:schemeClr val="tx1"/>
              </a:solidFill>
              <a:round/>
            </a:ln>
          </p:spPr>
          <p:txBody>
            <a:bodyPr wrap="none" anchor="ctr"/>
            <a:lstStyle/>
            <a:p>
              <a:endParaRPr lang="en-US"/>
            </a:p>
          </p:txBody>
        </p:sp>
        <p:sp>
          <p:nvSpPr>
            <p:cNvPr id="95" name="Line 212"/>
            <p:cNvSpPr>
              <a:spLocks noChangeShapeType="1"/>
            </p:cNvSpPr>
            <p:nvPr/>
          </p:nvSpPr>
          <p:spPr bwMode="auto">
            <a:xfrm>
              <a:off x="2650" y="3216"/>
              <a:ext cx="384" cy="0"/>
            </a:xfrm>
            <a:prstGeom prst="line">
              <a:avLst/>
            </a:prstGeom>
            <a:noFill/>
            <a:ln w="9525">
              <a:solidFill>
                <a:schemeClr val="tx1"/>
              </a:solidFill>
              <a:round/>
            </a:ln>
          </p:spPr>
          <p:txBody>
            <a:bodyPr wrap="none" anchor="ctr"/>
            <a:lstStyle/>
            <a:p>
              <a:endParaRPr lang="en-US"/>
            </a:p>
          </p:txBody>
        </p:sp>
        <p:sp>
          <p:nvSpPr>
            <p:cNvPr id="96" name="Text Box 214"/>
            <p:cNvSpPr txBox="1">
              <a:spLocks noChangeArrowheads="1"/>
            </p:cNvSpPr>
            <p:nvPr/>
          </p:nvSpPr>
          <p:spPr bwMode="auto">
            <a:xfrm>
              <a:off x="2710" y="300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97" name="Group 374"/>
          <p:cNvGrpSpPr/>
          <p:nvPr/>
        </p:nvGrpSpPr>
        <p:grpSpPr bwMode="auto">
          <a:xfrm>
            <a:off x="-6490" y="5486400"/>
            <a:ext cx="4495800" cy="457200"/>
            <a:chOff x="192" y="3456"/>
            <a:chExt cx="2832" cy="288"/>
          </a:xfrm>
        </p:grpSpPr>
        <p:sp>
          <p:nvSpPr>
            <p:cNvPr id="98" name="Rectangle 216"/>
            <p:cNvSpPr>
              <a:spLocks noChangeArrowheads="1"/>
            </p:cNvSpPr>
            <p:nvPr/>
          </p:nvSpPr>
          <p:spPr bwMode="auto">
            <a:xfrm>
              <a:off x="140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99" name="Rectangle 217"/>
            <p:cNvSpPr>
              <a:spLocks noChangeArrowheads="1"/>
            </p:cNvSpPr>
            <p:nvPr/>
          </p:nvSpPr>
          <p:spPr bwMode="auto">
            <a:xfrm>
              <a:off x="1607"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00" name="Rectangle 218"/>
            <p:cNvSpPr>
              <a:spLocks noChangeArrowheads="1"/>
            </p:cNvSpPr>
            <p:nvPr/>
          </p:nvSpPr>
          <p:spPr bwMode="auto">
            <a:xfrm>
              <a:off x="181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1" name="Rectangle 219"/>
            <p:cNvSpPr>
              <a:spLocks noChangeArrowheads="1"/>
            </p:cNvSpPr>
            <p:nvPr/>
          </p:nvSpPr>
          <p:spPr bwMode="auto">
            <a:xfrm>
              <a:off x="201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02" name="Rectangle 220"/>
            <p:cNvSpPr>
              <a:spLocks noChangeArrowheads="1"/>
            </p:cNvSpPr>
            <p:nvPr/>
          </p:nvSpPr>
          <p:spPr bwMode="auto">
            <a:xfrm>
              <a:off x="119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03" name="Rectangle 221"/>
            <p:cNvSpPr>
              <a:spLocks noChangeArrowheads="1"/>
            </p:cNvSpPr>
            <p:nvPr/>
          </p:nvSpPr>
          <p:spPr bwMode="auto">
            <a:xfrm>
              <a:off x="989"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04" name="Rectangle 222"/>
            <p:cNvSpPr>
              <a:spLocks noChangeArrowheads="1"/>
            </p:cNvSpPr>
            <p:nvPr/>
          </p:nvSpPr>
          <p:spPr bwMode="auto">
            <a:xfrm>
              <a:off x="2225"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5" name="Rectangle 223"/>
            <p:cNvSpPr>
              <a:spLocks noChangeArrowheads="1"/>
            </p:cNvSpPr>
            <p:nvPr/>
          </p:nvSpPr>
          <p:spPr bwMode="auto">
            <a:xfrm>
              <a:off x="2431"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6" name="Rectangle 224"/>
            <p:cNvSpPr>
              <a:spLocks noChangeArrowheads="1"/>
            </p:cNvSpPr>
            <p:nvPr/>
          </p:nvSpPr>
          <p:spPr bwMode="auto">
            <a:xfrm>
              <a:off x="783" y="345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7" name="Rectangle 225"/>
            <p:cNvSpPr>
              <a:spLocks noChangeArrowheads="1"/>
            </p:cNvSpPr>
            <p:nvPr/>
          </p:nvSpPr>
          <p:spPr bwMode="auto">
            <a:xfrm>
              <a:off x="576" y="345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08" name="Line 226"/>
            <p:cNvSpPr>
              <a:spLocks noChangeShapeType="1"/>
            </p:cNvSpPr>
            <p:nvPr/>
          </p:nvSpPr>
          <p:spPr bwMode="auto">
            <a:xfrm>
              <a:off x="576" y="3456"/>
              <a:ext cx="2061" cy="0"/>
            </a:xfrm>
            <a:prstGeom prst="line">
              <a:avLst/>
            </a:prstGeom>
            <a:noFill/>
            <a:ln w="28575" cap="sq">
              <a:solidFill>
                <a:schemeClr val="tx1"/>
              </a:solidFill>
              <a:round/>
            </a:ln>
          </p:spPr>
          <p:txBody>
            <a:bodyPr/>
            <a:lstStyle/>
            <a:p>
              <a:endParaRPr lang="en-US"/>
            </a:p>
          </p:txBody>
        </p:sp>
        <p:sp>
          <p:nvSpPr>
            <p:cNvPr id="109" name="Line 227"/>
            <p:cNvSpPr>
              <a:spLocks noChangeShapeType="1"/>
            </p:cNvSpPr>
            <p:nvPr/>
          </p:nvSpPr>
          <p:spPr bwMode="auto">
            <a:xfrm>
              <a:off x="576" y="3728"/>
              <a:ext cx="2061" cy="0"/>
            </a:xfrm>
            <a:prstGeom prst="line">
              <a:avLst/>
            </a:prstGeom>
            <a:noFill/>
            <a:ln w="28575" cap="sq">
              <a:solidFill>
                <a:schemeClr val="tx1"/>
              </a:solidFill>
              <a:round/>
            </a:ln>
          </p:spPr>
          <p:txBody>
            <a:bodyPr/>
            <a:lstStyle/>
            <a:p>
              <a:endParaRPr lang="en-US"/>
            </a:p>
          </p:txBody>
        </p:sp>
        <p:sp>
          <p:nvSpPr>
            <p:cNvPr id="110" name="Line 228"/>
            <p:cNvSpPr>
              <a:spLocks noChangeShapeType="1"/>
            </p:cNvSpPr>
            <p:nvPr/>
          </p:nvSpPr>
          <p:spPr bwMode="auto">
            <a:xfrm>
              <a:off x="576" y="3456"/>
              <a:ext cx="0" cy="272"/>
            </a:xfrm>
            <a:prstGeom prst="line">
              <a:avLst/>
            </a:prstGeom>
            <a:noFill/>
            <a:ln w="28575" cap="sq">
              <a:solidFill>
                <a:schemeClr val="tx1"/>
              </a:solidFill>
              <a:round/>
            </a:ln>
          </p:spPr>
          <p:txBody>
            <a:bodyPr/>
            <a:lstStyle/>
            <a:p>
              <a:endParaRPr lang="en-US"/>
            </a:p>
          </p:txBody>
        </p:sp>
        <p:sp>
          <p:nvSpPr>
            <p:cNvPr id="111" name="Line 229"/>
            <p:cNvSpPr>
              <a:spLocks noChangeShapeType="1"/>
            </p:cNvSpPr>
            <p:nvPr/>
          </p:nvSpPr>
          <p:spPr bwMode="auto">
            <a:xfrm>
              <a:off x="783" y="3456"/>
              <a:ext cx="0" cy="272"/>
            </a:xfrm>
            <a:prstGeom prst="line">
              <a:avLst/>
            </a:prstGeom>
            <a:noFill/>
            <a:ln w="12700">
              <a:solidFill>
                <a:schemeClr val="tx1"/>
              </a:solidFill>
              <a:round/>
            </a:ln>
          </p:spPr>
          <p:txBody>
            <a:bodyPr/>
            <a:lstStyle/>
            <a:p>
              <a:endParaRPr lang="en-US"/>
            </a:p>
          </p:txBody>
        </p:sp>
        <p:sp>
          <p:nvSpPr>
            <p:cNvPr id="112" name="Line 230"/>
            <p:cNvSpPr>
              <a:spLocks noChangeShapeType="1"/>
            </p:cNvSpPr>
            <p:nvPr/>
          </p:nvSpPr>
          <p:spPr bwMode="auto">
            <a:xfrm>
              <a:off x="989" y="3456"/>
              <a:ext cx="0" cy="272"/>
            </a:xfrm>
            <a:prstGeom prst="line">
              <a:avLst/>
            </a:prstGeom>
            <a:noFill/>
            <a:ln w="12700">
              <a:solidFill>
                <a:schemeClr val="tx1"/>
              </a:solidFill>
              <a:round/>
            </a:ln>
          </p:spPr>
          <p:txBody>
            <a:bodyPr/>
            <a:lstStyle/>
            <a:p>
              <a:endParaRPr lang="en-US"/>
            </a:p>
          </p:txBody>
        </p:sp>
        <p:sp>
          <p:nvSpPr>
            <p:cNvPr id="113" name="Line 231"/>
            <p:cNvSpPr>
              <a:spLocks noChangeShapeType="1"/>
            </p:cNvSpPr>
            <p:nvPr/>
          </p:nvSpPr>
          <p:spPr bwMode="auto">
            <a:xfrm>
              <a:off x="2637" y="3456"/>
              <a:ext cx="0" cy="272"/>
            </a:xfrm>
            <a:prstGeom prst="line">
              <a:avLst/>
            </a:prstGeom>
            <a:noFill/>
            <a:ln w="28575" cap="sq">
              <a:solidFill>
                <a:schemeClr val="tx1"/>
              </a:solidFill>
              <a:round/>
            </a:ln>
          </p:spPr>
          <p:txBody>
            <a:bodyPr/>
            <a:lstStyle/>
            <a:p>
              <a:endParaRPr lang="en-US"/>
            </a:p>
          </p:txBody>
        </p:sp>
        <p:sp>
          <p:nvSpPr>
            <p:cNvPr id="114" name="Line 232"/>
            <p:cNvSpPr>
              <a:spLocks noChangeShapeType="1"/>
            </p:cNvSpPr>
            <p:nvPr/>
          </p:nvSpPr>
          <p:spPr bwMode="auto">
            <a:xfrm>
              <a:off x="2431" y="3456"/>
              <a:ext cx="0" cy="272"/>
            </a:xfrm>
            <a:prstGeom prst="line">
              <a:avLst/>
            </a:prstGeom>
            <a:noFill/>
            <a:ln w="12700">
              <a:solidFill>
                <a:schemeClr val="tx1"/>
              </a:solidFill>
              <a:round/>
            </a:ln>
          </p:spPr>
          <p:txBody>
            <a:bodyPr/>
            <a:lstStyle/>
            <a:p>
              <a:endParaRPr lang="en-US"/>
            </a:p>
          </p:txBody>
        </p:sp>
        <p:sp>
          <p:nvSpPr>
            <p:cNvPr id="115" name="Line 233"/>
            <p:cNvSpPr>
              <a:spLocks noChangeShapeType="1"/>
            </p:cNvSpPr>
            <p:nvPr/>
          </p:nvSpPr>
          <p:spPr bwMode="auto">
            <a:xfrm>
              <a:off x="1195" y="3456"/>
              <a:ext cx="0" cy="272"/>
            </a:xfrm>
            <a:prstGeom prst="line">
              <a:avLst/>
            </a:prstGeom>
            <a:noFill/>
            <a:ln w="12700">
              <a:solidFill>
                <a:schemeClr val="tx1"/>
              </a:solidFill>
              <a:round/>
            </a:ln>
          </p:spPr>
          <p:txBody>
            <a:bodyPr/>
            <a:lstStyle/>
            <a:p>
              <a:endParaRPr lang="en-US"/>
            </a:p>
          </p:txBody>
        </p:sp>
        <p:sp>
          <p:nvSpPr>
            <p:cNvPr id="116" name="Line 234"/>
            <p:cNvSpPr>
              <a:spLocks noChangeShapeType="1"/>
            </p:cNvSpPr>
            <p:nvPr/>
          </p:nvSpPr>
          <p:spPr bwMode="auto">
            <a:xfrm>
              <a:off x="1401" y="3456"/>
              <a:ext cx="0" cy="272"/>
            </a:xfrm>
            <a:prstGeom prst="line">
              <a:avLst/>
            </a:prstGeom>
            <a:noFill/>
            <a:ln w="12700">
              <a:solidFill>
                <a:schemeClr val="tx1"/>
              </a:solidFill>
              <a:round/>
            </a:ln>
          </p:spPr>
          <p:txBody>
            <a:bodyPr/>
            <a:lstStyle/>
            <a:p>
              <a:endParaRPr lang="en-US"/>
            </a:p>
          </p:txBody>
        </p:sp>
        <p:sp>
          <p:nvSpPr>
            <p:cNvPr id="117" name="Line 235"/>
            <p:cNvSpPr>
              <a:spLocks noChangeShapeType="1"/>
            </p:cNvSpPr>
            <p:nvPr/>
          </p:nvSpPr>
          <p:spPr bwMode="auto">
            <a:xfrm>
              <a:off x="2225" y="3456"/>
              <a:ext cx="0" cy="272"/>
            </a:xfrm>
            <a:prstGeom prst="line">
              <a:avLst/>
            </a:prstGeom>
            <a:noFill/>
            <a:ln w="12700">
              <a:solidFill>
                <a:schemeClr val="tx1"/>
              </a:solidFill>
              <a:round/>
            </a:ln>
          </p:spPr>
          <p:txBody>
            <a:bodyPr/>
            <a:lstStyle/>
            <a:p>
              <a:endParaRPr lang="en-US"/>
            </a:p>
          </p:txBody>
        </p:sp>
        <p:sp>
          <p:nvSpPr>
            <p:cNvPr id="118" name="Line 236"/>
            <p:cNvSpPr>
              <a:spLocks noChangeShapeType="1"/>
            </p:cNvSpPr>
            <p:nvPr/>
          </p:nvSpPr>
          <p:spPr bwMode="auto">
            <a:xfrm>
              <a:off x="2019" y="3456"/>
              <a:ext cx="0" cy="272"/>
            </a:xfrm>
            <a:prstGeom prst="line">
              <a:avLst/>
            </a:prstGeom>
            <a:noFill/>
            <a:ln w="12700">
              <a:solidFill>
                <a:schemeClr val="tx1"/>
              </a:solidFill>
              <a:round/>
            </a:ln>
          </p:spPr>
          <p:txBody>
            <a:bodyPr/>
            <a:lstStyle/>
            <a:p>
              <a:endParaRPr lang="en-US"/>
            </a:p>
          </p:txBody>
        </p:sp>
        <p:sp>
          <p:nvSpPr>
            <p:cNvPr id="119" name="Line 237"/>
            <p:cNvSpPr>
              <a:spLocks noChangeShapeType="1"/>
            </p:cNvSpPr>
            <p:nvPr/>
          </p:nvSpPr>
          <p:spPr bwMode="auto">
            <a:xfrm>
              <a:off x="1813" y="3456"/>
              <a:ext cx="0" cy="272"/>
            </a:xfrm>
            <a:prstGeom prst="line">
              <a:avLst/>
            </a:prstGeom>
            <a:noFill/>
            <a:ln w="12700">
              <a:solidFill>
                <a:schemeClr val="tx1"/>
              </a:solidFill>
              <a:round/>
            </a:ln>
          </p:spPr>
          <p:txBody>
            <a:bodyPr/>
            <a:lstStyle/>
            <a:p>
              <a:endParaRPr lang="en-US"/>
            </a:p>
          </p:txBody>
        </p:sp>
        <p:sp>
          <p:nvSpPr>
            <p:cNvPr id="120" name="Line 238"/>
            <p:cNvSpPr>
              <a:spLocks noChangeShapeType="1"/>
            </p:cNvSpPr>
            <p:nvPr/>
          </p:nvSpPr>
          <p:spPr bwMode="auto">
            <a:xfrm>
              <a:off x="1607" y="3456"/>
              <a:ext cx="0" cy="272"/>
            </a:xfrm>
            <a:prstGeom prst="line">
              <a:avLst/>
            </a:prstGeom>
            <a:noFill/>
            <a:ln w="12700">
              <a:solidFill>
                <a:schemeClr val="tx1"/>
              </a:solidFill>
              <a:round/>
            </a:ln>
          </p:spPr>
          <p:txBody>
            <a:bodyPr/>
            <a:lstStyle/>
            <a:p>
              <a:endParaRPr lang="en-US"/>
            </a:p>
          </p:txBody>
        </p:sp>
        <p:sp>
          <p:nvSpPr>
            <p:cNvPr id="121" name="Line 239"/>
            <p:cNvSpPr>
              <a:spLocks noChangeShapeType="1"/>
            </p:cNvSpPr>
            <p:nvPr/>
          </p:nvSpPr>
          <p:spPr bwMode="auto">
            <a:xfrm>
              <a:off x="192" y="3456"/>
              <a:ext cx="384" cy="0"/>
            </a:xfrm>
            <a:prstGeom prst="line">
              <a:avLst/>
            </a:prstGeom>
            <a:noFill/>
            <a:ln w="9525">
              <a:solidFill>
                <a:schemeClr val="tx1"/>
              </a:solidFill>
              <a:round/>
            </a:ln>
          </p:spPr>
          <p:txBody>
            <a:bodyPr wrap="none" anchor="ctr"/>
            <a:lstStyle/>
            <a:p>
              <a:endParaRPr lang="en-US"/>
            </a:p>
          </p:txBody>
        </p:sp>
        <p:sp>
          <p:nvSpPr>
            <p:cNvPr id="122" name="Line 240"/>
            <p:cNvSpPr>
              <a:spLocks noChangeShapeType="1"/>
            </p:cNvSpPr>
            <p:nvPr/>
          </p:nvSpPr>
          <p:spPr bwMode="auto">
            <a:xfrm>
              <a:off x="192" y="3744"/>
              <a:ext cx="384" cy="0"/>
            </a:xfrm>
            <a:prstGeom prst="line">
              <a:avLst/>
            </a:prstGeom>
            <a:noFill/>
            <a:ln w="9525">
              <a:solidFill>
                <a:schemeClr val="tx1"/>
              </a:solidFill>
              <a:round/>
            </a:ln>
          </p:spPr>
          <p:txBody>
            <a:bodyPr wrap="none" anchor="ctr"/>
            <a:lstStyle/>
            <a:p>
              <a:endParaRPr lang="en-US"/>
            </a:p>
          </p:txBody>
        </p:sp>
        <p:sp>
          <p:nvSpPr>
            <p:cNvPr id="123" name="Line 241"/>
            <p:cNvSpPr>
              <a:spLocks noChangeShapeType="1"/>
            </p:cNvSpPr>
            <p:nvPr/>
          </p:nvSpPr>
          <p:spPr bwMode="auto">
            <a:xfrm>
              <a:off x="2640" y="3456"/>
              <a:ext cx="384" cy="0"/>
            </a:xfrm>
            <a:prstGeom prst="line">
              <a:avLst/>
            </a:prstGeom>
            <a:noFill/>
            <a:ln w="9525">
              <a:solidFill>
                <a:schemeClr val="tx1"/>
              </a:solidFill>
              <a:round/>
            </a:ln>
          </p:spPr>
          <p:txBody>
            <a:bodyPr wrap="none" anchor="ctr"/>
            <a:lstStyle/>
            <a:p>
              <a:endParaRPr lang="en-US"/>
            </a:p>
          </p:txBody>
        </p:sp>
        <p:sp>
          <p:nvSpPr>
            <p:cNvPr id="124" name="Line 242"/>
            <p:cNvSpPr>
              <a:spLocks noChangeShapeType="1"/>
            </p:cNvSpPr>
            <p:nvPr/>
          </p:nvSpPr>
          <p:spPr bwMode="auto">
            <a:xfrm>
              <a:off x="2640" y="3696"/>
              <a:ext cx="384" cy="0"/>
            </a:xfrm>
            <a:prstGeom prst="line">
              <a:avLst/>
            </a:prstGeom>
            <a:noFill/>
            <a:ln w="9525">
              <a:solidFill>
                <a:schemeClr val="tx1"/>
              </a:solidFill>
              <a:round/>
            </a:ln>
          </p:spPr>
          <p:txBody>
            <a:bodyPr wrap="none" anchor="ctr"/>
            <a:lstStyle/>
            <a:p>
              <a:endParaRPr lang="en-US"/>
            </a:p>
          </p:txBody>
        </p:sp>
        <p:sp>
          <p:nvSpPr>
            <p:cNvPr id="125" name="Text Box 243"/>
            <p:cNvSpPr txBox="1">
              <a:spLocks noChangeArrowheads="1"/>
            </p:cNvSpPr>
            <p:nvPr/>
          </p:nvSpPr>
          <p:spPr bwMode="auto">
            <a:xfrm>
              <a:off x="290" y="3485"/>
              <a:ext cx="244" cy="212"/>
            </a:xfrm>
            <a:prstGeom prst="rect">
              <a:avLst/>
            </a:prstGeom>
            <a:noFill/>
            <a:ln w="9525">
              <a:noFill/>
              <a:miter lim="800000"/>
            </a:ln>
          </p:spPr>
          <p:txBody>
            <a:bodyPr wrap="none">
              <a:spAutoFit/>
            </a:bodyPr>
            <a:lstStyle/>
            <a:p>
              <a:r>
                <a:rPr lang="en-US" sz="1600" dirty="0"/>
                <a:t>…</a:t>
              </a:r>
              <a:endParaRPr lang="en-US" sz="1600" dirty="0"/>
            </a:p>
          </p:txBody>
        </p:sp>
        <p:sp>
          <p:nvSpPr>
            <p:cNvPr id="126" name="Text Box 244"/>
            <p:cNvSpPr txBox="1">
              <a:spLocks noChangeArrowheads="1"/>
            </p:cNvSpPr>
            <p:nvPr/>
          </p:nvSpPr>
          <p:spPr bwMode="auto">
            <a:xfrm>
              <a:off x="2700" y="3485"/>
              <a:ext cx="244" cy="212"/>
            </a:xfrm>
            <a:prstGeom prst="rect">
              <a:avLst/>
            </a:prstGeom>
            <a:noFill/>
            <a:ln w="9525">
              <a:noFill/>
              <a:miter lim="800000"/>
            </a:ln>
          </p:spPr>
          <p:txBody>
            <a:bodyPr wrap="none">
              <a:spAutoFit/>
            </a:bodyPr>
            <a:lstStyle/>
            <a:p>
              <a:r>
                <a:rPr lang="en-US" sz="1600" dirty="0"/>
                <a:t>…</a:t>
              </a:r>
              <a:endParaRPr lang="en-US" sz="1600" dirty="0"/>
            </a:p>
          </p:txBody>
        </p:sp>
      </p:grpSp>
      <p:grpSp>
        <p:nvGrpSpPr>
          <p:cNvPr id="127" name="Group 375"/>
          <p:cNvGrpSpPr/>
          <p:nvPr/>
        </p:nvGrpSpPr>
        <p:grpSpPr bwMode="auto">
          <a:xfrm>
            <a:off x="4662207" y="3181351"/>
            <a:ext cx="4495800" cy="431800"/>
            <a:chOff x="3120" y="1968"/>
            <a:chExt cx="2832" cy="272"/>
          </a:xfrm>
        </p:grpSpPr>
        <p:sp>
          <p:nvSpPr>
            <p:cNvPr id="128" name="Rectangle 248"/>
            <p:cNvSpPr>
              <a:spLocks noChangeArrowheads="1"/>
            </p:cNvSpPr>
            <p:nvPr/>
          </p:nvSpPr>
          <p:spPr bwMode="auto">
            <a:xfrm>
              <a:off x="4329"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0</a:t>
              </a:r>
              <a:endParaRPr lang="en-US" sz="1600"/>
            </a:p>
          </p:txBody>
        </p:sp>
        <p:sp>
          <p:nvSpPr>
            <p:cNvPr id="129" name="Rectangle 249"/>
            <p:cNvSpPr>
              <a:spLocks noChangeArrowheads="1"/>
            </p:cNvSpPr>
            <p:nvPr/>
          </p:nvSpPr>
          <p:spPr bwMode="auto">
            <a:xfrm>
              <a:off x="4535"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30" name="Rectangle 250"/>
            <p:cNvSpPr>
              <a:spLocks noChangeArrowheads="1"/>
            </p:cNvSpPr>
            <p:nvPr/>
          </p:nvSpPr>
          <p:spPr bwMode="auto">
            <a:xfrm>
              <a:off x="4741"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31" name="Rectangle 251"/>
            <p:cNvSpPr>
              <a:spLocks noChangeArrowheads="1"/>
            </p:cNvSpPr>
            <p:nvPr/>
          </p:nvSpPr>
          <p:spPr bwMode="auto">
            <a:xfrm>
              <a:off x="4947"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32" name="Rectangle 252"/>
            <p:cNvSpPr>
              <a:spLocks noChangeArrowheads="1"/>
            </p:cNvSpPr>
            <p:nvPr/>
          </p:nvSpPr>
          <p:spPr bwMode="auto">
            <a:xfrm>
              <a:off x="4123"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33" name="Rectangle 253"/>
            <p:cNvSpPr>
              <a:spLocks noChangeArrowheads="1"/>
            </p:cNvSpPr>
            <p:nvPr/>
          </p:nvSpPr>
          <p:spPr bwMode="auto">
            <a:xfrm>
              <a:off x="3917"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34" name="Rectangle 254"/>
            <p:cNvSpPr>
              <a:spLocks noChangeArrowheads="1"/>
            </p:cNvSpPr>
            <p:nvPr/>
          </p:nvSpPr>
          <p:spPr bwMode="auto">
            <a:xfrm>
              <a:off x="5153"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5" name="Rectangle 255"/>
            <p:cNvSpPr>
              <a:spLocks noChangeArrowheads="1"/>
            </p:cNvSpPr>
            <p:nvPr/>
          </p:nvSpPr>
          <p:spPr bwMode="auto">
            <a:xfrm>
              <a:off x="5359"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6" name="Rectangle 256"/>
            <p:cNvSpPr>
              <a:spLocks noChangeArrowheads="1"/>
            </p:cNvSpPr>
            <p:nvPr/>
          </p:nvSpPr>
          <p:spPr bwMode="auto">
            <a:xfrm>
              <a:off x="3711" y="1968"/>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7" name="Rectangle 257"/>
            <p:cNvSpPr>
              <a:spLocks noChangeArrowheads="1"/>
            </p:cNvSpPr>
            <p:nvPr/>
          </p:nvSpPr>
          <p:spPr bwMode="auto">
            <a:xfrm>
              <a:off x="3504" y="1968"/>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38" name="Line 258"/>
            <p:cNvSpPr>
              <a:spLocks noChangeShapeType="1"/>
            </p:cNvSpPr>
            <p:nvPr/>
          </p:nvSpPr>
          <p:spPr bwMode="auto">
            <a:xfrm>
              <a:off x="3504" y="1968"/>
              <a:ext cx="2061" cy="0"/>
            </a:xfrm>
            <a:prstGeom prst="line">
              <a:avLst/>
            </a:prstGeom>
            <a:noFill/>
            <a:ln w="28575" cap="sq">
              <a:solidFill>
                <a:schemeClr val="tx1"/>
              </a:solidFill>
              <a:round/>
            </a:ln>
          </p:spPr>
          <p:txBody>
            <a:bodyPr/>
            <a:lstStyle/>
            <a:p>
              <a:endParaRPr lang="en-US"/>
            </a:p>
          </p:txBody>
        </p:sp>
        <p:sp>
          <p:nvSpPr>
            <p:cNvPr id="139" name="Line 259"/>
            <p:cNvSpPr>
              <a:spLocks noChangeShapeType="1"/>
            </p:cNvSpPr>
            <p:nvPr/>
          </p:nvSpPr>
          <p:spPr bwMode="auto">
            <a:xfrm>
              <a:off x="3504" y="2240"/>
              <a:ext cx="2061" cy="0"/>
            </a:xfrm>
            <a:prstGeom prst="line">
              <a:avLst/>
            </a:prstGeom>
            <a:noFill/>
            <a:ln w="28575" cap="sq">
              <a:solidFill>
                <a:schemeClr val="tx1"/>
              </a:solidFill>
              <a:round/>
            </a:ln>
          </p:spPr>
          <p:txBody>
            <a:bodyPr/>
            <a:lstStyle/>
            <a:p>
              <a:endParaRPr lang="en-US"/>
            </a:p>
          </p:txBody>
        </p:sp>
        <p:sp>
          <p:nvSpPr>
            <p:cNvPr id="140" name="Line 260"/>
            <p:cNvSpPr>
              <a:spLocks noChangeShapeType="1"/>
            </p:cNvSpPr>
            <p:nvPr/>
          </p:nvSpPr>
          <p:spPr bwMode="auto">
            <a:xfrm>
              <a:off x="3504" y="1968"/>
              <a:ext cx="0" cy="272"/>
            </a:xfrm>
            <a:prstGeom prst="line">
              <a:avLst/>
            </a:prstGeom>
            <a:noFill/>
            <a:ln w="28575" cap="sq">
              <a:solidFill>
                <a:schemeClr val="tx1"/>
              </a:solidFill>
              <a:round/>
            </a:ln>
          </p:spPr>
          <p:txBody>
            <a:bodyPr/>
            <a:lstStyle/>
            <a:p>
              <a:endParaRPr lang="en-US"/>
            </a:p>
          </p:txBody>
        </p:sp>
        <p:sp>
          <p:nvSpPr>
            <p:cNvPr id="141" name="Line 261"/>
            <p:cNvSpPr>
              <a:spLocks noChangeShapeType="1"/>
            </p:cNvSpPr>
            <p:nvPr/>
          </p:nvSpPr>
          <p:spPr bwMode="auto">
            <a:xfrm>
              <a:off x="3711" y="1968"/>
              <a:ext cx="0" cy="272"/>
            </a:xfrm>
            <a:prstGeom prst="line">
              <a:avLst/>
            </a:prstGeom>
            <a:noFill/>
            <a:ln w="12700">
              <a:solidFill>
                <a:schemeClr val="tx1"/>
              </a:solidFill>
              <a:round/>
            </a:ln>
          </p:spPr>
          <p:txBody>
            <a:bodyPr/>
            <a:lstStyle/>
            <a:p>
              <a:endParaRPr lang="en-US"/>
            </a:p>
          </p:txBody>
        </p:sp>
        <p:sp>
          <p:nvSpPr>
            <p:cNvPr id="142" name="Line 262"/>
            <p:cNvSpPr>
              <a:spLocks noChangeShapeType="1"/>
            </p:cNvSpPr>
            <p:nvPr/>
          </p:nvSpPr>
          <p:spPr bwMode="auto">
            <a:xfrm>
              <a:off x="3917" y="1968"/>
              <a:ext cx="0" cy="272"/>
            </a:xfrm>
            <a:prstGeom prst="line">
              <a:avLst/>
            </a:prstGeom>
            <a:noFill/>
            <a:ln w="12700">
              <a:solidFill>
                <a:schemeClr val="tx1"/>
              </a:solidFill>
              <a:round/>
            </a:ln>
          </p:spPr>
          <p:txBody>
            <a:bodyPr/>
            <a:lstStyle/>
            <a:p>
              <a:endParaRPr lang="en-US"/>
            </a:p>
          </p:txBody>
        </p:sp>
        <p:sp>
          <p:nvSpPr>
            <p:cNvPr id="143" name="Line 263"/>
            <p:cNvSpPr>
              <a:spLocks noChangeShapeType="1"/>
            </p:cNvSpPr>
            <p:nvPr/>
          </p:nvSpPr>
          <p:spPr bwMode="auto">
            <a:xfrm>
              <a:off x="5565" y="1968"/>
              <a:ext cx="0" cy="272"/>
            </a:xfrm>
            <a:prstGeom prst="line">
              <a:avLst/>
            </a:prstGeom>
            <a:noFill/>
            <a:ln w="28575" cap="sq">
              <a:solidFill>
                <a:schemeClr val="tx1"/>
              </a:solidFill>
              <a:round/>
            </a:ln>
          </p:spPr>
          <p:txBody>
            <a:bodyPr/>
            <a:lstStyle/>
            <a:p>
              <a:endParaRPr lang="en-US"/>
            </a:p>
          </p:txBody>
        </p:sp>
        <p:sp>
          <p:nvSpPr>
            <p:cNvPr id="144" name="Line 264"/>
            <p:cNvSpPr>
              <a:spLocks noChangeShapeType="1"/>
            </p:cNvSpPr>
            <p:nvPr/>
          </p:nvSpPr>
          <p:spPr bwMode="auto">
            <a:xfrm>
              <a:off x="5359" y="1968"/>
              <a:ext cx="0" cy="272"/>
            </a:xfrm>
            <a:prstGeom prst="line">
              <a:avLst/>
            </a:prstGeom>
            <a:noFill/>
            <a:ln w="12700">
              <a:solidFill>
                <a:schemeClr val="tx1"/>
              </a:solidFill>
              <a:round/>
            </a:ln>
          </p:spPr>
          <p:txBody>
            <a:bodyPr/>
            <a:lstStyle/>
            <a:p>
              <a:endParaRPr lang="en-US"/>
            </a:p>
          </p:txBody>
        </p:sp>
        <p:sp>
          <p:nvSpPr>
            <p:cNvPr id="145" name="Line 265"/>
            <p:cNvSpPr>
              <a:spLocks noChangeShapeType="1"/>
            </p:cNvSpPr>
            <p:nvPr/>
          </p:nvSpPr>
          <p:spPr bwMode="auto">
            <a:xfrm>
              <a:off x="4123" y="1968"/>
              <a:ext cx="0" cy="272"/>
            </a:xfrm>
            <a:prstGeom prst="line">
              <a:avLst/>
            </a:prstGeom>
            <a:noFill/>
            <a:ln w="12700">
              <a:solidFill>
                <a:schemeClr val="tx1"/>
              </a:solidFill>
              <a:round/>
            </a:ln>
          </p:spPr>
          <p:txBody>
            <a:bodyPr/>
            <a:lstStyle/>
            <a:p>
              <a:endParaRPr lang="en-US"/>
            </a:p>
          </p:txBody>
        </p:sp>
        <p:sp>
          <p:nvSpPr>
            <p:cNvPr id="146" name="Line 266"/>
            <p:cNvSpPr>
              <a:spLocks noChangeShapeType="1"/>
            </p:cNvSpPr>
            <p:nvPr/>
          </p:nvSpPr>
          <p:spPr bwMode="auto">
            <a:xfrm>
              <a:off x="4329" y="1968"/>
              <a:ext cx="0" cy="272"/>
            </a:xfrm>
            <a:prstGeom prst="line">
              <a:avLst/>
            </a:prstGeom>
            <a:noFill/>
            <a:ln w="12700">
              <a:solidFill>
                <a:schemeClr val="tx1"/>
              </a:solidFill>
              <a:round/>
            </a:ln>
          </p:spPr>
          <p:txBody>
            <a:bodyPr/>
            <a:lstStyle/>
            <a:p>
              <a:endParaRPr lang="en-US"/>
            </a:p>
          </p:txBody>
        </p:sp>
        <p:sp>
          <p:nvSpPr>
            <p:cNvPr id="147" name="Line 267"/>
            <p:cNvSpPr>
              <a:spLocks noChangeShapeType="1"/>
            </p:cNvSpPr>
            <p:nvPr/>
          </p:nvSpPr>
          <p:spPr bwMode="auto">
            <a:xfrm>
              <a:off x="5153" y="1968"/>
              <a:ext cx="0" cy="272"/>
            </a:xfrm>
            <a:prstGeom prst="line">
              <a:avLst/>
            </a:prstGeom>
            <a:noFill/>
            <a:ln w="12700">
              <a:solidFill>
                <a:schemeClr val="tx1"/>
              </a:solidFill>
              <a:round/>
            </a:ln>
          </p:spPr>
          <p:txBody>
            <a:bodyPr/>
            <a:lstStyle/>
            <a:p>
              <a:endParaRPr lang="en-US"/>
            </a:p>
          </p:txBody>
        </p:sp>
        <p:sp>
          <p:nvSpPr>
            <p:cNvPr id="148" name="Line 268"/>
            <p:cNvSpPr>
              <a:spLocks noChangeShapeType="1"/>
            </p:cNvSpPr>
            <p:nvPr/>
          </p:nvSpPr>
          <p:spPr bwMode="auto">
            <a:xfrm>
              <a:off x="4947" y="1968"/>
              <a:ext cx="0" cy="272"/>
            </a:xfrm>
            <a:prstGeom prst="line">
              <a:avLst/>
            </a:prstGeom>
            <a:noFill/>
            <a:ln w="12700">
              <a:solidFill>
                <a:schemeClr val="tx1"/>
              </a:solidFill>
              <a:round/>
            </a:ln>
          </p:spPr>
          <p:txBody>
            <a:bodyPr/>
            <a:lstStyle/>
            <a:p>
              <a:endParaRPr lang="en-US"/>
            </a:p>
          </p:txBody>
        </p:sp>
        <p:sp>
          <p:nvSpPr>
            <p:cNvPr id="149" name="Line 269"/>
            <p:cNvSpPr>
              <a:spLocks noChangeShapeType="1"/>
            </p:cNvSpPr>
            <p:nvPr/>
          </p:nvSpPr>
          <p:spPr bwMode="auto">
            <a:xfrm>
              <a:off x="4741" y="1968"/>
              <a:ext cx="0" cy="272"/>
            </a:xfrm>
            <a:prstGeom prst="line">
              <a:avLst/>
            </a:prstGeom>
            <a:noFill/>
            <a:ln w="12700">
              <a:solidFill>
                <a:schemeClr val="tx1"/>
              </a:solidFill>
              <a:round/>
            </a:ln>
          </p:spPr>
          <p:txBody>
            <a:bodyPr/>
            <a:lstStyle/>
            <a:p>
              <a:endParaRPr lang="en-US"/>
            </a:p>
          </p:txBody>
        </p:sp>
        <p:sp>
          <p:nvSpPr>
            <p:cNvPr id="150" name="Line 270"/>
            <p:cNvSpPr>
              <a:spLocks noChangeShapeType="1"/>
            </p:cNvSpPr>
            <p:nvPr/>
          </p:nvSpPr>
          <p:spPr bwMode="auto">
            <a:xfrm>
              <a:off x="4535" y="1968"/>
              <a:ext cx="0" cy="272"/>
            </a:xfrm>
            <a:prstGeom prst="line">
              <a:avLst/>
            </a:prstGeom>
            <a:noFill/>
            <a:ln w="12700">
              <a:solidFill>
                <a:schemeClr val="tx1"/>
              </a:solidFill>
              <a:round/>
            </a:ln>
          </p:spPr>
          <p:txBody>
            <a:bodyPr/>
            <a:lstStyle/>
            <a:p>
              <a:endParaRPr lang="en-US"/>
            </a:p>
          </p:txBody>
        </p:sp>
        <p:sp>
          <p:nvSpPr>
            <p:cNvPr id="151" name="Line 271"/>
            <p:cNvSpPr>
              <a:spLocks noChangeShapeType="1"/>
            </p:cNvSpPr>
            <p:nvPr/>
          </p:nvSpPr>
          <p:spPr bwMode="auto">
            <a:xfrm>
              <a:off x="3120" y="1968"/>
              <a:ext cx="384" cy="0"/>
            </a:xfrm>
            <a:prstGeom prst="line">
              <a:avLst/>
            </a:prstGeom>
            <a:noFill/>
            <a:ln w="9525">
              <a:solidFill>
                <a:schemeClr val="tx1"/>
              </a:solidFill>
              <a:round/>
            </a:ln>
          </p:spPr>
          <p:txBody>
            <a:bodyPr wrap="none" anchor="ctr"/>
            <a:lstStyle/>
            <a:p>
              <a:endParaRPr lang="en-US"/>
            </a:p>
          </p:txBody>
        </p:sp>
        <p:sp>
          <p:nvSpPr>
            <p:cNvPr id="152" name="Line 272"/>
            <p:cNvSpPr>
              <a:spLocks noChangeShapeType="1"/>
            </p:cNvSpPr>
            <p:nvPr/>
          </p:nvSpPr>
          <p:spPr bwMode="auto">
            <a:xfrm>
              <a:off x="3120" y="2240"/>
              <a:ext cx="384" cy="0"/>
            </a:xfrm>
            <a:prstGeom prst="line">
              <a:avLst/>
            </a:prstGeom>
            <a:noFill/>
            <a:ln w="9525">
              <a:solidFill>
                <a:schemeClr val="tx1"/>
              </a:solidFill>
              <a:round/>
            </a:ln>
          </p:spPr>
          <p:txBody>
            <a:bodyPr wrap="none" anchor="ctr"/>
            <a:lstStyle/>
            <a:p>
              <a:endParaRPr lang="en-US"/>
            </a:p>
          </p:txBody>
        </p:sp>
        <p:sp>
          <p:nvSpPr>
            <p:cNvPr id="153" name="Line 273"/>
            <p:cNvSpPr>
              <a:spLocks noChangeShapeType="1"/>
            </p:cNvSpPr>
            <p:nvPr/>
          </p:nvSpPr>
          <p:spPr bwMode="auto">
            <a:xfrm>
              <a:off x="5568" y="1968"/>
              <a:ext cx="384" cy="0"/>
            </a:xfrm>
            <a:prstGeom prst="line">
              <a:avLst/>
            </a:prstGeom>
            <a:noFill/>
            <a:ln w="9525">
              <a:solidFill>
                <a:schemeClr val="tx1"/>
              </a:solidFill>
              <a:round/>
            </a:ln>
          </p:spPr>
          <p:txBody>
            <a:bodyPr wrap="none" anchor="ctr"/>
            <a:lstStyle/>
            <a:p>
              <a:endParaRPr lang="en-US"/>
            </a:p>
          </p:txBody>
        </p:sp>
        <p:sp>
          <p:nvSpPr>
            <p:cNvPr id="154" name="Line 274"/>
            <p:cNvSpPr>
              <a:spLocks noChangeShapeType="1"/>
            </p:cNvSpPr>
            <p:nvPr/>
          </p:nvSpPr>
          <p:spPr bwMode="auto">
            <a:xfrm>
              <a:off x="5568" y="2208"/>
              <a:ext cx="384" cy="0"/>
            </a:xfrm>
            <a:prstGeom prst="line">
              <a:avLst/>
            </a:prstGeom>
            <a:noFill/>
            <a:ln w="9525">
              <a:solidFill>
                <a:schemeClr val="tx1"/>
              </a:solidFill>
              <a:round/>
            </a:ln>
          </p:spPr>
          <p:txBody>
            <a:bodyPr wrap="none" anchor="ctr"/>
            <a:lstStyle/>
            <a:p>
              <a:endParaRPr lang="en-US"/>
            </a:p>
          </p:txBody>
        </p:sp>
        <p:sp>
          <p:nvSpPr>
            <p:cNvPr id="155" name="Text Box 275"/>
            <p:cNvSpPr txBox="1">
              <a:spLocks noChangeArrowheads="1"/>
            </p:cNvSpPr>
            <p:nvPr/>
          </p:nvSpPr>
          <p:spPr bwMode="auto">
            <a:xfrm>
              <a:off x="3197" y="1997"/>
              <a:ext cx="244" cy="212"/>
            </a:xfrm>
            <a:prstGeom prst="rect">
              <a:avLst/>
            </a:prstGeom>
            <a:noFill/>
            <a:ln w="9525">
              <a:noFill/>
              <a:miter lim="800000"/>
            </a:ln>
          </p:spPr>
          <p:txBody>
            <a:bodyPr wrap="none">
              <a:spAutoFit/>
            </a:bodyPr>
            <a:lstStyle/>
            <a:p>
              <a:r>
                <a:rPr lang="en-US" sz="1600"/>
                <a:t>…</a:t>
              </a:r>
              <a:endParaRPr lang="en-US" sz="1600"/>
            </a:p>
          </p:txBody>
        </p:sp>
        <p:sp>
          <p:nvSpPr>
            <p:cNvPr id="156" name="Text Box 276"/>
            <p:cNvSpPr txBox="1">
              <a:spLocks noChangeArrowheads="1"/>
            </p:cNvSpPr>
            <p:nvPr/>
          </p:nvSpPr>
          <p:spPr bwMode="auto">
            <a:xfrm>
              <a:off x="5628" y="1997"/>
              <a:ext cx="244" cy="212"/>
            </a:xfrm>
            <a:prstGeom prst="rect">
              <a:avLst/>
            </a:prstGeom>
            <a:noFill/>
            <a:ln w="9525">
              <a:noFill/>
              <a:miter lim="800000"/>
            </a:ln>
          </p:spPr>
          <p:txBody>
            <a:bodyPr wrap="none">
              <a:spAutoFit/>
            </a:bodyPr>
            <a:lstStyle/>
            <a:p>
              <a:r>
                <a:rPr lang="en-US" sz="1600"/>
                <a:t>…</a:t>
              </a:r>
              <a:endParaRPr lang="en-US" sz="1600"/>
            </a:p>
          </p:txBody>
        </p:sp>
      </p:grpSp>
      <p:grpSp>
        <p:nvGrpSpPr>
          <p:cNvPr id="157" name="Group 376"/>
          <p:cNvGrpSpPr/>
          <p:nvPr/>
        </p:nvGrpSpPr>
        <p:grpSpPr bwMode="auto">
          <a:xfrm>
            <a:off x="4641710" y="3962400"/>
            <a:ext cx="4495800" cy="434975"/>
            <a:chOff x="3120" y="2496"/>
            <a:chExt cx="2832" cy="274"/>
          </a:xfrm>
        </p:grpSpPr>
        <p:sp>
          <p:nvSpPr>
            <p:cNvPr id="158" name="Rectangle 309"/>
            <p:cNvSpPr>
              <a:spLocks noChangeArrowheads="1"/>
            </p:cNvSpPr>
            <p:nvPr/>
          </p:nvSpPr>
          <p:spPr bwMode="auto">
            <a:xfrm>
              <a:off x="432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59" name="Rectangle 310"/>
            <p:cNvSpPr>
              <a:spLocks noChangeArrowheads="1"/>
            </p:cNvSpPr>
            <p:nvPr/>
          </p:nvSpPr>
          <p:spPr bwMode="auto">
            <a:xfrm>
              <a:off x="4535"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60" name="Rectangle 311"/>
            <p:cNvSpPr>
              <a:spLocks noChangeArrowheads="1"/>
            </p:cNvSpPr>
            <p:nvPr/>
          </p:nvSpPr>
          <p:spPr bwMode="auto">
            <a:xfrm>
              <a:off x="474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61" name="Rectangle 312"/>
            <p:cNvSpPr>
              <a:spLocks noChangeArrowheads="1"/>
            </p:cNvSpPr>
            <p:nvPr/>
          </p:nvSpPr>
          <p:spPr bwMode="auto">
            <a:xfrm>
              <a:off x="494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t>1</a:t>
              </a:r>
              <a:endParaRPr lang="en-US" sz="1600"/>
            </a:p>
          </p:txBody>
        </p:sp>
        <p:sp>
          <p:nvSpPr>
            <p:cNvPr id="162" name="Rectangle 313"/>
            <p:cNvSpPr>
              <a:spLocks noChangeArrowheads="1"/>
            </p:cNvSpPr>
            <p:nvPr/>
          </p:nvSpPr>
          <p:spPr bwMode="auto">
            <a:xfrm>
              <a:off x="412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63" name="Rectangle 314"/>
            <p:cNvSpPr>
              <a:spLocks noChangeArrowheads="1"/>
            </p:cNvSpPr>
            <p:nvPr/>
          </p:nvSpPr>
          <p:spPr bwMode="auto">
            <a:xfrm>
              <a:off x="3917"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64" name="Rectangle 315"/>
            <p:cNvSpPr>
              <a:spLocks noChangeArrowheads="1"/>
            </p:cNvSpPr>
            <p:nvPr/>
          </p:nvSpPr>
          <p:spPr bwMode="auto">
            <a:xfrm>
              <a:off x="5153"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5" name="Rectangle 316"/>
            <p:cNvSpPr>
              <a:spLocks noChangeArrowheads="1"/>
            </p:cNvSpPr>
            <p:nvPr/>
          </p:nvSpPr>
          <p:spPr bwMode="auto">
            <a:xfrm>
              <a:off x="5359"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6" name="Rectangle 317"/>
            <p:cNvSpPr>
              <a:spLocks noChangeArrowheads="1"/>
            </p:cNvSpPr>
            <p:nvPr/>
          </p:nvSpPr>
          <p:spPr bwMode="auto">
            <a:xfrm>
              <a:off x="3711" y="2496"/>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7" name="Rectangle 318"/>
            <p:cNvSpPr>
              <a:spLocks noChangeArrowheads="1"/>
            </p:cNvSpPr>
            <p:nvPr/>
          </p:nvSpPr>
          <p:spPr bwMode="auto">
            <a:xfrm>
              <a:off x="3504" y="2496"/>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68" name="Line 319"/>
            <p:cNvSpPr>
              <a:spLocks noChangeShapeType="1"/>
            </p:cNvSpPr>
            <p:nvPr/>
          </p:nvSpPr>
          <p:spPr bwMode="auto">
            <a:xfrm>
              <a:off x="3504" y="2496"/>
              <a:ext cx="2061" cy="0"/>
            </a:xfrm>
            <a:prstGeom prst="line">
              <a:avLst/>
            </a:prstGeom>
            <a:noFill/>
            <a:ln w="28575" cap="sq">
              <a:solidFill>
                <a:schemeClr val="tx1"/>
              </a:solidFill>
              <a:round/>
            </a:ln>
          </p:spPr>
          <p:txBody>
            <a:bodyPr/>
            <a:lstStyle/>
            <a:p>
              <a:endParaRPr lang="en-US"/>
            </a:p>
          </p:txBody>
        </p:sp>
        <p:sp>
          <p:nvSpPr>
            <p:cNvPr id="169" name="Line 320"/>
            <p:cNvSpPr>
              <a:spLocks noChangeShapeType="1"/>
            </p:cNvSpPr>
            <p:nvPr/>
          </p:nvSpPr>
          <p:spPr bwMode="auto">
            <a:xfrm>
              <a:off x="3504" y="2768"/>
              <a:ext cx="2061" cy="0"/>
            </a:xfrm>
            <a:prstGeom prst="line">
              <a:avLst/>
            </a:prstGeom>
            <a:noFill/>
            <a:ln w="28575" cap="sq">
              <a:solidFill>
                <a:schemeClr val="tx1"/>
              </a:solidFill>
              <a:round/>
            </a:ln>
          </p:spPr>
          <p:txBody>
            <a:bodyPr/>
            <a:lstStyle/>
            <a:p>
              <a:endParaRPr lang="en-US"/>
            </a:p>
          </p:txBody>
        </p:sp>
        <p:sp>
          <p:nvSpPr>
            <p:cNvPr id="170" name="Line 321"/>
            <p:cNvSpPr>
              <a:spLocks noChangeShapeType="1"/>
            </p:cNvSpPr>
            <p:nvPr/>
          </p:nvSpPr>
          <p:spPr bwMode="auto">
            <a:xfrm>
              <a:off x="3504" y="2496"/>
              <a:ext cx="0" cy="272"/>
            </a:xfrm>
            <a:prstGeom prst="line">
              <a:avLst/>
            </a:prstGeom>
            <a:noFill/>
            <a:ln w="28575" cap="sq">
              <a:solidFill>
                <a:schemeClr val="tx1"/>
              </a:solidFill>
              <a:round/>
            </a:ln>
          </p:spPr>
          <p:txBody>
            <a:bodyPr/>
            <a:lstStyle/>
            <a:p>
              <a:endParaRPr lang="en-US"/>
            </a:p>
          </p:txBody>
        </p:sp>
        <p:sp>
          <p:nvSpPr>
            <p:cNvPr id="171" name="Line 322"/>
            <p:cNvSpPr>
              <a:spLocks noChangeShapeType="1"/>
            </p:cNvSpPr>
            <p:nvPr/>
          </p:nvSpPr>
          <p:spPr bwMode="auto">
            <a:xfrm>
              <a:off x="3711" y="2496"/>
              <a:ext cx="0" cy="272"/>
            </a:xfrm>
            <a:prstGeom prst="line">
              <a:avLst/>
            </a:prstGeom>
            <a:noFill/>
            <a:ln w="12700">
              <a:solidFill>
                <a:schemeClr val="tx1"/>
              </a:solidFill>
              <a:round/>
            </a:ln>
          </p:spPr>
          <p:txBody>
            <a:bodyPr/>
            <a:lstStyle/>
            <a:p>
              <a:endParaRPr lang="en-US"/>
            </a:p>
          </p:txBody>
        </p:sp>
        <p:sp>
          <p:nvSpPr>
            <p:cNvPr id="172" name="Line 323"/>
            <p:cNvSpPr>
              <a:spLocks noChangeShapeType="1"/>
            </p:cNvSpPr>
            <p:nvPr/>
          </p:nvSpPr>
          <p:spPr bwMode="auto">
            <a:xfrm>
              <a:off x="3917" y="2496"/>
              <a:ext cx="0" cy="272"/>
            </a:xfrm>
            <a:prstGeom prst="line">
              <a:avLst/>
            </a:prstGeom>
            <a:noFill/>
            <a:ln w="12700">
              <a:solidFill>
                <a:schemeClr val="tx1"/>
              </a:solidFill>
              <a:round/>
            </a:ln>
          </p:spPr>
          <p:txBody>
            <a:bodyPr/>
            <a:lstStyle/>
            <a:p>
              <a:endParaRPr lang="en-US"/>
            </a:p>
          </p:txBody>
        </p:sp>
        <p:sp>
          <p:nvSpPr>
            <p:cNvPr id="173" name="Line 324"/>
            <p:cNvSpPr>
              <a:spLocks noChangeShapeType="1"/>
            </p:cNvSpPr>
            <p:nvPr/>
          </p:nvSpPr>
          <p:spPr bwMode="auto">
            <a:xfrm>
              <a:off x="5565" y="2496"/>
              <a:ext cx="0" cy="272"/>
            </a:xfrm>
            <a:prstGeom prst="line">
              <a:avLst/>
            </a:prstGeom>
            <a:noFill/>
            <a:ln w="28575" cap="sq">
              <a:solidFill>
                <a:schemeClr val="tx1"/>
              </a:solidFill>
              <a:round/>
            </a:ln>
          </p:spPr>
          <p:txBody>
            <a:bodyPr/>
            <a:lstStyle/>
            <a:p>
              <a:endParaRPr lang="en-US"/>
            </a:p>
          </p:txBody>
        </p:sp>
        <p:sp>
          <p:nvSpPr>
            <p:cNvPr id="174" name="Line 325"/>
            <p:cNvSpPr>
              <a:spLocks noChangeShapeType="1"/>
            </p:cNvSpPr>
            <p:nvPr/>
          </p:nvSpPr>
          <p:spPr bwMode="auto">
            <a:xfrm>
              <a:off x="5359" y="2496"/>
              <a:ext cx="0" cy="272"/>
            </a:xfrm>
            <a:prstGeom prst="line">
              <a:avLst/>
            </a:prstGeom>
            <a:noFill/>
            <a:ln w="12700">
              <a:solidFill>
                <a:schemeClr val="tx1"/>
              </a:solidFill>
              <a:round/>
            </a:ln>
          </p:spPr>
          <p:txBody>
            <a:bodyPr/>
            <a:lstStyle/>
            <a:p>
              <a:endParaRPr lang="en-US"/>
            </a:p>
          </p:txBody>
        </p:sp>
        <p:sp>
          <p:nvSpPr>
            <p:cNvPr id="175" name="Line 326"/>
            <p:cNvSpPr>
              <a:spLocks noChangeShapeType="1"/>
            </p:cNvSpPr>
            <p:nvPr/>
          </p:nvSpPr>
          <p:spPr bwMode="auto">
            <a:xfrm>
              <a:off x="4123" y="2496"/>
              <a:ext cx="0" cy="272"/>
            </a:xfrm>
            <a:prstGeom prst="line">
              <a:avLst/>
            </a:prstGeom>
            <a:noFill/>
            <a:ln w="12700">
              <a:solidFill>
                <a:schemeClr val="tx1"/>
              </a:solidFill>
              <a:round/>
            </a:ln>
          </p:spPr>
          <p:txBody>
            <a:bodyPr/>
            <a:lstStyle/>
            <a:p>
              <a:endParaRPr lang="en-US"/>
            </a:p>
          </p:txBody>
        </p:sp>
        <p:sp>
          <p:nvSpPr>
            <p:cNvPr id="176" name="Line 327"/>
            <p:cNvSpPr>
              <a:spLocks noChangeShapeType="1"/>
            </p:cNvSpPr>
            <p:nvPr/>
          </p:nvSpPr>
          <p:spPr bwMode="auto">
            <a:xfrm>
              <a:off x="4329" y="2496"/>
              <a:ext cx="0" cy="272"/>
            </a:xfrm>
            <a:prstGeom prst="line">
              <a:avLst/>
            </a:prstGeom>
            <a:noFill/>
            <a:ln w="12700">
              <a:solidFill>
                <a:schemeClr val="tx1"/>
              </a:solidFill>
              <a:round/>
            </a:ln>
          </p:spPr>
          <p:txBody>
            <a:bodyPr/>
            <a:lstStyle/>
            <a:p>
              <a:endParaRPr lang="en-US"/>
            </a:p>
          </p:txBody>
        </p:sp>
        <p:sp>
          <p:nvSpPr>
            <p:cNvPr id="177" name="Line 328"/>
            <p:cNvSpPr>
              <a:spLocks noChangeShapeType="1"/>
            </p:cNvSpPr>
            <p:nvPr/>
          </p:nvSpPr>
          <p:spPr bwMode="auto">
            <a:xfrm>
              <a:off x="5153" y="2496"/>
              <a:ext cx="0" cy="272"/>
            </a:xfrm>
            <a:prstGeom prst="line">
              <a:avLst/>
            </a:prstGeom>
            <a:noFill/>
            <a:ln w="12700">
              <a:solidFill>
                <a:schemeClr val="tx1"/>
              </a:solidFill>
              <a:round/>
            </a:ln>
          </p:spPr>
          <p:txBody>
            <a:bodyPr/>
            <a:lstStyle/>
            <a:p>
              <a:endParaRPr lang="en-US"/>
            </a:p>
          </p:txBody>
        </p:sp>
        <p:sp>
          <p:nvSpPr>
            <p:cNvPr id="178" name="Line 329"/>
            <p:cNvSpPr>
              <a:spLocks noChangeShapeType="1"/>
            </p:cNvSpPr>
            <p:nvPr/>
          </p:nvSpPr>
          <p:spPr bwMode="auto">
            <a:xfrm>
              <a:off x="4947" y="2496"/>
              <a:ext cx="0" cy="272"/>
            </a:xfrm>
            <a:prstGeom prst="line">
              <a:avLst/>
            </a:prstGeom>
            <a:noFill/>
            <a:ln w="12700">
              <a:solidFill>
                <a:schemeClr val="tx1"/>
              </a:solidFill>
              <a:round/>
            </a:ln>
          </p:spPr>
          <p:txBody>
            <a:bodyPr/>
            <a:lstStyle/>
            <a:p>
              <a:endParaRPr lang="en-US"/>
            </a:p>
          </p:txBody>
        </p:sp>
        <p:sp>
          <p:nvSpPr>
            <p:cNvPr id="179" name="Line 330"/>
            <p:cNvSpPr>
              <a:spLocks noChangeShapeType="1"/>
            </p:cNvSpPr>
            <p:nvPr/>
          </p:nvSpPr>
          <p:spPr bwMode="auto">
            <a:xfrm>
              <a:off x="4741" y="2496"/>
              <a:ext cx="0" cy="272"/>
            </a:xfrm>
            <a:prstGeom prst="line">
              <a:avLst/>
            </a:prstGeom>
            <a:noFill/>
            <a:ln w="12700">
              <a:solidFill>
                <a:schemeClr val="tx1"/>
              </a:solidFill>
              <a:round/>
            </a:ln>
          </p:spPr>
          <p:txBody>
            <a:bodyPr/>
            <a:lstStyle/>
            <a:p>
              <a:endParaRPr lang="en-US"/>
            </a:p>
          </p:txBody>
        </p:sp>
        <p:sp>
          <p:nvSpPr>
            <p:cNvPr id="180" name="Line 331"/>
            <p:cNvSpPr>
              <a:spLocks noChangeShapeType="1"/>
            </p:cNvSpPr>
            <p:nvPr/>
          </p:nvSpPr>
          <p:spPr bwMode="auto">
            <a:xfrm>
              <a:off x="4535" y="2496"/>
              <a:ext cx="0" cy="272"/>
            </a:xfrm>
            <a:prstGeom prst="line">
              <a:avLst/>
            </a:prstGeom>
            <a:noFill/>
            <a:ln w="12700">
              <a:solidFill>
                <a:schemeClr val="tx1"/>
              </a:solidFill>
              <a:round/>
            </a:ln>
          </p:spPr>
          <p:txBody>
            <a:bodyPr/>
            <a:lstStyle/>
            <a:p>
              <a:endParaRPr lang="en-US"/>
            </a:p>
          </p:txBody>
        </p:sp>
        <p:sp>
          <p:nvSpPr>
            <p:cNvPr id="181" name="Line 332"/>
            <p:cNvSpPr>
              <a:spLocks noChangeShapeType="1"/>
            </p:cNvSpPr>
            <p:nvPr/>
          </p:nvSpPr>
          <p:spPr bwMode="auto">
            <a:xfrm>
              <a:off x="3120" y="2496"/>
              <a:ext cx="384" cy="0"/>
            </a:xfrm>
            <a:prstGeom prst="line">
              <a:avLst/>
            </a:prstGeom>
            <a:noFill/>
            <a:ln w="9525">
              <a:solidFill>
                <a:schemeClr val="tx1"/>
              </a:solidFill>
              <a:round/>
            </a:ln>
          </p:spPr>
          <p:txBody>
            <a:bodyPr wrap="none" anchor="ctr"/>
            <a:lstStyle/>
            <a:p>
              <a:endParaRPr lang="en-US"/>
            </a:p>
          </p:txBody>
        </p:sp>
        <p:sp>
          <p:nvSpPr>
            <p:cNvPr id="182" name="Line 333"/>
            <p:cNvSpPr>
              <a:spLocks noChangeShapeType="1"/>
            </p:cNvSpPr>
            <p:nvPr/>
          </p:nvSpPr>
          <p:spPr bwMode="auto">
            <a:xfrm>
              <a:off x="3120" y="2770"/>
              <a:ext cx="384" cy="0"/>
            </a:xfrm>
            <a:prstGeom prst="line">
              <a:avLst/>
            </a:prstGeom>
            <a:noFill/>
            <a:ln w="9525">
              <a:solidFill>
                <a:schemeClr val="tx1"/>
              </a:solidFill>
              <a:round/>
            </a:ln>
          </p:spPr>
          <p:txBody>
            <a:bodyPr wrap="none" anchor="ctr"/>
            <a:lstStyle/>
            <a:p>
              <a:endParaRPr lang="en-US"/>
            </a:p>
          </p:txBody>
        </p:sp>
        <p:sp>
          <p:nvSpPr>
            <p:cNvPr id="183" name="Line 334"/>
            <p:cNvSpPr>
              <a:spLocks noChangeShapeType="1"/>
            </p:cNvSpPr>
            <p:nvPr/>
          </p:nvSpPr>
          <p:spPr bwMode="auto">
            <a:xfrm>
              <a:off x="5568" y="2496"/>
              <a:ext cx="384" cy="0"/>
            </a:xfrm>
            <a:prstGeom prst="line">
              <a:avLst/>
            </a:prstGeom>
            <a:noFill/>
            <a:ln w="9525">
              <a:solidFill>
                <a:schemeClr val="tx1"/>
              </a:solidFill>
              <a:round/>
            </a:ln>
          </p:spPr>
          <p:txBody>
            <a:bodyPr wrap="none" anchor="ctr"/>
            <a:lstStyle/>
            <a:p>
              <a:endParaRPr lang="en-US"/>
            </a:p>
          </p:txBody>
        </p:sp>
        <p:sp>
          <p:nvSpPr>
            <p:cNvPr id="184" name="Line 335"/>
            <p:cNvSpPr>
              <a:spLocks noChangeShapeType="1"/>
            </p:cNvSpPr>
            <p:nvPr/>
          </p:nvSpPr>
          <p:spPr bwMode="auto">
            <a:xfrm>
              <a:off x="5568" y="2736"/>
              <a:ext cx="384" cy="0"/>
            </a:xfrm>
            <a:prstGeom prst="line">
              <a:avLst/>
            </a:prstGeom>
            <a:noFill/>
            <a:ln w="9525">
              <a:solidFill>
                <a:schemeClr val="tx1"/>
              </a:solidFill>
              <a:round/>
            </a:ln>
          </p:spPr>
          <p:txBody>
            <a:bodyPr wrap="none" anchor="ctr"/>
            <a:lstStyle/>
            <a:p>
              <a:endParaRPr lang="en-US"/>
            </a:p>
          </p:txBody>
        </p:sp>
        <p:sp>
          <p:nvSpPr>
            <p:cNvPr id="185" name="Text Box 336"/>
            <p:cNvSpPr txBox="1">
              <a:spLocks noChangeArrowheads="1"/>
            </p:cNvSpPr>
            <p:nvPr/>
          </p:nvSpPr>
          <p:spPr bwMode="auto">
            <a:xfrm>
              <a:off x="5628" y="2525"/>
              <a:ext cx="244" cy="212"/>
            </a:xfrm>
            <a:prstGeom prst="rect">
              <a:avLst/>
            </a:prstGeom>
            <a:noFill/>
            <a:ln w="9525">
              <a:noFill/>
              <a:miter lim="800000"/>
            </a:ln>
          </p:spPr>
          <p:txBody>
            <a:bodyPr wrap="none">
              <a:spAutoFit/>
            </a:bodyPr>
            <a:lstStyle/>
            <a:p>
              <a:r>
                <a:rPr lang="en-US" sz="1600"/>
                <a:t>…</a:t>
              </a:r>
              <a:endParaRPr lang="en-US" sz="1600"/>
            </a:p>
          </p:txBody>
        </p:sp>
      </p:grpSp>
      <p:grpSp>
        <p:nvGrpSpPr>
          <p:cNvPr id="186" name="Group 377"/>
          <p:cNvGrpSpPr/>
          <p:nvPr/>
        </p:nvGrpSpPr>
        <p:grpSpPr bwMode="auto">
          <a:xfrm>
            <a:off x="4717910" y="4800600"/>
            <a:ext cx="4368800" cy="438150"/>
            <a:chOff x="3168" y="3024"/>
            <a:chExt cx="2752" cy="276"/>
          </a:xfrm>
        </p:grpSpPr>
        <p:sp>
          <p:nvSpPr>
            <p:cNvPr id="187" name="Rectangle 338"/>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88" name="Rectangle 339"/>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89" name="Rectangle 340"/>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90" name="Rectangle 341"/>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191" name="Rectangle 342"/>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192" name="Rectangle 343"/>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193" name="Rectangle 344"/>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94" name="Rectangle 345"/>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95" name="Rectangle 346"/>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96" name="Rectangle 347"/>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97" name="Line 348"/>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98" name="Line 349"/>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99" name="Line 350"/>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200" name="Line 351"/>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201" name="Line 352"/>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202" name="Line 353"/>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203" name="Line 354"/>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204" name="Line 355"/>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205" name="Line 356"/>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206" name="Line 357"/>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207" name="Line 358"/>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208" name="Line 359"/>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209" name="Line 360"/>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210" name="Line 361"/>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211" name="Line 362"/>
            <p:cNvSpPr>
              <a:spLocks noChangeShapeType="1"/>
            </p:cNvSpPr>
            <p:nvPr/>
          </p:nvSpPr>
          <p:spPr bwMode="auto">
            <a:xfrm>
              <a:off x="3168" y="3300"/>
              <a:ext cx="384" cy="0"/>
            </a:xfrm>
            <a:prstGeom prst="line">
              <a:avLst/>
            </a:prstGeom>
            <a:noFill/>
            <a:ln w="9525">
              <a:solidFill>
                <a:schemeClr val="tx1"/>
              </a:solidFill>
              <a:round/>
            </a:ln>
          </p:spPr>
          <p:txBody>
            <a:bodyPr wrap="none" anchor="ctr"/>
            <a:lstStyle/>
            <a:p>
              <a:endParaRPr lang="en-US"/>
            </a:p>
          </p:txBody>
        </p:sp>
        <p:sp>
          <p:nvSpPr>
            <p:cNvPr id="212" name="Line 363"/>
            <p:cNvSpPr>
              <a:spLocks noChangeShapeType="1"/>
            </p:cNvSpPr>
            <p:nvPr/>
          </p:nvSpPr>
          <p:spPr bwMode="auto">
            <a:xfrm>
              <a:off x="5616" y="3024"/>
              <a:ext cx="288" cy="0"/>
            </a:xfrm>
            <a:prstGeom prst="line">
              <a:avLst/>
            </a:prstGeom>
            <a:noFill/>
            <a:ln w="9525">
              <a:solidFill>
                <a:schemeClr val="tx1"/>
              </a:solidFill>
              <a:round/>
            </a:ln>
          </p:spPr>
          <p:txBody>
            <a:bodyPr wrap="none" anchor="ctr"/>
            <a:lstStyle/>
            <a:p>
              <a:endParaRPr lang="en-US" dirty="0"/>
            </a:p>
          </p:txBody>
        </p:sp>
        <p:sp>
          <p:nvSpPr>
            <p:cNvPr id="213" name="Line 364"/>
            <p:cNvSpPr>
              <a:spLocks noChangeShapeType="1"/>
            </p:cNvSpPr>
            <p:nvPr/>
          </p:nvSpPr>
          <p:spPr bwMode="auto">
            <a:xfrm>
              <a:off x="5616" y="3264"/>
              <a:ext cx="288" cy="0"/>
            </a:xfrm>
            <a:prstGeom prst="line">
              <a:avLst/>
            </a:prstGeom>
            <a:noFill/>
            <a:ln w="9525">
              <a:solidFill>
                <a:schemeClr val="tx1"/>
              </a:solidFill>
              <a:round/>
            </a:ln>
          </p:spPr>
          <p:txBody>
            <a:bodyPr wrap="none" anchor="ctr"/>
            <a:lstStyle/>
            <a:p>
              <a:endParaRPr lang="en-US"/>
            </a:p>
          </p:txBody>
        </p:sp>
        <p:sp>
          <p:nvSpPr>
            <p:cNvPr id="214" name="Text Box 365"/>
            <p:cNvSpPr txBox="1">
              <a:spLocks noChangeArrowheads="1"/>
            </p:cNvSpPr>
            <p:nvPr/>
          </p:nvSpPr>
          <p:spPr bwMode="auto">
            <a:xfrm>
              <a:off x="5676" y="3053"/>
              <a:ext cx="244" cy="212"/>
            </a:xfrm>
            <a:prstGeom prst="rect">
              <a:avLst/>
            </a:prstGeom>
            <a:noFill/>
            <a:ln w="9525">
              <a:noFill/>
              <a:miter lim="800000"/>
            </a:ln>
          </p:spPr>
          <p:txBody>
            <a:bodyPr wrap="none">
              <a:spAutoFit/>
            </a:bodyPr>
            <a:lstStyle/>
            <a:p>
              <a:r>
                <a:rPr lang="en-US" sz="1600" dirty="0"/>
                <a:t>…</a:t>
              </a:r>
              <a:endParaRPr lang="en-US" sz="1600" dirty="0"/>
            </a:p>
          </p:txBody>
        </p:sp>
      </p:grpSp>
      <p:sp>
        <p:nvSpPr>
          <p:cNvPr id="215" name="Line 378"/>
          <p:cNvSpPr>
            <a:spLocks noChangeShapeType="1"/>
          </p:cNvSpPr>
          <p:nvPr/>
        </p:nvSpPr>
        <p:spPr bwMode="auto">
          <a:xfrm>
            <a:off x="12889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6" name="Line 379"/>
          <p:cNvSpPr>
            <a:spLocks noChangeShapeType="1"/>
          </p:cNvSpPr>
          <p:nvPr/>
        </p:nvSpPr>
        <p:spPr bwMode="auto">
          <a:xfrm>
            <a:off x="2279510" y="4419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7" name="Line 380"/>
          <p:cNvSpPr>
            <a:spLocks noChangeShapeType="1"/>
          </p:cNvSpPr>
          <p:nvPr/>
        </p:nvSpPr>
        <p:spPr bwMode="auto">
          <a:xfrm>
            <a:off x="1669910" y="5181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8" name="Line 381"/>
          <p:cNvSpPr>
            <a:spLocks noChangeShapeType="1"/>
          </p:cNvSpPr>
          <p:nvPr/>
        </p:nvSpPr>
        <p:spPr bwMode="auto">
          <a:xfrm>
            <a:off x="7232510" y="28194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19" name="Line 382"/>
          <p:cNvSpPr>
            <a:spLocks noChangeShapeType="1"/>
          </p:cNvSpPr>
          <p:nvPr/>
        </p:nvSpPr>
        <p:spPr bwMode="auto">
          <a:xfrm>
            <a:off x="66229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20" name="Line 383"/>
          <p:cNvSpPr>
            <a:spLocks noChangeShapeType="1"/>
          </p:cNvSpPr>
          <p:nvPr/>
        </p:nvSpPr>
        <p:spPr bwMode="auto">
          <a:xfrm>
            <a:off x="7689710" y="4419600"/>
            <a:ext cx="76200" cy="304800"/>
          </a:xfrm>
          <a:prstGeom prst="line">
            <a:avLst/>
          </a:prstGeom>
          <a:noFill/>
          <a:ln w="9525">
            <a:solidFill>
              <a:schemeClr val="tx1"/>
            </a:solidFill>
            <a:round/>
            <a:tailEnd type="triangle" w="med" len="med"/>
          </a:ln>
        </p:spPr>
        <p:txBody>
          <a:bodyPr wrap="none" anchor="ctr"/>
          <a:lstStyle/>
          <a:p>
            <a:endParaRPr lang="en-US"/>
          </a:p>
        </p:txBody>
      </p:sp>
      <p:grpSp>
        <p:nvGrpSpPr>
          <p:cNvPr id="221" name="Group 384"/>
          <p:cNvGrpSpPr/>
          <p:nvPr/>
        </p:nvGrpSpPr>
        <p:grpSpPr bwMode="auto">
          <a:xfrm>
            <a:off x="4717910" y="5638800"/>
            <a:ext cx="4368800" cy="431800"/>
            <a:chOff x="3168" y="3024"/>
            <a:chExt cx="2752" cy="272"/>
          </a:xfrm>
        </p:grpSpPr>
        <p:sp>
          <p:nvSpPr>
            <p:cNvPr id="222" name="Rectangle 385"/>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223" name="Rectangle 386"/>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224" name="Rectangle 387"/>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225" name="Rectangle 388"/>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Y</a:t>
              </a:r>
              <a:endParaRPr lang="en-US" sz="1600">
                <a:solidFill>
                  <a:schemeClr val="folHlink"/>
                </a:solidFill>
              </a:endParaRPr>
            </a:p>
          </p:txBody>
        </p:sp>
        <p:sp>
          <p:nvSpPr>
            <p:cNvPr id="226" name="Rectangle 389"/>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solidFill>
                  <a:schemeClr val="hlink"/>
                </a:solidFill>
              </a:endParaRPr>
            </a:p>
          </p:txBody>
        </p:sp>
        <p:sp>
          <p:nvSpPr>
            <p:cNvPr id="227" name="Rectangle 390"/>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X</a:t>
              </a:r>
              <a:endParaRPr lang="en-US" sz="1600"/>
            </a:p>
          </p:txBody>
        </p:sp>
        <p:sp>
          <p:nvSpPr>
            <p:cNvPr id="228" name="Rectangle 391"/>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229" name="Rectangle 392"/>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230" name="Rectangle 393"/>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231" name="Rectangle 394"/>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232" name="Line 395"/>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233" name="Line 396"/>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234" name="Line 397"/>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235" name="Line 398"/>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236" name="Line 399"/>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237" name="Line 400"/>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238" name="Line 401"/>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239" name="Line 402"/>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240" name="Line 403"/>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241" name="Line 404"/>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242" name="Line 405"/>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243" name="Line 406"/>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244" name="Line 407"/>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245" name="Line 408"/>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246" name="Line 409"/>
            <p:cNvSpPr>
              <a:spLocks noChangeShapeType="1"/>
            </p:cNvSpPr>
            <p:nvPr/>
          </p:nvSpPr>
          <p:spPr bwMode="auto">
            <a:xfrm>
              <a:off x="3168" y="3294"/>
              <a:ext cx="384" cy="0"/>
            </a:xfrm>
            <a:prstGeom prst="line">
              <a:avLst/>
            </a:prstGeom>
            <a:noFill/>
            <a:ln w="9525">
              <a:solidFill>
                <a:schemeClr val="tx1"/>
              </a:solidFill>
              <a:round/>
            </a:ln>
          </p:spPr>
          <p:txBody>
            <a:bodyPr wrap="none" anchor="ctr"/>
            <a:lstStyle/>
            <a:p>
              <a:endParaRPr lang="en-US"/>
            </a:p>
          </p:txBody>
        </p:sp>
        <p:sp>
          <p:nvSpPr>
            <p:cNvPr id="247" name="Line 410"/>
            <p:cNvSpPr>
              <a:spLocks noChangeShapeType="1"/>
            </p:cNvSpPr>
            <p:nvPr/>
          </p:nvSpPr>
          <p:spPr bwMode="auto">
            <a:xfrm>
              <a:off x="5616" y="3024"/>
              <a:ext cx="256" cy="0"/>
            </a:xfrm>
            <a:prstGeom prst="line">
              <a:avLst/>
            </a:prstGeom>
            <a:noFill/>
            <a:ln w="9525">
              <a:solidFill>
                <a:schemeClr val="tx1"/>
              </a:solidFill>
              <a:round/>
            </a:ln>
          </p:spPr>
          <p:txBody>
            <a:bodyPr wrap="none" anchor="ctr"/>
            <a:lstStyle/>
            <a:p>
              <a:endParaRPr lang="en-US"/>
            </a:p>
          </p:txBody>
        </p:sp>
        <p:sp>
          <p:nvSpPr>
            <p:cNvPr id="248" name="Line 411"/>
            <p:cNvSpPr>
              <a:spLocks noChangeShapeType="1"/>
            </p:cNvSpPr>
            <p:nvPr/>
          </p:nvSpPr>
          <p:spPr bwMode="auto">
            <a:xfrm flipV="1">
              <a:off x="5628" y="3294"/>
              <a:ext cx="244" cy="0"/>
            </a:xfrm>
            <a:prstGeom prst="line">
              <a:avLst/>
            </a:prstGeom>
            <a:noFill/>
            <a:ln w="9525">
              <a:solidFill>
                <a:schemeClr val="tx1"/>
              </a:solidFill>
              <a:round/>
            </a:ln>
          </p:spPr>
          <p:txBody>
            <a:bodyPr wrap="none" anchor="ctr"/>
            <a:lstStyle/>
            <a:p>
              <a:endParaRPr lang="en-US"/>
            </a:p>
          </p:txBody>
        </p:sp>
        <p:sp>
          <p:nvSpPr>
            <p:cNvPr id="249" name="Text Box 412"/>
            <p:cNvSpPr txBox="1">
              <a:spLocks noChangeArrowheads="1"/>
            </p:cNvSpPr>
            <p:nvPr/>
          </p:nvSpPr>
          <p:spPr bwMode="auto">
            <a:xfrm>
              <a:off x="5676" y="3053"/>
              <a:ext cx="244" cy="212"/>
            </a:xfrm>
            <a:prstGeom prst="rect">
              <a:avLst/>
            </a:prstGeom>
            <a:noFill/>
            <a:ln w="9525">
              <a:noFill/>
              <a:miter lim="800000"/>
            </a:ln>
          </p:spPr>
          <p:txBody>
            <a:bodyPr wrap="none">
              <a:spAutoFit/>
            </a:bodyPr>
            <a:lstStyle/>
            <a:p>
              <a:r>
                <a:rPr lang="en-US" sz="1600"/>
                <a:t>…</a:t>
              </a:r>
              <a:endParaRPr lang="en-US" sz="1600"/>
            </a:p>
          </p:txBody>
        </p:sp>
      </p:grpSp>
      <p:sp>
        <p:nvSpPr>
          <p:cNvPr id="250" name="Line 413"/>
          <p:cNvSpPr>
            <a:spLocks noChangeShapeType="1"/>
          </p:cNvSpPr>
          <p:nvPr/>
        </p:nvSpPr>
        <p:spPr bwMode="auto">
          <a:xfrm>
            <a:off x="7994510" y="53340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1" name="Line 414"/>
          <p:cNvSpPr>
            <a:spLocks noChangeShapeType="1"/>
          </p:cNvSpPr>
          <p:nvPr/>
        </p:nvSpPr>
        <p:spPr bwMode="auto">
          <a:xfrm>
            <a:off x="1365110" y="3657600"/>
            <a:ext cx="76200" cy="304800"/>
          </a:xfrm>
          <a:prstGeom prst="line">
            <a:avLst/>
          </a:prstGeom>
          <a:noFill/>
          <a:ln w="9525">
            <a:solidFill>
              <a:schemeClr val="tx1"/>
            </a:solidFill>
            <a:round/>
            <a:tailEnd type="triangle" w="med" len="med"/>
          </a:ln>
        </p:spPr>
        <p:txBody>
          <a:bodyPr wrap="none" anchor="ctr"/>
          <a:lstStyle/>
          <a:p>
            <a:endParaRPr lang="en-US"/>
          </a:p>
        </p:txBody>
      </p:sp>
      <p:sp>
        <p:nvSpPr>
          <p:cNvPr id="252" name="TextBox 251"/>
          <p:cNvSpPr txBox="1">
            <a:spLocks noChangeArrowheads="1"/>
          </p:cNvSpPr>
          <p:nvPr/>
        </p:nvSpPr>
        <p:spPr bwMode="auto">
          <a:xfrm>
            <a:off x="1822310" y="4343400"/>
            <a:ext cx="441325" cy="400050"/>
          </a:xfrm>
          <a:prstGeom prst="rect">
            <a:avLst/>
          </a:prstGeom>
          <a:noFill/>
          <a:ln w="9525">
            <a:noFill/>
            <a:miter lim="800000"/>
          </a:ln>
        </p:spPr>
        <p:txBody>
          <a:bodyPr wrap="none">
            <a:spAutoFit/>
          </a:bodyPr>
          <a:lstStyle/>
          <a:p>
            <a:r>
              <a:rPr lang="en-US"/>
              <a:t>…</a:t>
            </a:r>
            <a:endParaRPr lang="en-US"/>
          </a:p>
        </p:txBody>
      </p:sp>
      <p:sp>
        <p:nvSpPr>
          <p:cNvPr id="253" name="TextBox 252"/>
          <p:cNvSpPr txBox="1">
            <a:spLocks noChangeArrowheads="1"/>
          </p:cNvSpPr>
          <p:nvPr/>
        </p:nvSpPr>
        <p:spPr bwMode="auto">
          <a:xfrm>
            <a:off x="1822310" y="5105400"/>
            <a:ext cx="441325" cy="400050"/>
          </a:xfrm>
          <a:prstGeom prst="rect">
            <a:avLst/>
          </a:prstGeom>
          <a:noFill/>
          <a:ln w="9525">
            <a:noFill/>
            <a:miter lim="800000"/>
          </a:ln>
        </p:spPr>
        <p:txBody>
          <a:bodyPr wrap="none">
            <a:spAutoFit/>
          </a:bodyPr>
          <a:lstStyle/>
          <a:p>
            <a:r>
              <a:rPr lang="en-US"/>
              <a:t>…</a:t>
            </a:r>
            <a:endParaRPr lang="en-US"/>
          </a:p>
        </p:txBody>
      </p:sp>
      <p:sp>
        <p:nvSpPr>
          <p:cNvPr id="254" name="TextBox 253"/>
          <p:cNvSpPr txBox="1">
            <a:spLocks noChangeArrowheads="1"/>
          </p:cNvSpPr>
          <p:nvPr/>
        </p:nvSpPr>
        <p:spPr bwMode="auto">
          <a:xfrm>
            <a:off x="6714985" y="2743200"/>
            <a:ext cx="441325" cy="400050"/>
          </a:xfrm>
          <a:prstGeom prst="rect">
            <a:avLst/>
          </a:prstGeom>
          <a:noFill/>
          <a:ln w="9525">
            <a:noFill/>
            <a:miter lim="800000"/>
          </a:ln>
        </p:spPr>
        <p:txBody>
          <a:bodyPr wrap="none">
            <a:spAutoFit/>
          </a:bodyPr>
          <a:lstStyle/>
          <a:p>
            <a:r>
              <a:rPr lang="en-US"/>
              <a:t>…</a:t>
            </a:r>
            <a:endParaRPr lang="en-US"/>
          </a:p>
        </p:txBody>
      </p:sp>
      <p:sp>
        <p:nvSpPr>
          <p:cNvPr id="255" name="TextBox 254"/>
          <p:cNvSpPr txBox="1">
            <a:spLocks noChangeArrowheads="1"/>
          </p:cNvSpPr>
          <p:nvPr/>
        </p:nvSpPr>
        <p:spPr bwMode="auto">
          <a:xfrm>
            <a:off x="6699110" y="3562350"/>
            <a:ext cx="441325" cy="400050"/>
          </a:xfrm>
          <a:prstGeom prst="rect">
            <a:avLst/>
          </a:prstGeom>
          <a:noFill/>
          <a:ln w="9525">
            <a:noFill/>
            <a:miter lim="800000"/>
          </a:ln>
        </p:spPr>
        <p:txBody>
          <a:bodyPr wrap="none">
            <a:spAutoFit/>
          </a:bodyPr>
          <a:lstStyle/>
          <a:p>
            <a:r>
              <a:rPr lang="en-US"/>
              <a:t>…</a:t>
            </a:r>
            <a:endParaRPr lang="en-US"/>
          </a:p>
        </p:txBody>
      </p:sp>
      <p:sp>
        <p:nvSpPr>
          <p:cNvPr id="256" name="TextBox 255"/>
          <p:cNvSpPr txBox="1">
            <a:spLocks noChangeArrowheads="1"/>
          </p:cNvSpPr>
          <p:nvPr/>
        </p:nvSpPr>
        <p:spPr bwMode="auto">
          <a:xfrm>
            <a:off x="7095985" y="4400550"/>
            <a:ext cx="441325" cy="400050"/>
          </a:xfrm>
          <a:prstGeom prst="rect">
            <a:avLst/>
          </a:prstGeom>
          <a:noFill/>
          <a:ln w="9525">
            <a:noFill/>
            <a:miter lim="800000"/>
          </a:ln>
        </p:spPr>
        <p:txBody>
          <a:bodyPr wrap="none">
            <a:spAutoFit/>
          </a:bodyPr>
          <a:lstStyle/>
          <a:p>
            <a:r>
              <a:rPr lang="en-US"/>
              <a:t>…</a:t>
            </a:r>
            <a:endParaRPr lang="en-US"/>
          </a:p>
        </p:txBody>
      </p:sp>
      <p:sp>
        <p:nvSpPr>
          <p:cNvPr id="257" name="Text Box 365"/>
          <p:cNvSpPr txBox="1">
            <a:spLocks noChangeArrowheads="1"/>
          </p:cNvSpPr>
          <p:nvPr/>
        </p:nvSpPr>
        <p:spPr bwMode="auto">
          <a:xfrm>
            <a:off x="4790935" y="3944304"/>
            <a:ext cx="387350" cy="336550"/>
          </a:xfrm>
          <a:prstGeom prst="rect">
            <a:avLst/>
          </a:prstGeom>
          <a:noFill/>
          <a:ln w="9525">
            <a:noFill/>
            <a:miter lim="800000"/>
          </a:ln>
        </p:spPr>
        <p:txBody>
          <a:bodyPr wrap="none">
            <a:spAutoFit/>
          </a:bodyPr>
          <a:lstStyle/>
          <a:p>
            <a:r>
              <a:rPr lang="en-US" sz="1600" dirty="0"/>
              <a:t>…</a:t>
            </a:r>
            <a:endParaRPr lang="en-US" sz="1600" dirty="0"/>
          </a:p>
        </p:txBody>
      </p:sp>
      <p:sp>
        <p:nvSpPr>
          <p:cNvPr id="258" name="Text Box 365"/>
          <p:cNvSpPr txBox="1">
            <a:spLocks noChangeArrowheads="1"/>
          </p:cNvSpPr>
          <p:nvPr/>
        </p:nvSpPr>
        <p:spPr bwMode="auto">
          <a:xfrm>
            <a:off x="4842529" y="4824983"/>
            <a:ext cx="387350" cy="336550"/>
          </a:xfrm>
          <a:prstGeom prst="rect">
            <a:avLst/>
          </a:prstGeom>
          <a:noFill/>
          <a:ln w="9525">
            <a:noFill/>
            <a:miter lim="800000"/>
          </a:ln>
        </p:spPr>
        <p:txBody>
          <a:bodyPr wrap="none">
            <a:spAutoFit/>
          </a:bodyPr>
          <a:lstStyle/>
          <a:p>
            <a:r>
              <a:rPr lang="en-US" sz="1600" dirty="0"/>
              <a:t>…</a:t>
            </a:r>
            <a:endParaRPr lang="en-US" sz="1600" dirty="0"/>
          </a:p>
        </p:txBody>
      </p:sp>
      <p:sp>
        <p:nvSpPr>
          <p:cNvPr id="259" name="Text Box 365"/>
          <p:cNvSpPr txBox="1">
            <a:spLocks noChangeArrowheads="1"/>
          </p:cNvSpPr>
          <p:nvPr/>
        </p:nvSpPr>
        <p:spPr bwMode="auto">
          <a:xfrm>
            <a:off x="4843341" y="5635626"/>
            <a:ext cx="387350" cy="336550"/>
          </a:xfrm>
          <a:prstGeom prst="rect">
            <a:avLst/>
          </a:prstGeom>
          <a:noFill/>
          <a:ln w="9525">
            <a:noFill/>
            <a:miter lim="800000"/>
          </a:ln>
        </p:spPr>
        <p:txBody>
          <a:bodyPr wrap="none">
            <a:spAutoFit/>
          </a:bodyPr>
          <a:lstStyle/>
          <a:p>
            <a:r>
              <a:rPr lang="en-US" sz="1600" dirty="0"/>
              <a: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2"/>
                <a:stretch>
                  <a:fillRect t="-7" r="14" b="66"/>
                </a:stretch>
              </a:blipFill>
            </p:spPr>
            <p:txBody>
              <a:bodyPr/>
              <a:lstStyle/>
              <a:p>
                <a:r>
                  <a:rPr lang="zh-CN" altLang="en-US">
                    <a:noFill/>
                  </a:rPr>
                  <a:t> </a:t>
                </a:r>
              </a:p>
            </p:txBody>
          </p:sp>
        </mc:Fallback>
      </mc:AlternateContent>
      <p:sp>
        <p:nvSpPr>
          <p:cNvPr id="8" name="TextBox 7"/>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3"/>
                <a:stretch>
                  <a:fillRect t="-7" r="14" b="66"/>
                </a:stretch>
              </a:blipFill>
            </p:spPr>
            <p:txBody>
              <a:bodyPr/>
              <a:lstStyle/>
              <a:p>
                <a:r>
                  <a:rPr lang="zh-CN" altLang="en-US">
                    <a:noFill/>
                  </a:rPr>
                  <a:t> </a:t>
                </a:r>
              </a:p>
            </p:txBody>
          </p:sp>
        </mc:Fallback>
      </mc:AlternateContent>
      <p:sp>
        <p:nvSpPr>
          <p:cNvPr id="12" name="TextBox 11"/>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3"/>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4"/>
                <a:stretch>
                  <a:fillRect t="-47" r="-3970" b="40"/>
                </a:stretch>
              </a:blipFill>
            </p:spPr>
            <p:txBody>
              <a:bodyPr/>
              <a:lstStyle/>
              <a:p>
                <a:r>
                  <a:rPr lang="zh-CN" altLang="en-US">
                    <a:noFill/>
                  </a:rPr>
                  <a:t> </a:t>
                </a:r>
              </a:p>
            </p:txBody>
          </p:sp>
        </mc:Fallback>
      </mc:AlternateContent>
      <p:sp>
        <p:nvSpPr>
          <p:cNvPr id="13" name="TextBox 12"/>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4"/>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5"/>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6"/>
                <a:stretch>
                  <a:fillRect t="-47" r="-3970" b="40"/>
                </a:stretch>
              </a:blipFill>
            </p:spPr>
            <p:txBody>
              <a:bodyPr/>
              <a:lstStyle/>
              <a:p>
                <a:r>
                  <a:rPr lang="zh-CN" altLang="en-US">
                    <a:noFill/>
                  </a:rPr>
                  <a:t> </a:t>
                </a:r>
              </a:p>
            </p:txBody>
          </p:sp>
        </mc:Fallback>
      </mc:AlternateContent>
      <p:sp>
        <p:nvSpPr>
          <p:cNvPr id="17" name="TextBox 16"/>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5"/>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6"/>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7"/>
                <a:stretch>
                  <a:fillRect t="-47" r="-3970" b="40"/>
                </a:stretch>
              </a:blipFill>
            </p:spPr>
            <p:txBody>
              <a:bodyPr/>
              <a:lstStyle/>
              <a:p>
                <a:r>
                  <a:rPr lang="zh-CN" altLang="en-US">
                    <a:noFill/>
                  </a:rPr>
                  <a:t> </a:t>
                </a:r>
              </a:p>
            </p:txBody>
          </p:sp>
        </mc:Fallback>
      </mc:AlternateContent>
      <p:sp>
        <p:nvSpPr>
          <p:cNvPr id="18" name="TextBox 17"/>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5"/>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6"/>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7"/>
                <a:stretch>
                  <a:fillRect t="-47" r="-3970" b="40"/>
                </a:stretch>
              </a:blipFill>
            </p:spPr>
            <p:txBody>
              <a:bodyPr/>
              <a:lstStyle/>
              <a:p>
                <a:r>
                  <a:rPr lang="zh-CN" altLang="en-US">
                    <a:noFill/>
                  </a:rPr>
                  <a:t> </a:t>
                </a:r>
              </a:p>
            </p:txBody>
          </p:sp>
        </mc:Fallback>
      </mc:AlternateContent>
      <p:sp>
        <p:nvSpPr>
          <p:cNvPr id="21" name="TextBox 20"/>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5"/>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6"/>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7"/>
                <a:stretch>
                  <a:fillRect t="-47" r="-3970"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5029202" y="3240958"/>
                <a:ext cx="384171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40" name="TextBox 39"/>
              <p:cNvSpPr txBox="1">
                <a:spLocks noRot="1" noChangeAspect="1" noMove="1" noResize="1" noEditPoints="1" noAdjustHandles="1" noChangeArrowheads="1" noChangeShapeType="1" noTextEdit="1"/>
              </p:cNvSpPr>
              <p:nvPr/>
            </p:nvSpPr>
            <p:spPr>
              <a:xfrm>
                <a:off x="5029202" y="3240958"/>
                <a:ext cx="3841710" cy="769441"/>
              </a:xfrm>
              <a:prstGeom prst="rect">
                <a:avLst/>
              </a:prstGeom>
              <a:blipFill rotWithShape="1">
                <a:blip r:embed="rId8"/>
                <a:stretch>
                  <a:fillRect t="-72" r="-1703" b="49"/>
                </a:stretch>
              </a:blipFill>
            </p:spPr>
            <p:txBody>
              <a:bodyPr/>
              <a:lstStyle/>
              <a:p>
                <a:r>
                  <a:rPr lang="zh-CN" altLang="en-US">
                    <a:noFill/>
                  </a:rPr>
                  <a:t> </a:t>
                </a:r>
              </a:p>
            </p:txBody>
          </p:sp>
        </mc:Fallback>
      </mc:AlternateContent>
      <p:sp>
        <p:nvSpPr>
          <p:cNvPr id="22" name="TextBox 21"/>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grpSp>
        <p:nvGrpSpPr>
          <p:cNvPr id="18" name="Group 33"/>
          <p:cNvGrpSpPr/>
          <p:nvPr/>
        </p:nvGrpSpPr>
        <p:grpSpPr bwMode="auto">
          <a:xfrm>
            <a:off x="3505200" y="4489450"/>
            <a:ext cx="1209434" cy="852190"/>
            <a:chOff x="3505200" y="4546600"/>
            <a:chExt cx="1209434" cy="852190"/>
          </a:xfrm>
        </p:grpSpPr>
        <p:sp>
          <p:nvSpPr>
            <p:cNvPr id="19" name="Freeform 14"/>
            <p:cNvSpPr/>
            <p:nvPr/>
          </p:nvSpPr>
          <p:spPr bwMode="auto">
            <a:xfrm>
              <a:off x="3733800" y="4546600"/>
              <a:ext cx="342900" cy="374650"/>
            </a:xfrm>
            <a:custGeom>
              <a:avLst/>
              <a:gdLst>
                <a:gd name="T0" fmla="*/ 2147483647 w 234"/>
                <a:gd name="T1" fmla="*/ 0 h 236"/>
                <a:gd name="T2" fmla="*/ 2147483647 w 234"/>
                <a:gd name="T3" fmla="*/ 2147483647 h 236"/>
                <a:gd name="T4" fmla="*/ 2147483647 w 234"/>
                <a:gd name="T5" fmla="*/ 2147483647 h 236"/>
                <a:gd name="T6" fmla="*/ 2147483647 w 234"/>
                <a:gd name="T7" fmla="*/ 2147483647 h 236"/>
                <a:gd name="T8" fmla="*/ 2147483647 w 234"/>
                <a:gd name="T9" fmla="*/ 2147483647 h 236"/>
                <a:gd name="T10" fmla="*/ 2147483647 w 234"/>
                <a:gd name="T11" fmla="*/ 2147483647 h 236"/>
                <a:gd name="T12" fmla="*/ 2147483647 w 234"/>
                <a:gd name="T13" fmla="*/ 2147483647 h 236"/>
                <a:gd name="T14" fmla="*/ 0 60000 65536"/>
                <a:gd name="T15" fmla="*/ 0 60000 65536"/>
                <a:gd name="T16" fmla="*/ 0 60000 65536"/>
                <a:gd name="T17" fmla="*/ 0 60000 65536"/>
                <a:gd name="T18" fmla="*/ 0 60000 65536"/>
                <a:gd name="T19" fmla="*/ 0 60000 65536"/>
                <a:gd name="T20" fmla="*/ 0 60000 65536"/>
                <a:gd name="T21" fmla="*/ 0 w 234"/>
                <a:gd name="T22" fmla="*/ 0 h 236"/>
                <a:gd name="T23" fmla="*/ 234 w 234"/>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236">
                  <a:moveTo>
                    <a:pt x="202" y="0"/>
                  </a:moveTo>
                  <a:cubicBezTo>
                    <a:pt x="210" y="26"/>
                    <a:pt x="225" y="45"/>
                    <a:pt x="234" y="72"/>
                  </a:cubicBezTo>
                  <a:cubicBezTo>
                    <a:pt x="230" y="85"/>
                    <a:pt x="217" y="182"/>
                    <a:pt x="194" y="200"/>
                  </a:cubicBezTo>
                  <a:cubicBezTo>
                    <a:pt x="173" y="215"/>
                    <a:pt x="118" y="224"/>
                    <a:pt x="90" y="232"/>
                  </a:cubicBezTo>
                  <a:cubicBezTo>
                    <a:pt x="68" y="229"/>
                    <a:pt x="43" y="236"/>
                    <a:pt x="26" y="224"/>
                  </a:cubicBezTo>
                  <a:cubicBezTo>
                    <a:pt x="20" y="219"/>
                    <a:pt x="5" y="156"/>
                    <a:pt x="2" y="144"/>
                  </a:cubicBezTo>
                  <a:cubicBezTo>
                    <a:pt x="7" y="105"/>
                    <a:pt x="0" y="56"/>
                    <a:pt x="50" y="56"/>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0" name="Text Box 17"/>
                <p:cNvSpPr txBox="1">
                  <a:spLocks noChangeArrowheads="1"/>
                </p:cNvSpPr>
                <p:nvPr/>
              </p:nvSpPr>
              <p:spPr bwMode="auto">
                <a:xfrm>
                  <a:off x="3505200" y="4937125"/>
                  <a:ext cx="120943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0" name="Text Box 17"/>
                <p:cNvSpPr txBox="1">
                  <a:spLocks noRot="1" noChangeAspect="1" noMove="1" noResize="1" noEditPoints="1" noAdjustHandles="1" noChangeArrowheads="1" noChangeShapeType="1" noTextEdit="1"/>
                </p:cNvSpPr>
                <p:nvPr/>
              </p:nvSpPr>
              <p:spPr bwMode="auto">
                <a:xfrm>
                  <a:off x="3505200" y="4937125"/>
                  <a:ext cx="1209434" cy="461665"/>
                </a:xfrm>
                <a:prstGeom prst="rect">
                  <a:avLst/>
                </a:prstGeom>
                <a:blipFill rotWithShape="1">
                  <a:blip r:embed="rId5"/>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1" name="Text Box 18"/>
              <p:cNvSpPr txBox="1">
                <a:spLocks noChangeArrowheads="1"/>
              </p:cNvSpPr>
              <p:nvPr/>
            </p:nvSpPr>
            <p:spPr bwMode="auto">
              <a:xfrm>
                <a:off x="3473450" y="5200650"/>
                <a:ext cx="116236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1" name="Text Box 18"/>
              <p:cNvSpPr txBox="1">
                <a:spLocks noRot="1" noChangeAspect="1" noMove="1" noResize="1" noEditPoints="1" noAdjustHandles="1" noChangeArrowheads="1" noChangeShapeType="1" noTextEdit="1"/>
              </p:cNvSpPr>
              <p:nvPr/>
            </p:nvSpPr>
            <p:spPr bwMode="auto">
              <a:xfrm>
                <a:off x="3473450" y="5200650"/>
                <a:ext cx="1162369" cy="461665"/>
              </a:xfrm>
              <a:prstGeom prst="rect">
                <a:avLst/>
              </a:prstGeom>
              <a:blipFill rotWithShape="1">
                <a:blip r:embed="rId6"/>
                <a:stretch>
                  <a:fillRect r="27" b="4"/>
                </a:stretch>
              </a:blipFill>
              <a:ln w="9525">
                <a:noFill/>
                <a:miter lim="800000"/>
              </a:ln>
            </p:spPr>
            <p:txBody>
              <a:bodyPr/>
              <a:lstStyle/>
              <a:p>
                <a:r>
                  <a:rPr lang="zh-CN" altLang="en-US">
                    <a:noFill/>
                  </a:rPr>
                  <a:t> </a:t>
                </a:r>
              </a:p>
            </p:txBody>
          </p:sp>
        </mc:Fallback>
      </mc:AlternateContent>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7"/>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8"/>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9"/>
                <a:stretch>
                  <a:fillRect t="-47" r="-3970"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5029202" y="3240958"/>
                <a:ext cx="384171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40" name="TextBox 39"/>
              <p:cNvSpPr txBox="1">
                <a:spLocks noRot="1" noChangeAspect="1" noMove="1" noResize="1" noEditPoints="1" noAdjustHandles="1" noChangeArrowheads="1" noChangeShapeType="1" noTextEdit="1"/>
              </p:cNvSpPr>
              <p:nvPr/>
            </p:nvSpPr>
            <p:spPr>
              <a:xfrm>
                <a:off x="5029202" y="3240958"/>
                <a:ext cx="3841710" cy="769441"/>
              </a:xfrm>
              <a:prstGeom prst="rect">
                <a:avLst/>
              </a:prstGeom>
              <a:blipFill rotWithShape="1">
                <a:blip r:embed="rId10"/>
                <a:stretch>
                  <a:fillRect t="-72" r="-1703" b="49"/>
                </a:stretch>
              </a:blipFill>
            </p:spPr>
            <p:txBody>
              <a:bodyPr/>
              <a:lstStyle/>
              <a:p>
                <a:r>
                  <a:rPr lang="zh-CN" altLang="en-US">
                    <a:noFill/>
                  </a:rPr>
                  <a:t> </a:t>
                </a:r>
              </a:p>
            </p:txBody>
          </p:sp>
        </mc:Fallback>
      </mc:AlternateContent>
      <p:sp>
        <p:nvSpPr>
          <p:cNvPr id="26" name="TextBox 25"/>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grpSp>
        <p:nvGrpSpPr>
          <p:cNvPr id="18" name="Group 33"/>
          <p:cNvGrpSpPr/>
          <p:nvPr/>
        </p:nvGrpSpPr>
        <p:grpSpPr bwMode="auto">
          <a:xfrm>
            <a:off x="3505200" y="4489450"/>
            <a:ext cx="1209434" cy="852190"/>
            <a:chOff x="3505200" y="4546600"/>
            <a:chExt cx="1209434" cy="852190"/>
          </a:xfrm>
        </p:grpSpPr>
        <p:sp>
          <p:nvSpPr>
            <p:cNvPr id="19" name="Freeform 14"/>
            <p:cNvSpPr/>
            <p:nvPr/>
          </p:nvSpPr>
          <p:spPr bwMode="auto">
            <a:xfrm>
              <a:off x="3733800" y="4546600"/>
              <a:ext cx="342900" cy="374650"/>
            </a:xfrm>
            <a:custGeom>
              <a:avLst/>
              <a:gdLst>
                <a:gd name="T0" fmla="*/ 2147483647 w 234"/>
                <a:gd name="T1" fmla="*/ 0 h 236"/>
                <a:gd name="T2" fmla="*/ 2147483647 w 234"/>
                <a:gd name="T3" fmla="*/ 2147483647 h 236"/>
                <a:gd name="T4" fmla="*/ 2147483647 w 234"/>
                <a:gd name="T5" fmla="*/ 2147483647 h 236"/>
                <a:gd name="T6" fmla="*/ 2147483647 w 234"/>
                <a:gd name="T7" fmla="*/ 2147483647 h 236"/>
                <a:gd name="T8" fmla="*/ 2147483647 w 234"/>
                <a:gd name="T9" fmla="*/ 2147483647 h 236"/>
                <a:gd name="T10" fmla="*/ 2147483647 w 234"/>
                <a:gd name="T11" fmla="*/ 2147483647 h 236"/>
                <a:gd name="T12" fmla="*/ 2147483647 w 234"/>
                <a:gd name="T13" fmla="*/ 2147483647 h 236"/>
                <a:gd name="T14" fmla="*/ 0 60000 65536"/>
                <a:gd name="T15" fmla="*/ 0 60000 65536"/>
                <a:gd name="T16" fmla="*/ 0 60000 65536"/>
                <a:gd name="T17" fmla="*/ 0 60000 65536"/>
                <a:gd name="T18" fmla="*/ 0 60000 65536"/>
                <a:gd name="T19" fmla="*/ 0 60000 65536"/>
                <a:gd name="T20" fmla="*/ 0 60000 65536"/>
                <a:gd name="T21" fmla="*/ 0 w 234"/>
                <a:gd name="T22" fmla="*/ 0 h 236"/>
                <a:gd name="T23" fmla="*/ 234 w 234"/>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236">
                  <a:moveTo>
                    <a:pt x="202" y="0"/>
                  </a:moveTo>
                  <a:cubicBezTo>
                    <a:pt x="210" y="26"/>
                    <a:pt x="225" y="45"/>
                    <a:pt x="234" y="72"/>
                  </a:cubicBezTo>
                  <a:cubicBezTo>
                    <a:pt x="230" y="85"/>
                    <a:pt x="217" y="182"/>
                    <a:pt x="194" y="200"/>
                  </a:cubicBezTo>
                  <a:cubicBezTo>
                    <a:pt x="173" y="215"/>
                    <a:pt x="118" y="224"/>
                    <a:pt x="90" y="232"/>
                  </a:cubicBezTo>
                  <a:cubicBezTo>
                    <a:pt x="68" y="229"/>
                    <a:pt x="43" y="236"/>
                    <a:pt x="26" y="224"/>
                  </a:cubicBezTo>
                  <a:cubicBezTo>
                    <a:pt x="20" y="219"/>
                    <a:pt x="5" y="156"/>
                    <a:pt x="2" y="144"/>
                  </a:cubicBezTo>
                  <a:cubicBezTo>
                    <a:pt x="7" y="105"/>
                    <a:pt x="0" y="56"/>
                    <a:pt x="50" y="56"/>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0" name="Text Box 17"/>
                <p:cNvSpPr txBox="1">
                  <a:spLocks noChangeArrowheads="1"/>
                </p:cNvSpPr>
                <p:nvPr/>
              </p:nvSpPr>
              <p:spPr bwMode="auto">
                <a:xfrm>
                  <a:off x="3505200" y="4937125"/>
                  <a:ext cx="120943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0" name="Text Box 17"/>
                <p:cNvSpPr txBox="1">
                  <a:spLocks noRot="1" noChangeAspect="1" noMove="1" noResize="1" noEditPoints="1" noAdjustHandles="1" noChangeArrowheads="1" noChangeShapeType="1" noTextEdit="1"/>
                </p:cNvSpPr>
                <p:nvPr/>
              </p:nvSpPr>
              <p:spPr bwMode="auto">
                <a:xfrm>
                  <a:off x="3505200" y="4937125"/>
                  <a:ext cx="1209434" cy="461665"/>
                </a:xfrm>
                <a:prstGeom prst="rect">
                  <a:avLst/>
                </a:prstGeom>
                <a:blipFill rotWithShape="1">
                  <a:blip r:embed="rId5"/>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1" name="Text Box 18"/>
              <p:cNvSpPr txBox="1">
                <a:spLocks noChangeArrowheads="1"/>
              </p:cNvSpPr>
              <p:nvPr/>
            </p:nvSpPr>
            <p:spPr bwMode="auto">
              <a:xfrm>
                <a:off x="3473450" y="5200650"/>
                <a:ext cx="116236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1" name="Text Box 18"/>
              <p:cNvSpPr txBox="1">
                <a:spLocks noRot="1" noChangeAspect="1" noMove="1" noResize="1" noEditPoints="1" noAdjustHandles="1" noChangeArrowheads="1" noChangeShapeType="1" noTextEdit="1"/>
              </p:cNvSpPr>
              <p:nvPr/>
            </p:nvSpPr>
            <p:spPr bwMode="auto">
              <a:xfrm>
                <a:off x="3473450" y="5200650"/>
                <a:ext cx="1162369" cy="461665"/>
              </a:xfrm>
              <a:prstGeom prst="rect">
                <a:avLst/>
              </a:prstGeom>
              <a:blipFill rotWithShape="1">
                <a:blip r:embed="rId6"/>
                <a:stretch>
                  <a:fillRect r="27" b="4"/>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Text Box 20"/>
              <p:cNvSpPr txBox="1">
                <a:spLocks noChangeArrowheads="1"/>
              </p:cNvSpPr>
              <p:nvPr/>
            </p:nvSpPr>
            <p:spPr bwMode="auto">
              <a:xfrm>
                <a:off x="2082675" y="3883321"/>
                <a:ext cx="126989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3" name="Text Box 20"/>
              <p:cNvSpPr txBox="1">
                <a:spLocks noRot="1" noChangeAspect="1" noMove="1" noResize="1" noEditPoints="1" noAdjustHandles="1" noChangeArrowheads="1" noChangeShapeType="1" noTextEdit="1"/>
              </p:cNvSpPr>
              <p:nvPr/>
            </p:nvSpPr>
            <p:spPr bwMode="auto">
              <a:xfrm>
                <a:off x="2082675" y="3883321"/>
                <a:ext cx="1269899" cy="461665"/>
              </a:xfrm>
              <a:prstGeom prst="rect">
                <a:avLst/>
              </a:prstGeom>
              <a:blipFill rotWithShape="1">
                <a:blip r:embed="rId7"/>
                <a:stretch>
                  <a:fillRect l="-40" t="-64" r="32" b="68"/>
                </a:stretch>
              </a:blipFill>
              <a:ln w="9525">
                <a:noFill/>
                <a:miter lim="800000"/>
              </a:ln>
            </p:spPr>
            <p:txBody>
              <a:bodyPr/>
              <a:lstStyle/>
              <a:p>
                <a:r>
                  <a:rPr lang="zh-CN" altLang="en-US">
                    <a:noFill/>
                  </a:rPr>
                  <a:t> </a:t>
                </a:r>
              </a:p>
            </p:txBody>
          </p:sp>
        </mc:Fallback>
      </mc:AlternateContent>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8"/>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9"/>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10"/>
                <a:stretch>
                  <a:fillRect t="-47" r="-3970"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5029202" y="3240958"/>
                <a:ext cx="384171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40" name="TextBox 39"/>
              <p:cNvSpPr txBox="1">
                <a:spLocks noRot="1" noChangeAspect="1" noMove="1" noResize="1" noEditPoints="1" noAdjustHandles="1" noChangeArrowheads="1" noChangeShapeType="1" noTextEdit="1"/>
              </p:cNvSpPr>
              <p:nvPr/>
            </p:nvSpPr>
            <p:spPr>
              <a:xfrm>
                <a:off x="5029202" y="3240958"/>
                <a:ext cx="3841710" cy="769441"/>
              </a:xfrm>
              <a:prstGeom prst="rect">
                <a:avLst/>
              </a:prstGeom>
              <a:blipFill rotWithShape="1">
                <a:blip r:embed="rId11"/>
                <a:stretch>
                  <a:fillRect t="-72" r="-1703" b="49"/>
                </a:stretch>
              </a:blipFill>
            </p:spPr>
            <p:txBody>
              <a:bodyPr/>
              <a:lstStyle/>
              <a:p>
                <a:r>
                  <a:rPr lang="zh-CN" altLang="en-US">
                    <a:noFill/>
                  </a:rPr>
                  <a:t> </a:t>
                </a:r>
              </a:p>
            </p:txBody>
          </p:sp>
        </mc:Fallback>
      </mc:AlternateContent>
      <p:sp>
        <p:nvSpPr>
          <p:cNvPr id="27" name="TextBox 26"/>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grpSp>
        <p:nvGrpSpPr>
          <p:cNvPr id="18" name="Group 33"/>
          <p:cNvGrpSpPr/>
          <p:nvPr/>
        </p:nvGrpSpPr>
        <p:grpSpPr bwMode="auto">
          <a:xfrm>
            <a:off x="3505200" y="4489450"/>
            <a:ext cx="1209434" cy="852190"/>
            <a:chOff x="3505200" y="4546600"/>
            <a:chExt cx="1209434" cy="852190"/>
          </a:xfrm>
        </p:grpSpPr>
        <p:sp>
          <p:nvSpPr>
            <p:cNvPr id="19" name="Freeform 14"/>
            <p:cNvSpPr/>
            <p:nvPr/>
          </p:nvSpPr>
          <p:spPr bwMode="auto">
            <a:xfrm>
              <a:off x="3733800" y="4546600"/>
              <a:ext cx="342900" cy="374650"/>
            </a:xfrm>
            <a:custGeom>
              <a:avLst/>
              <a:gdLst>
                <a:gd name="T0" fmla="*/ 2147483647 w 234"/>
                <a:gd name="T1" fmla="*/ 0 h 236"/>
                <a:gd name="T2" fmla="*/ 2147483647 w 234"/>
                <a:gd name="T3" fmla="*/ 2147483647 h 236"/>
                <a:gd name="T4" fmla="*/ 2147483647 w 234"/>
                <a:gd name="T5" fmla="*/ 2147483647 h 236"/>
                <a:gd name="T6" fmla="*/ 2147483647 w 234"/>
                <a:gd name="T7" fmla="*/ 2147483647 h 236"/>
                <a:gd name="T8" fmla="*/ 2147483647 w 234"/>
                <a:gd name="T9" fmla="*/ 2147483647 h 236"/>
                <a:gd name="T10" fmla="*/ 2147483647 w 234"/>
                <a:gd name="T11" fmla="*/ 2147483647 h 236"/>
                <a:gd name="T12" fmla="*/ 2147483647 w 234"/>
                <a:gd name="T13" fmla="*/ 2147483647 h 236"/>
                <a:gd name="T14" fmla="*/ 0 60000 65536"/>
                <a:gd name="T15" fmla="*/ 0 60000 65536"/>
                <a:gd name="T16" fmla="*/ 0 60000 65536"/>
                <a:gd name="T17" fmla="*/ 0 60000 65536"/>
                <a:gd name="T18" fmla="*/ 0 60000 65536"/>
                <a:gd name="T19" fmla="*/ 0 60000 65536"/>
                <a:gd name="T20" fmla="*/ 0 60000 65536"/>
                <a:gd name="T21" fmla="*/ 0 w 234"/>
                <a:gd name="T22" fmla="*/ 0 h 236"/>
                <a:gd name="T23" fmla="*/ 234 w 234"/>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236">
                  <a:moveTo>
                    <a:pt x="202" y="0"/>
                  </a:moveTo>
                  <a:cubicBezTo>
                    <a:pt x="210" y="26"/>
                    <a:pt x="225" y="45"/>
                    <a:pt x="234" y="72"/>
                  </a:cubicBezTo>
                  <a:cubicBezTo>
                    <a:pt x="230" y="85"/>
                    <a:pt x="217" y="182"/>
                    <a:pt x="194" y="200"/>
                  </a:cubicBezTo>
                  <a:cubicBezTo>
                    <a:pt x="173" y="215"/>
                    <a:pt x="118" y="224"/>
                    <a:pt x="90" y="232"/>
                  </a:cubicBezTo>
                  <a:cubicBezTo>
                    <a:pt x="68" y="229"/>
                    <a:pt x="43" y="236"/>
                    <a:pt x="26" y="224"/>
                  </a:cubicBezTo>
                  <a:cubicBezTo>
                    <a:pt x="20" y="219"/>
                    <a:pt x="5" y="156"/>
                    <a:pt x="2" y="144"/>
                  </a:cubicBezTo>
                  <a:cubicBezTo>
                    <a:pt x="7" y="105"/>
                    <a:pt x="0" y="56"/>
                    <a:pt x="50" y="56"/>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0" name="Text Box 17"/>
                <p:cNvSpPr txBox="1">
                  <a:spLocks noChangeArrowheads="1"/>
                </p:cNvSpPr>
                <p:nvPr/>
              </p:nvSpPr>
              <p:spPr bwMode="auto">
                <a:xfrm>
                  <a:off x="3505200" y="4937125"/>
                  <a:ext cx="120943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0" name="Text Box 17"/>
                <p:cNvSpPr txBox="1">
                  <a:spLocks noRot="1" noChangeAspect="1" noMove="1" noResize="1" noEditPoints="1" noAdjustHandles="1" noChangeArrowheads="1" noChangeShapeType="1" noTextEdit="1"/>
                </p:cNvSpPr>
                <p:nvPr/>
              </p:nvSpPr>
              <p:spPr bwMode="auto">
                <a:xfrm>
                  <a:off x="3505200" y="4937125"/>
                  <a:ext cx="1209434" cy="461665"/>
                </a:xfrm>
                <a:prstGeom prst="rect">
                  <a:avLst/>
                </a:prstGeom>
                <a:blipFill rotWithShape="1">
                  <a:blip r:embed="rId5"/>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1" name="Text Box 18"/>
              <p:cNvSpPr txBox="1">
                <a:spLocks noChangeArrowheads="1"/>
              </p:cNvSpPr>
              <p:nvPr/>
            </p:nvSpPr>
            <p:spPr bwMode="auto">
              <a:xfrm>
                <a:off x="3473450" y="5200650"/>
                <a:ext cx="116236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1" name="Text Box 18"/>
              <p:cNvSpPr txBox="1">
                <a:spLocks noRot="1" noChangeAspect="1" noMove="1" noResize="1" noEditPoints="1" noAdjustHandles="1" noChangeArrowheads="1" noChangeShapeType="1" noTextEdit="1"/>
              </p:cNvSpPr>
              <p:nvPr/>
            </p:nvSpPr>
            <p:spPr bwMode="auto">
              <a:xfrm>
                <a:off x="3473450" y="5200650"/>
                <a:ext cx="1162369" cy="461665"/>
              </a:xfrm>
              <a:prstGeom prst="rect">
                <a:avLst/>
              </a:prstGeom>
              <a:blipFill rotWithShape="1">
                <a:blip r:embed="rId6"/>
                <a:stretch>
                  <a:fillRect r="27" b="4"/>
                </a:stretch>
              </a:blipFill>
              <a:ln w="9525">
                <a:noFill/>
                <a:miter lim="800000"/>
              </a:ln>
            </p:spPr>
            <p:txBody>
              <a:bodyPr/>
              <a:lstStyle/>
              <a:p>
                <a:r>
                  <a:rPr lang="zh-CN" altLang="en-US">
                    <a:noFill/>
                  </a:rPr>
                  <a:t> </a:t>
                </a:r>
              </a:p>
            </p:txBody>
          </p:sp>
        </mc:Fallback>
      </mc:AlternateContent>
      <p:sp>
        <p:nvSpPr>
          <p:cNvPr id="22" name="Line 19"/>
          <p:cNvSpPr>
            <a:spLocks noChangeShapeType="1"/>
          </p:cNvSpPr>
          <p:nvPr/>
        </p:nvSpPr>
        <p:spPr bwMode="auto">
          <a:xfrm flipH="1" flipV="1">
            <a:off x="2362200" y="3371850"/>
            <a:ext cx="1295400" cy="83820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3" name="Text Box 20"/>
              <p:cNvSpPr txBox="1">
                <a:spLocks noChangeArrowheads="1"/>
              </p:cNvSpPr>
              <p:nvPr/>
            </p:nvSpPr>
            <p:spPr bwMode="auto">
              <a:xfrm>
                <a:off x="2082675" y="3883321"/>
                <a:ext cx="126989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3" name="Text Box 20"/>
              <p:cNvSpPr txBox="1">
                <a:spLocks noRot="1" noChangeAspect="1" noMove="1" noResize="1" noEditPoints="1" noAdjustHandles="1" noChangeArrowheads="1" noChangeShapeType="1" noTextEdit="1"/>
              </p:cNvSpPr>
              <p:nvPr/>
            </p:nvSpPr>
            <p:spPr bwMode="auto">
              <a:xfrm>
                <a:off x="2082675" y="3883321"/>
                <a:ext cx="1269899" cy="461665"/>
              </a:xfrm>
              <a:prstGeom prst="rect">
                <a:avLst/>
              </a:prstGeom>
              <a:blipFill rotWithShape="1">
                <a:blip r:embed="rId7"/>
                <a:stretch>
                  <a:fillRect l="-40" t="-64" r="32" b="68"/>
                </a:stretch>
              </a:blipFill>
              <a:ln w="9525">
                <a:noFill/>
                <a:miter lim="800000"/>
              </a:ln>
            </p:spPr>
            <p:txBody>
              <a:bodyPr/>
              <a:lstStyle/>
              <a:p>
                <a:r>
                  <a:rPr lang="zh-CN" altLang="en-US">
                    <a:noFill/>
                  </a:rPr>
                  <a:t> </a:t>
                </a:r>
              </a:p>
            </p:txBody>
          </p:sp>
        </mc:Fallback>
      </mc:AlternateContent>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8"/>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9"/>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10"/>
                <a:stretch>
                  <a:fillRect t="-47" r="-3970"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5029202" y="3240958"/>
                <a:ext cx="384171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40" name="TextBox 39"/>
              <p:cNvSpPr txBox="1">
                <a:spLocks noRot="1" noChangeAspect="1" noMove="1" noResize="1" noEditPoints="1" noAdjustHandles="1" noChangeArrowheads="1" noChangeShapeType="1" noTextEdit="1"/>
              </p:cNvSpPr>
              <p:nvPr/>
            </p:nvSpPr>
            <p:spPr>
              <a:xfrm>
                <a:off x="5029202" y="3240958"/>
                <a:ext cx="3841710" cy="769441"/>
              </a:xfrm>
              <a:prstGeom prst="rect">
                <a:avLst/>
              </a:prstGeom>
              <a:blipFill rotWithShape="1">
                <a:blip r:embed="rId11"/>
                <a:stretch>
                  <a:fillRect t="-72" r="-1703" b="49"/>
                </a:stretch>
              </a:blipFill>
            </p:spPr>
            <p:txBody>
              <a:bodyPr/>
              <a:lstStyle/>
              <a:p>
                <a:r>
                  <a:rPr lang="zh-CN" altLang="en-US">
                    <a:noFill/>
                  </a:rPr>
                  <a:t> </a:t>
                </a:r>
              </a:p>
            </p:txBody>
          </p:sp>
        </mc:Fallback>
      </mc:AlternateContent>
      <p:sp>
        <p:nvSpPr>
          <p:cNvPr id="28" name="TextBox 27"/>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grpSp>
        <p:nvGrpSpPr>
          <p:cNvPr id="18" name="Group 33"/>
          <p:cNvGrpSpPr/>
          <p:nvPr/>
        </p:nvGrpSpPr>
        <p:grpSpPr bwMode="auto">
          <a:xfrm>
            <a:off x="3505200" y="4489450"/>
            <a:ext cx="1209434" cy="852190"/>
            <a:chOff x="3505200" y="4546600"/>
            <a:chExt cx="1209434" cy="852190"/>
          </a:xfrm>
        </p:grpSpPr>
        <p:sp>
          <p:nvSpPr>
            <p:cNvPr id="19" name="Freeform 14"/>
            <p:cNvSpPr/>
            <p:nvPr/>
          </p:nvSpPr>
          <p:spPr bwMode="auto">
            <a:xfrm>
              <a:off x="3733800" y="4546600"/>
              <a:ext cx="342900" cy="374650"/>
            </a:xfrm>
            <a:custGeom>
              <a:avLst/>
              <a:gdLst>
                <a:gd name="T0" fmla="*/ 2147483647 w 234"/>
                <a:gd name="T1" fmla="*/ 0 h 236"/>
                <a:gd name="T2" fmla="*/ 2147483647 w 234"/>
                <a:gd name="T3" fmla="*/ 2147483647 h 236"/>
                <a:gd name="T4" fmla="*/ 2147483647 w 234"/>
                <a:gd name="T5" fmla="*/ 2147483647 h 236"/>
                <a:gd name="T6" fmla="*/ 2147483647 w 234"/>
                <a:gd name="T7" fmla="*/ 2147483647 h 236"/>
                <a:gd name="T8" fmla="*/ 2147483647 w 234"/>
                <a:gd name="T9" fmla="*/ 2147483647 h 236"/>
                <a:gd name="T10" fmla="*/ 2147483647 w 234"/>
                <a:gd name="T11" fmla="*/ 2147483647 h 236"/>
                <a:gd name="T12" fmla="*/ 2147483647 w 234"/>
                <a:gd name="T13" fmla="*/ 2147483647 h 236"/>
                <a:gd name="T14" fmla="*/ 0 60000 65536"/>
                <a:gd name="T15" fmla="*/ 0 60000 65536"/>
                <a:gd name="T16" fmla="*/ 0 60000 65536"/>
                <a:gd name="T17" fmla="*/ 0 60000 65536"/>
                <a:gd name="T18" fmla="*/ 0 60000 65536"/>
                <a:gd name="T19" fmla="*/ 0 60000 65536"/>
                <a:gd name="T20" fmla="*/ 0 60000 65536"/>
                <a:gd name="T21" fmla="*/ 0 w 234"/>
                <a:gd name="T22" fmla="*/ 0 h 236"/>
                <a:gd name="T23" fmla="*/ 234 w 234"/>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236">
                  <a:moveTo>
                    <a:pt x="202" y="0"/>
                  </a:moveTo>
                  <a:cubicBezTo>
                    <a:pt x="210" y="26"/>
                    <a:pt x="225" y="45"/>
                    <a:pt x="234" y="72"/>
                  </a:cubicBezTo>
                  <a:cubicBezTo>
                    <a:pt x="230" y="85"/>
                    <a:pt x="217" y="182"/>
                    <a:pt x="194" y="200"/>
                  </a:cubicBezTo>
                  <a:cubicBezTo>
                    <a:pt x="173" y="215"/>
                    <a:pt x="118" y="224"/>
                    <a:pt x="90" y="232"/>
                  </a:cubicBezTo>
                  <a:cubicBezTo>
                    <a:pt x="68" y="229"/>
                    <a:pt x="43" y="236"/>
                    <a:pt x="26" y="224"/>
                  </a:cubicBezTo>
                  <a:cubicBezTo>
                    <a:pt x="20" y="219"/>
                    <a:pt x="5" y="156"/>
                    <a:pt x="2" y="144"/>
                  </a:cubicBezTo>
                  <a:cubicBezTo>
                    <a:pt x="7" y="105"/>
                    <a:pt x="0" y="56"/>
                    <a:pt x="50" y="56"/>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0" name="Text Box 17"/>
                <p:cNvSpPr txBox="1">
                  <a:spLocks noChangeArrowheads="1"/>
                </p:cNvSpPr>
                <p:nvPr/>
              </p:nvSpPr>
              <p:spPr bwMode="auto">
                <a:xfrm>
                  <a:off x="3505200" y="4937125"/>
                  <a:ext cx="120943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0" name="Text Box 17"/>
                <p:cNvSpPr txBox="1">
                  <a:spLocks noRot="1" noChangeAspect="1" noMove="1" noResize="1" noEditPoints="1" noAdjustHandles="1" noChangeArrowheads="1" noChangeShapeType="1" noTextEdit="1"/>
                </p:cNvSpPr>
                <p:nvPr/>
              </p:nvSpPr>
              <p:spPr bwMode="auto">
                <a:xfrm>
                  <a:off x="3505200" y="4937125"/>
                  <a:ext cx="1209434" cy="461665"/>
                </a:xfrm>
                <a:prstGeom prst="rect">
                  <a:avLst/>
                </a:prstGeom>
                <a:blipFill rotWithShape="1">
                  <a:blip r:embed="rId5"/>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1" name="Text Box 18"/>
              <p:cNvSpPr txBox="1">
                <a:spLocks noChangeArrowheads="1"/>
              </p:cNvSpPr>
              <p:nvPr/>
            </p:nvSpPr>
            <p:spPr bwMode="auto">
              <a:xfrm>
                <a:off x="3473450" y="5200650"/>
                <a:ext cx="116236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1" name="Text Box 18"/>
              <p:cNvSpPr txBox="1">
                <a:spLocks noRot="1" noChangeAspect="1" noMove="1" noResize="1" noEditPoints="1" noAdjustHandles="1" noChangeArrowheads="1" noChangeShapeType="1" noTextEdit="1"/>
              </p:cNvSpPr>
              <p:nvPr/>
            </p:nvSpPr>
            <p:spPr bwMode="auto">
              <a:xfrm>
                <a:off x="3473450" y="5200650"/>
                <a:ext cx="1162369" cy="461665"/>
              </a:xfrm>
              <a:prstGeom prst="rect">
                <a:avLst/>
              </a:prstGeom>
              <a:blipFill rotWithShape="1">
                <a:blip r:embed="rId6"/>
                <a:stretch>
                  <a:fillRect r="27" b="4"/>
                </a:stretch>
              </a:blipFill>
              <a:ln w="9525">
                <a:noFill/>
                <a:miter lim="800000"/>
              </a:ln>
            </p:spPr>
            <p:txBody>
              <a:bodyPr/>
              <a:lstStyle/>
              <a:p>
                <a:r>
                  <a:rPr lang="zh-CN" altLang="en-US">
                    <a:noFill/>
                  </a:rPr>
                  <a:t> </a:t>
                </a:r>
              </a:p>
            </p:txBody>
          </p:sp>
        </mc:Fallback>
      </mc:AlternateContent>
      <p:sp>
        <p:nvSpPr>
          <p:cNvPr id="22" name="Line 19"/>
          <p:cNvSpPr>
            <a:spLocks noChangeShapeType="1"/>
          </p:cNvSpPr>
          <p:nvPr/>
        </p:nvSpPr>
        <p:spPr bwMode="auto">
          <a:xfrm flipH="1" flipV="1">
            <a:off x="2362200" y="3371850"/>
            <a:ext cx="1295400" cy="83820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3" name="Text Box 20"/>
              <p:cNvSpPr txBox="1">
                <a:spLocks noChangeArrowheads="1"/>
              </p:cNvSpPr>
              <p:nvPr/>
            </p:nvSpPr>
            <p:spPr bwMode="auto">
              <a:xfrm>
                <a:off x="2082675" y="3883321"/>
                <a:ext cx="126989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3" name="Text Box 20"/>
              <p:cNvSpPr txBox="1">
                <a:spLocks noRot="1" noChangeAspect="1" noMove="1" noResize="1" noEditPoints="1" noAdjustHandles="1" noChangeArrowheads="1" noChangeShapeType="1" noTextEdit="1"/>
              </p:cNvSpPr>
              <p:nvPr/>
            </p:nvSpPr>
            <p:spPr bwMode="auto">
              <a:xfrm>
                <a:off x="2082675" y="3883321"/>
                <a:ext cx="1269899" cy="461665"/>
              </a:xfrm>
              <a:prstGeom prst="rect">
                <a:avLst/>
              </a:prstGeom>
              <a:blipFill rotWithShape="1">
                <a:blip r:embed="rId7"/>
                <a:stretch>
                  <a:fillRect l="-40" t="-64" r="32" b="68"/>
                </a:stretch>
              </a:blipFill>
              <a:ln w="9525">
                <a:noFill/>
                <a:miter lim="800000"/>
              </a:ln>
            </p:spPr>
            <p:txBody>
              <a:bodyPr/>
              <a:lstStyle/>
              <a:p>
                <a:r>
                  <a:rPr lang="zh-CN" altLang="en-US">
                    <a:noFill/>
                  </a:rPr>
                  <a:t> </a:t>
                </a:r>
              </a:p>
            </p:txBody>
          </p:sp>
        </mc:Fallback>
      </mc:AlternateContent>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8"/>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9"/>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10"/>
                <a:stretch>
                  <a:fillRect t="-47" r="-3970"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5029202" y="3240958"/>
                <a:ext cx="384171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40" name="TextBox 39"/>
              <p:cNvSpPr txBox="1">
                <a:spLocks noRot="1" noChangeAspect="1" noMove="1" noResize="1" noEditPoints="1" noAdjustHandles="1" noChangeArrowheads="1" noChangeShapeType="1" noTextEdit="1"/>
              </p:cNvSpPr>
              <p:nvPr/>
            </p:nvSpPr>
            <p:spPr>
              <a:xfrm>
                <a:off x="5029202" y="3240958"/>
                <a:ext cx="3841710" cy="769441"/>
              </a:xfrm>
              <a:prstGeom prst="rect">
                <a:avLst/>
              </a:prstGeom>
              <a:blipFill rotWithShape="1">
                <a:blip r:embed="rId11"/>
                <a:stretch>
                  <a:fillRect t="-72" r="-1703"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TextBox 40"/>
              <p:cNvSpPr txBox="1"/>
              <p:nvPr/>
            </p:nvSpPr>
            <p:spPr>
              <a:xfrm>
                <a:off x="5067299" y="3963498"/>
                <a:ext cx="3863940" cy="1785104"/>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4. </a:t>
                </a:r>
                <a:r>
                  <a:rPr lang="zh-CN" altLang="en-US" sz="2200" dirty="0">
                    <a:latin typeface="楷体" panose="02010609060101010101" pitchFamily="49" charset="-122"/>
                    <a:ea typeface="楷体" panose="02010609060101010101" pitchFamily="49" charset="-122"/>
                  </a:rPr>
                  <a:t>如果下一个要读入的符号是</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，则跳转到第一步；否则，向右移动检查是否还有剩余的</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。如果后面已经全是</a:t>
                </a:r>
                <a14:m>
                  <m:oMath xmlns:m="http://schemas.openxmlformats.org/officeDocument/2006/math">
                    <m:r>
                      <a:rPr lang="en-US" altLang="zh-CN" sz="2200" i="1" dirty="0"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，那么在空格符停下，进入接受状态。</a:t>
                </a:r>
                <a:endParaRPr lang="en-AU" sz="2200" dirty="0">
                  <a:latin typeface="楷体" panose="02010609060101010101" pitchFamily="49" charset="-122"/>
                  <a:ea typeface="楷体" panose="02010609060101010101" pitchFamily="49" charset="-122"/>
                </a:endParaRPr>
              </a:p>
            </p:txBody>
          </p:sp>
        </mc:Choice>
        <mc:Fallback>
          <p:sp>
            <p:nvSpPr>
              <p:cNvPr id="41" name="TextBox 40"/>
              <p:cNvSpPr txBox="1">
                <a:spLocks noRot="1" noChangeAspect="1" noMove="1" noResize="1" noEditPoints="1" noAdjustHandles="1" noChangeArrowheads="1" noChangeShapeType="1" noTextEdit="1"/>
              </p:cNvSpPr>
              <p:nvPr/>
            </p:nvSpPr>
            <p:spPr>
              <a:xfrm>
                <a:off x="5067299" y="3963498"/>
                <a:ext cx="3863940" cy="1785104"/>
              </a:xfrm>
              <a:prstGeom prst="rect">
                <a:avLst/>
              </a:prstGeom>
              <a:blipFill rotWithShape="1">
                <a:blip r:embed="rId12"/>
                <a:stretch>
                  <a:fillRect l="-16" t="-26" r="-3584" b="33"/>
                </a:stretch>
              </a:blipFill>
            </p:spPr>
            <p:txBody>
              <a:bodyPr/>
              <a:lstStyle/>
              <a:p>
                <a:r>
                  <a:rPr lang="zh-CN" altLang="en-US">
                    <a:noFill/>
                  </a:rPr>
                  <a:t> </a:t>
                </a:r>
              </a:p>
            </p:txBody>
          </p:sp>
        </mc:Fallback>
      </mc:AlternateContent>
      <p:sp>
        <p:nvSpPr>
          <p:cNvPr id="29" name="TextBox 28"/>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grpSp>
        <p:nvGrpSpPr>
          <p:cNvPr id="18" name="Group 33"/>
          <p:cNvGrpSpPr/>
          <p:nvPr/>
        </p:nvGrpSpPr>
        <p:grpSpPr bwMode="auto">
          <a:xfrm>
            <a:off x="3505200" y="4489450"/>
            <a:ext cx="1209434" cy="852190"/>
            <a:chOff x="3505200" y="4546600"/>
            <a:chExt cx="1209434" cy="852190"/>
          </a:xfrm>
        </p:grpSpPr>
        <p:sp>
          <p:nvSpPr>
            <p:cNvPr id="19" name="Freeform 14"/>
            <p:cNvSpPr/>
            <p:nvPr/>
          </p:nvSpPr>
          <p:spPr bwMode="auto">
            <a:xfrm>
              <a:off x="3733800" y="4546600"/>
              <a:ext cx="342900" cy="374650"/>
            </a:xfrm>
            <a:custGeom>
              <a:avLst/>
              <a:gdLst>
                <a:gd name="T0" fmla="*/ 2147483647 w 234"/>
                <a:gd name="T1" fmla="*/ 0 h 236"/>
                <a:gd name="T2" fmla="*/ 2147483647 w 234"/>
                <a:gd name="T3" fmla="*/ 2147483647 h 236"/>
                <a:gd name="T4" fmla="*/ 2147483647 w 234"/>
                <a:gd name="T5" fmla="*/ 2147483647 h 236"/>
                <a:gd name="T6" fmla="*/ 2147483647 w 234"/>
                <a:gd name="T7" fmla="*/ 2147483647 h 236"/>
                <a:gd name="T8" fmla="*/ 2147483647 w 234"/>
                <a:gd name="T9" fmla="*/ 2147483647 h 236"/>
                <a:gd name="T10" fmla="*/ 2147483647 w 234"/>
                <a:gd name="T11" fmla="*/ 2147483647 h 236"/>
                <a:gd name="T12" fmla="*/ 2147483647 w 234"/>
                <a:gd name="T13" fmla="*/ 2147483647 h 236"/>
                <a:gd name="T14" fmla="*/ 0 60000 65536"/>
                <a:gd name="T15" fmla="*/ 0 60000 65536"/>
                <a:gd name="T16" fmla="*/ 0 60000 65536"/>
                <a:gd name="T17" fmla="*/ 0 60000 65536"/>
                <a:gd name="T18" fmla="*/ 0 60000 65536"/>
                <a:gd name="T19" fmla="*/ 0 60000 65536"/>
                <a:gd name="T20" fmla="*/ 0 60000 65536"/>
                <a:gd name="T21" fmla="*/ 0 w 234"/>
                <a:gd name="T22" fmla="*/ 0 h 236"/>
                <a:gd name="T23" fmla="*/ 234 w 234"/>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236">
                  <a:moveTo>
                    <a:pt x="202" y="0"/>
                  </a:moveTo>
                  <a:cubicBezTo>
                    <a:pt x="210" y="26"/>
                    <a:pt x="225" y="45"/>
                    <a:pt x="234" y="72"/>
                  </a:cubicBezTo>
                  <a:cubicBezTo>
                    <a:pt x="230" y="85"/>
                    <a:pt x="217" y="182"/>
                    <a:pt x="194" y="200"/>
                  </a:cubicBezTo>
                  <a:cubicBezTo>
                    <a:pt x="173" y="215"/>
                    <a:pt x="118" y="224"/>
                    <a:pt x="90" y="232"/>
                  </a:cubicBezTo>
                  <a:cubicBezTo>
                    <a:pt x="68" y="229"/>
                    <a:pt x="43" y="236"/>
                    <a:pt x="26" y="224"/>
                  </a:cubicBezTo>
                  <a:cubicBezTo>
                    <a:pt x="20" y="219"/>
                    <a:pt x="5" y="156"/>
                    <a:pt x="2" y="144"/>
                  </a:cubicBezTo>
                  <a:cubicBezTo>
                    <a:pt x="7" y="105"/>
                    <a:pt x="0" y="56"/>
                    <a:pt x="50" y="56"/>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0" name="Text Box 17"/>
                <p:cNvSpPr txBox="1">
                  <a:spLocks noChangeArrowheads="1"/>
                </p:cNvSpPr>
                <p:nvPr/>
              </p:nvSpPr>
              <p:spPr bwMode="auto">
                <a:xfrm>
                  <a:off x="3505200" y="4937125"/>
                  <a:ext cx="120943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0" name="Text Box 17"/>
                <p:cNvSpPr txBox="1">
                  <a:spLocks noRot="1" noChangeAspect="1" noMove="1" noResize="1" noEditPoints="1" noAdjustHandles="1" noChangeArrowheads="1" noChangeShapeType="1" noTextEdit="1"/>
                </p:cNvSpPr>
                <p:nvPr/>
              </p:nvSpPr>
              <p:spPr bwMode="auto">
                <a:xfrm>
                  <a:off x="3505200" y="4937125"/>
                  <a:ext cx="1209434" cy="461665"/>
                </a:xfrm>
                <a:prstGeom prst="rect">
                  <a:avLst/>
                </a:prstGeom>
                <a:blipFill rotWithShape="1">
                  <a:blip r:embed="rId5"/>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1" name="Text Box 18"/>
              <p:cNvSpPr txBox="1">
                <a:spLocks noChangeArrowheads="1"/>
              </p:cNvSpPr>
              <p:nvPr/>
            </p:nvSpPr>
            <p:spPr bwMode="auto">
              <a:xfrm>
                <a:off x="3473450" y="5200650"/>
                <a:ext cx="116236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1" name="Text Box 18"/>
              <p:cNvSpPr txBox="1">
                <a:spLocks noRot="1" noChangeAspect="1" noMove="1" noResize="1" noEditPoints="1" noAdjustHandles="1" noChangeArrowheads="1" noChangeShapeType="1" noTextEdit="1"/>
              </p:cNvSpPr>
              <p:nvPr/>
            </p:nvSpPr>
            <p:spPr bwMode="auto">
              <a:xfrm>
                <a:off x="3473450" y="5200650"/>
                <a:ext cx="1162369" cy="461665"/>
              </a:xfrm>
              <a:prstGeom prst="rect">
                <a:avLst/>
              </a:prstGeom>
              <a:blipFill rotWithShape="1">
                <a:blip r:embed="rId6"/>
                <a:stretch>
                  <a:fillRect r="27" b="4"/>
                </a:stretch>
              </a:blipFill>
              <a:ln w="9525">
                <a:noFill/>
                <a:miter lim="800000"/>
              </a:ln>
            </p:spPr>
            <p:txBody>
              <a:bodyPr/>
              <a:lstStyle/>
              <a:p>
                <a:r>
                  <a:rPr lang="zh-CN" altLang="en-US">
                    <a:noFill/>
                  </a:rPr>
                  <a:t> </a:t>
                </a:r>
              </a:p>
            </p:txBody>
          </p:sp>
        </mc:Fallback>
      </mc:AlternateContent>
      <p:sp>
        <p:nvSpPr>
          <p:cNvPr id="22" name="Line 19"/>
          <p:cNvSpPr>
            <a:spLocks noChangeShapeType="1"/>
          </p:cNvSpPr>
          <p:nvPr/>
        </p:nvSpPr>
        <p:spPr bwMode="auto">
          <a:xfrm flipH="1" flipV="1">
            <a:off x="2362200" y="3371850"/>
            <a:ext cx="1295400" cy="83820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3" name="Text Box 20"/>
              <p:cNvSpPr txBox="1">
                <a:spLocks noChangeArrowheads="1"/>
              </p:cNvSpPr>
              <p:nvPr/>
            </p:nvSpPr>
            <p:spPr bwMode="auto">
              <a:xfrm>
                <a:off x="2082675" y="3883321"/>
                <a:ext cx="126989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3" name="Text Box 20"/>
              <p:cNvSpPr txBox="1">
                <a:spLocks noRot="1" noChangeAspect="1" noMove="1" noResize="1" noEditPoints="1" noAdjustHandles="1" noChangeArrowheads="1" noChangeShapeType="1" noTextEdit="1"/>
              </p:cNvSpPr>
              <p:nvPr/>
            </p:nvSpPr>
            <p:spPr bwMode="auto">
              <a:xfrm>
                <a:off x="2082675" y="3883321"/>
                <a:ext cx="1269899" cy="461665"/>
              </a:xfrm>
              <a:prstGeom prst="rect">
                <a:avLst/>
              </a:prstGeom>
              <a:blipFill rotWithShape="1">
                <a:blip r:embed="rId7"/>
                <a:stretch>
                  <a:fillRect l="-40" t="-64" r="32" b="68"/>
                </a:stretch>
              </a:blipFill>
              <a:ln w="9525">
                <a:noFill/>
                <a:miter lim="800000"/>
              </a:ln>
            </p:spPr>
            <p:txBody>
              <a:bodyPr/>
              <a:lstStyle/>
              <a:p>
                <a:r>
                  <a:rPr lang="zh-CN" altLang="en-US">
                    <a:noFill/>
                  </a:rPr>
                  <a:t> </a:t>
                </a:r>
              </a:p>
            </p:txBody>
          </p:sp>
        </mc:Fallback>
      </mc:AlternateContent>
      <p:grpSp>
        <p:nvGrpSpPr>
          <p:cNvPr id="24" name="Group 34"/>
          <p:cNvGrpSpPr/>
          <p:nvPr/>
        </p:nvGrpSpPr>
        <p:grpSpPr bwMode="auto">
          <a:xfrm>
            <a:off x="597074" y="3371850"/>
            <a:ext cx="1460326" cy="1447800"/>
            <a:chOff x="597074" y="3429000"/>
            <a:chExt cx="1460326" cy="1447800"/>
          </a:xfrm>
        </p:grpSpPr>
        <p:sp>
          <p:nvSpPr>
            <p:cNvPr id="25" name="Line 22"/>
            <p:cNvSpPr>
              <a:spLocks noChangeShapeType="1"/>
            </p:cNvSpPr>
            <p:nvPr/>
          </p:nvSpPr>
          <p:spPr bwMode="auto">
            <a:xfrm flipH="1">
              <a:off x="1676400" y="3429000"/>
              <a:ext cx="381000" cy="990600"/>
            </a:xfrm>
            <a:prstGeom prst="line">
              <a:avLst/>
            </a:prstGeom>
            <a:noFill/>
            <a:ln w="9525">
              <a:solidFill>
                <a:schemeClr val="tx1"/>
              </a:solidFill>
              <a:round/>
              <a:tailEnd type="triangle" w="med" len="med"/>
            </a:ln>
          </p:spPr>
          <p:txBody>
            <a:bodyPr wrap="none" anchor="ctr"/>
            <a:lstStyle/>
            <a:p>
              <a:endParaRPr lang="en-US"/>
            </a:p>
          </p:txBody>
        </p:sp>
        <p:sp>
          <p:nvSpPr>
            <p:cNvPr id="26" name="Oval 23"/>
            <p:cNvSpPr>
              <a:spLocks noChangeArrowheads="1"/>
            </p:cNvSpPr>
            <p:nvPr/>
          </p:nvSpPr>
          <p:spPr bwMode="auto">
            <a:xfrm>
              <a:off x="1447800" y="44196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3</a:t>
              </a:r>
              <a:endParaRPr lang="en-US" dirty="0"/>
            </a:p>
          </p:txBody>
        </p:sp>
        <mc:AlternateContent xmlns:mc="http://schemas.openxmlformats.org/markup-compatibility/2006">
          <mc:Choice xmlns:a14="http://schemas.microsoft.com/office/drawing/2010/main" Requires="a14">
            <p:sp>
              <p:nvSpPr>
                <p:cNvPr id="27" name="Text Box 24"/>
                <p:cNvSpPr txBox="1">
                  <a:spLocks noChangeArrowheads="1"/>
                </p:cNvSpPr>
                <p:nvPr/>
              </p:nvSpPr>
              <p:spPr bwMode="auto">
                <a:xfrm>
                  <a:off x="597074" y="3629323"/>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7" name="Text Box 24"/>
                <p:cNvSpPr txBox="1">
                  <a:spLocks noRot="1" noChangeAspect="1" noMove="1" noResize="1" noEditPoints="1" noAdjustHandles="1" noChangeArrowheads="1" noChangeShapeType="1" noTextEdit="1"/>
                </p:cNvSpPr>
                <p:nvPr/>
              </p:nvSpPr>
              <p:spPr bwMode="auto">
                <a:xfrm>
                  <a:off x="597074" y="3629323"/>
                  <a:ext cx="1244251" cy="461665"/>
                </a:xfrm>
                <a:prstGeom prst="rect">
                  <a:avLst/>
                </a:prstGeom>
                <a:blipFill rotWithShape="1">
                  <a:blip r:embed="rId8"/>
                </a:blipFill>
                <a:ln w="9525">
                  <a:noFill/>
                  <a:miter lim="800000"/>
                </a:ln>
              </p:spPr>
              <p:txBody>
                <a:bodyPr/>
                <a:lstStyle/>
                <a:p>
                  <a:r>
                    <a:rPr lang="zh-CN" altLang="en-US">
                      <a:noFill/>
                    </a:rPr>
                    <a:t> </a:t>
                  </a:r>
                </a:p>
              </p:txBody>
            </p:sp>
          </mc:Fallback>
        </mc:AlternateContent>
      </p:grpSp>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8"/>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9"/>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10"/>
                <a:stretch>
                  <a:fillRect t="-47" r="-3970"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5029202" y="3240958"/>
                <a:ext cx="384171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40" name="TextBox 39"/>
              <p:cNvSpPr txBox="1">
                <a:spLocks noRot="1" noChangeAspect="1" noMove="1" noResize="1" noEditPoints="1" noAdjustHandles="1" noChangeArrowheads="1" noChangeShapeType="1" noTextEdit="1"/>
              </p:cNvSpPr>
              <p:nvPr/>
            </p:nvSpPr>
            <p:spPr>
              <a:xfrm>
                <a:off x="5029202" y="3240958"/>
                <a:ext cx="3841710" cy="769441"/>
              </a:xfrm>
              <a:prstGeom prst="rect">
                <a:avLst/>
              </a:prstGeom>
              <a:blipFill rotWithShape="1">
                <a:blip r:embed="rId11"/>
                <a:stretch>
                  <a:fillRect t="-72" r="-1703"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TextBox 40"/>
              <p:cNvSpPr txBox="1"/>
              <p:nvPr/>
            </p:nvSpPr>
            <p:spPr>
              <a:xfrm>
                <a:off x="5067299" y="3963498"/>
                <a:ext cx="3863940" cy="1785104"/>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4. </a:t>
                </a:r>
                <a:r>
                  <a:rPr lang="zh-CN" altLang="en-US" sz="2200" dirty="0">
                    <a:latin typeface="楷体" panose="02010609060101010101" pitchFamily="49" charset="-122"/>
                    <a:ea typeface="楷体" panose="02010609060101010101" pitchFamily="49" charset="-122"/>
                  </a:rPr>
                  <a:t>如果下一个要读入的符号是</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，则跳转到第一步；否则，向右移动检查是否还有剩余的</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。如果后面已经全是</a:t>
                </a:r>
                <a14:m>
                  <m:oMath xmlns:m="http://schemas.openxmlformats.org/officeDocument/2006/math">
                    <m:r>
                      <a:rPr lang="en-US" altLang="zh-CN" sz="2200" i="1" dirty="0"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，那么在空格符停下，进入接受状态。</a:t>
                </a:r>
                <a:endParaRPr lang="en-AU" sz="2200" dirty="0">
                  <a:latin typeface="楷体" panose="02010609060101010101" pitchFamily="49" charset="-122"/>
                  <a:ea typeface="楷体" panose="02010609060101010101" pitchFamily="49" charset="-122"/>
                </a:endParaRPr>
              </a:p>
            </p:txBody>
          </p:sp>
        </mc:Choice>
        <mc:Fallback>
          <p:sp>
            <p:nvSpPr>
              <p:cNvPr id="41" name="TextBox 40"/>
              <p:cNvSpPr txBox="1">
                <a:spLocks noRot="1" noChangeAspect="1" noMove="1" noResize="1" noEditPoints="1" noAdjustHandles="1" noChangeArrowheads="1" noChangeShapeType="1" noTextEdit="1"/>
              </p:cNvSpPr>
              <p:nvPr/>
            </p:nvSpPr>
            <p:spPr>
              <a:xfrm>
                <a:off x="5067299" y="3963498"/>
                <a:ext cx="3863940" cy="1785104"/>
              </a:xfrm>
              <a:prstGeom prst="rect">
                <a:avLst/>
              </a:prstGeom>
              <a:blipFill rotWithShape="1">
                <a:blip r:embed="rId12"/>
                <a:stretch>
                  <a:fillRect l="-16" t="-26" r="-3584" b="33"/>
                </a:stretch>
              </a:blipFill>
            </p:spPr>
            <p:txBody>
              <a:bodyPr/>
              <a:lstStyle/>
              <a:p>
                <a:r>
                  <a:rPr lang="zh-CN" altLang="en-US">
                    <a:noFill/>
                  </a:rPr>
                  <a:t> </a:t>
                </a:r>
              </a:p>
            </p:txBody>
          </p:sp>
        </mc:Fallback>
      </mc:AlternateContent>
      <p:sp>
        <p:nvSpPr>
          <p:cNvPr id="33" name="TextBox 32"/>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grpSp>
        <p:nvGrpSpPr>
          <p:cNvPr id="18" name="Group 33"/>
          <p:cNvGrpSpPr/>
          <p:nvPr/>
        </p:nvGrpSpPr>
        <p:grpSpPr bwMode="auto">
          <a:xfrm>
            <a:off x="3505200" y="4489450"/>
            <a:ext cx="1209434" cy="852190"/>
            <a:chOff x="3505200" y="4546600"/>
            <a:chExt cx="1209434" cy="852190"/>
          </a:xfrm>
        </p:grpSpPr>
        <p:sp>
          <p:nvSpPr>
            <p:cNvPr id="19" name="Freeform 14"/>
            <p:cNvSpPr/>
            <p:nvPr/>
          </p:nvSpPr>
          <p:spPr bwMode="auto">
            <a:xfrm>
              <a:off x="3733800" y="4546600"/>
              <a:ext cx="342900" cy="374650"/>
            </a:xfrm>
            <a:custGeom>
              <a:avLst/>
              <a:gdLst>
                <a:gd name="T0" fmla="*/ 2147483647 w 234"/>
                <a:gd name="T1" fmla="*/ 0 h 236"/>
                <a:gd name="T2" fmla="*/ 2147483647 w 234"/>
                <a:gd name="T3" fmla="*/ 2147483647 h 236"/>
                <a:gd name="T4" fmla="*/ 2147483647 w 234"/>
                <a:gd name="T5" fmla="*/ 2147483647 h 236"/>
                <a:gd name="T6" fmla="*/ 2147483647 w 234"/>
                <a:gd name="T7" fmla="*/ 2147483647 h 236"/>
                <a:gd name="T8" fmla="*/ 2147483647 w 234"/>
                <a:gd name="T9" fmla="*/ 2147483647 h 236"/>
                <a:gd name="T10" fmla="*/ 2147483647 w 234"/>
                <a:gd name="T11" fmla="*/ 2147483647 h 236"/>
                <a:gd name="T12" fmla="*/ 2147483647 w 234"/>
                <a:gd name="T13" fmla="*/ 2147483647 h 236"/>
                <a:gd name="T14" fmla="*/ 0 60000 65536"/>
                <a:gd name="T15" fmla="*/ 0 60000 65536"/>
                <a:gd name="T16" fmla="*/ 0 60000 65536"/>
                <a:gd name="T17" fmla="*/ 0 60000 65536"/>
                <a:gd name="T18" fmla="*/ 0 60000 65536"/>
                <a:gd name="T19" fmla="*/ 0 60000 65536"/>
                <a:gd name="T20" fmla="*/ 0 60000 65536"/>
                <a:gd name="T21" fmla="*/ 0 w 234"/>
                <a:gd name="T22" fmla="*/ 0 h 236"/>
                <a:gd name="T23" fmla="*/ 234 w 234"/>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236">
                  <a:moveTo>
                    <a:pt x="202" y="0"/>
                  </a:moveTo>
                  <a:cubicBezTo>
                    <a:pt x="210" y="26"/>
                    <a:pt x="225" y="45"/>
                    <a:pt x="234" y="72"/>
                  </a:cubicBezTo>
                  <a:cubicBezTo>
                    <a:pt x="230" y="85"/>
                    <a:pt x="217" y="182"/>
                    <a:pt x="194" y="200"/>
                  </a:cubicBezTo>
                  <a:cubicBezTo>
                    <a:pt x="173" y="215"/>
                    <a:pt x="118" y="224"/>
                    <a:pt x="90" y="232"/>
                  </a:cubicBezTo>
                  <a:cubicBezTo>
                    <a:pt x="68" y="229"/>
                    <a:pt x="43" y="236"/>
                    <a:pt x="26" y="224"/>
                  </a:cubicBezTo>
                  <a:cubicBezTo>
                    <a:pt x="20" y="219"/>
                    <a:pt x="5" y="156"/>
                    <a:pt x="2" y="144"/>
                  </a:cubicBezTo>
                  <a:cubicBezTo>
                    <a:pt x="7" y="105"/>
                    <a:pt x="0" y="56"/>
                    <a:pt x="50" y="56"/>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0" name="Text Box 17"/>
                <p:cNvSpPr txBox="1">
                  <a:spLocks noChangeArrowheads="1"/>
                </p:cNvSpPr>
                <p:nvPr/>
              </p:nvSpPr>
              <p:spPr bwMode="auto">
                <a:xfrm>
                  <a:off x="3505200" y="4937125"/>
                  <a:ext cx="120943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0" name="Text Box 17"/>
                <p:cNvSpPr txBox="1">
                  <a:spLocks noRot="1" noChangeAspect="1" noMove="1" noResize="1" noEditPoints="1" noAdjustHandles="1" noChangeArrowheads="1" noChangeShapeType="1" noTextEdit="1"/>
                </p:cNvSpPr>
                <p:nvPr/>
              </p:nvSpPr>
              <p:spPr bwMode="auto">
                <a:xfrm>
                  <a:off x="3505200" y="4937125"/>
                  <a:ext cx="1209434" cy="461665"/>
                </a:xfrm>
                <a:prstGeom prst="rect">
                  <a:avLst/>
                </a:prstGeom>
                <a:blipFill rotWithShape="1">
                  <a:blip r:embed="rId5"/>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1" name="Text Box 18"/>
              <p:cNvSpPr txBox="1">
                <a:spLocks noChangeArrowheads="1"/>
              </p:cNvSpPr>
              <p:nvPr/>
            </p:nvSpPr>
            <p:spPr bwMode="auto">
              <a:xfrm>
                <a:off x="3473450" y="5200650"/>
                <a:ext cx="116236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1" name="Text Box 18"/>
              <p:cNvSpPr txBox="1">
                <a:spLocks noRot="1" noChangeAspect="1" noMove="1" noResize="1" noEditPoints="1" noAdjustHandles="1" noChangeArrowheads="1" noChangeShapeType="1" noTextEdit="1"/>
              </p:cNvSpPr>
              <p:nvPr/>
            </p:nvSpPr>
            <p:spPr bwMode="auto">
              <a:xfrm>
                <a:off x="3473450" y="5200650"/>
                <a:ext cx="1162369" cy="461665"/>
              </a:xfrm>
              <a:prstGeom prst="rect">
                <a:avLst/>
              </a:prstGeom>
              <a:blipFill rotWithShape="1">
                <a:blip r:embed="rId6"/>
                <a:stretch>
                  <a:fillRect r="27" b="4"/>
                </a:stretch>
              </a:blipFill>
              <a:ln w="9525">
                <a:noFill/>
                <a:miter lim="800000"/>
              </a:ln>
            </p:spPr>
            <p:txBody>
              <a:bodyPr/>
              <a:lstStyle/>
              <a:p>
                <a:r>
                  <a:rPr lang="zh-CN" altLang="en-US">
                    <a:noFill/>
                  </a:rPr>
                  <a:t> </a:t>
                </a:r>
              </a:p>
            </p:txBody>
          </p:sp>
        </mc:Fallback>
      </mc:AlternateContent>
      <p:sp>
        <p:nvSpPr>
          <p:cNvPr id="22" name="Line 19"/>
          <p:cNvSpPr>
            <a:spLocks noChangeShapeType="1"/>
          </p:cNvSpPr>
          <p:nvPr/>
        </p:nvSpPr>
        <p:spPr bwMode="auto">
          <a:xfrm flipH="1" flipV="1">
            <a:off x="2362200" y="3371850"/>
            <a:ext cx="1295400" cy="83820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3" name="Text Box 20"/>
              <p:cNvSpPr txBox="1">
                <a:spLocks noChangeArrowheads="1"/>
              </p:cNvSpPr>
              <p:nvPr/>
            </p:nvSpPr>
            <p:spPr bwMode="auto">
              <a:xfrm>
                <a:off x="2082675" y="3883321"/>
                <a:ext cx="126989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3" name="Text Box 20"/>
              <p:cNvSpPr txBox="1">
                <a:spLocks noRot="1" noChangeAspect="1" noMove="1" noResize="1" noEditPoints="1" noAdjustHandles="1" noChangeArrowheads="1" noChangeShapeType="1" noTextEdit="1"/>
              </p:cNvSpPr>
              <p:nvPr/>
            </p:nvSpPr>
            <p:spPr bwMode="auto">
              <a:xfrm>
                <a:off x="2082675" y="3883321"/>
                <a:ext cx="1269899" cy="461665"/>
              </a:xfrm>
              <a:prstGeom prst="rect">
                <a:avLst/>
              </a:prstGeom>
              <a:blipFill rotWithShape="1">
                <a:blip r:embed="rId7"/>
                <a:stretch>
                  <a:fillRect l="-40" t="-64" r="32" b="68"/>
                </a:stretch>
              </a:blipFill>
              <a:ln w="9525">
                <a:noFill/>
                <a:miter lim="800000"/>
              </a:ln>
            </p:spPr>
            <p:txBody>
              <a:bodyPr/>
              <a:lstStyle/>
              <a:p>
                <a:r>
                  <a:rPr lang="zh-CN" altLang="en-US">
                    <a:noFill/>
                  </a:rPr>
                  <a:t> </a:t>
                </a:r>
              </a:p>
            </p:txBody>
          </p:sp>
        </mc:Fallback>
      </mc:AlternateContent>
      <p:grpSp>
        <p:nvGrpSpPr>
          <p:cNvPr id="24" name="Group 34"/>
          <p:cNvGrpSpPr/>
          <p:nvPr/>
        </p:nvGrpSpPr>
        <p:grpSpPr bwMode="auto">
          <a:xfrm>
            <a:off x="597074" y="3371850"/>
            <a:ext cx="1460326" cy="1447800"/>
            <a:chOff x="597074" y="3429000"/>
            <a:chExt cx="1460326" cy="1447800"/>
          </a:xfrm>
        </p:grpSpPr>
        <p:sp>
          <p:nvSpPr>
            <p:cNvPr id="25" name="Line 22"/>
            <p:cNvSpPr>
              <a:spLocks noChangeShapeType="1"/>
            </p:cNvSpPr>
            <p:nvPr/>
          </p:nvSpPr>
          <p:spPr bwMode="auto">
            <a:xfrm flipH="1">
              <a:off x="1676400" y="3429000"/>
              <a:ext cx="381000" cy="990600"/>
            </a:xfrm>
            <a:prstGeom prst="line">
              <a:avLst/>
            </a:prstGeom>
            <a:noFill/>
            <a:ln w="9525">
              <a:solidFill>
                <a:schemeClr val="tx1"/>
              </a:solidFill>
              <a:round/>
              <a:tailEnd type="triangle" w="med" len="med"/>
            </a:ln>
          </p:spPr>
          <p:txBody>
            <a:bodyPr wrap="none" anchor="ctr"/>
            <a:lstStyle/>
            <a:p>
              <a:endParaRPr lang="en-US"/>
            </a:p>
          </p:txBody>
        </p:sp>
        <p:sp>
          <p:nvSpPr>
            <p:cNvPr id="26" name="Oval 23"/>
            <p:cNvSpPr>
              <a:spLocks noChangeArrowheads="1"/>
            </p:cNvSpPr>
            <p:nvPr/>
          </p:nvSpPr>
          <p:spPr bwMode="auto">
            <a:xfrm>
              <a:off x="1447800" y="44196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3</a:t>
              </a:r>
              <a:endParaRPr lang="en-US" dirty="0"/>
            </a:p>
          </p:txBody>
        </p:sp>
        <mc:AlternateContent xmlns:mc="http://schemas.openxmlformats.org/markup-compatibility/2006">
          <mc:Choice xmlns:a14="http://schemas.microsoft.com/office/drawing/2010/main" Requires="a14">
            <p:sp>
              <p:nvSpPr>
                <p:cNvPr id="27" name="Text Box 24"/>
                <p:cNvSpPr txBox="1">
                  <a:spLocks noChangeArrowheads="1"/>
                </p:cNvSpPr>
                <p:nvPr/>
              </p:nvSpPr>
              <p:spPr bwMode="auto">
                <a:xfrm>
                  <a:off x="597074" y="3629323"/>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7" name="Text Box 24"/>
                <p:cNvSpPr txBox="1">
                  <a:spLocks noRot="1" noChangeAspect="1" noMove="1" noResize="1" noEditPoints="1" noAdjustHandles="1" noChangeArrowheads="1" noChangeShapeType="1" noTextEdit="1"/>
                </p:cNvSpPr>
                <p:nvPr/>
              </p:nvSpPr>
              <p:spPr bwMode="auto">
                <a:xfrm>
                  <a:off x="597074" y="3629323"/>
                  <a:ext cx="1244251" cy="461665"/>
                </a:xfrm>
                <a:prstGeom prst="rect">
                  <a:avLst/>
                </a:prstGeom>
                <a:blipFill rotWithShape="1">
                  <a:blip r:embed="rId8"/>
                </a:blipFill>
                <a:ln w="9525">
                  <a:noFill/>
                  <a:miter lim="800000"/>
                </a:ln>
              </p:spPr>
              <p:txBody>
                <a:bodyPr/>
                <a:lstStyle/>
                <a:p>
                  <a:r>
                    <a:rPr lang="zh-CN" altLang="en-US">
                      <a:noFill/>
                    </a:rPr>
                    <a:t> </a:t>
                  </a:r>
                </a:p>
              </p:txBody>
            </p:sp>
          </mc:Fallback>
        </mc:AlternateContent>
      </p:grpSp>
      <p:grpSp>
        <p:nvGrpSpPr>
          <p:cNvPr id="28" name="Group 35"/>
          <p:cNvGrpSpPr/>
          <p:nvPr/>
        </p:nvGrpSpPr>
        <p:grpSpPr bwMode="auto">
          <a:xfrm>
            <a:off x="-66500" y="4362450"/>
            <a:ext cx="1539700" cy="461665"/>
            <a:chOff x="-66500" y="4419600"/>
            <a:chExt cx="1539700" cy="461665"/>
          </a:xfrm>
        </p:grpSpPr>
        <p:sp>
          <p:nvSpPr>
            <p:cNvPr id="29" name="Freeform 25"/>
            <p:cNvSpPr/>
            <p:nvPr/>
          </p:nvSpPr>
          <p:spPr bwMode="auto">
            <a:xfrm>
              <a:off x="1079500" y="4481513"/>
              <a:ext cx="393700" cy="306387"/>
            </a:xfrm>
            <a:custGeom>
              <a:avLst/>
              <a:gdLst>
                <a:gd name="T0" fmla="*/ 2147483647 w 248"/>
                <a:gd name="T1" fmla="*/ 2147483647 h 193"/>
                <a:gd name="T2" fmla="*/ 2147483647 w 248"/>
                <a:gd name="T3" fmla="*/ 2147483647 h 193"/>
                <a:gd name="T4" fmla="*/ 0 w 248"/>
                <a:gd name="T5" fmla="*/ 2147483647 h 193"/>
                <a:gd name="T6" fmla="*/ 2147483647 w 248"/>
                <a:gd name="T7" fmla="*/ 2147483647 h 193"/>
                <a:gd name="T8" fmla="*/ 2147483647 w 248"/>
                <a:gd name="T9" fmla="*/ 2147483647 h 193"/>
                <a:gd name="T10" fmla="*/ 2147483647 w 248"/>
                <a:gd name="T11" fmla="*/ 2147483647 h 193"/>
                <a:gd name="T12" fmla="*/ 2147483647 w 248"/>
                <a:gd name="T13" fmla="*/ 2147483647 h 193"/>
                <a:gd name="T14" fmla="*/ 2147483647 w 248"/>
                <a:gd name="T15" fmla="*/ 2147483647 h 193"/>
                <a:gd name="T16" fmla="*/ 0 60000 65536"/>
                <a:gd name="T17" fmla="*/ 0 60000 65536"/>
                <a:gd name="T18" fmla="*/ 0 60000 65536"/>
                <a:gd name="T19" fmla="*/ 0 60000 65536"/>
                <a:gd name="T20" fmla="*/ 0 60000 65536"/>
                <a:gd name="T21" fmla="*/ 0 60000 65536"/>
                <a:gd name="T22" fmla="*/ 0 60000 65536"/>
                <a:gd name="T23" fmla="*/ 0 60000 65536"/>
                <a:gd name="T24" fmla="*/ 0 w 248"/>
                <a:gd name="T25" fmla="*/ 0 h 193"/>
                <a:gd name="T26" fmla="*/ 248 w 248"/>
                <a:gd name="T27" fmla="*/ 193 h 1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8" h="193">
                  <a:moveTo>
                    <a:pt x="248" y="177"/>
                  </a:moveTo>
                  <a:cubicBezTo>
                    <a:pt x="195" y="180"/>
                    <a:pt x="82" y="193"/>
                    <a:pt x="24" y="177"/>
                  </a:cubicBezTo>
                  <a:cubicBezTo>
                    <a:pt x="12" y="173"/>
                    <a:pt x="2" y="137"/>
                    <a:pt x="0" y="129"/>
                  </a:cubicBezTo>
                  <a:cubicBezTo>
                    <a:pt x="2" y="105"/>
                    <a:pt x="2" y="80"/>
                    <a:pt x="8" y="57"/>
                  </a:cubicBezTo>
                  <a:cubicBezTo>
                    <a:pt x="18" y="15"/>
                    <a:pt x="79" y="11"/>
                    <a:pt x="112" y="1"/>
                  </a:cubicBezTo>
                  <a:cubicBezTo>
                    <a:pt x="141" y="5"/>
                    <a:pt x="175" y="0"/>
                    <a:pt x="200" y="17"/>
                  </a:cubicBezTo>
                  <a:cubicBezTo>
                    <a:pt x="208" y="22"/>
                    <a:pt x="208" y="34"/>
                    <a:pt x="216" y="41"/>
                  </a:cubicBezTo>
                  <a:cubicBezTo>
                    <a:pt x="222" y="46"/>
                    <a:pt x="240" y="49"/>
                    <a:pt x="240" y="49"/>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30" name="Text Box 26"/>
                <p:cNvSpPr txBox="1">
                  <a:spLocks noChangeArrowheads="1"/>
                </p:cNvSpPr>
                <p:nvPr/>
              </p:nvSpPr>
              <p:spPr bwMode="auto">
                <a:xfrm>
                  <a:off x="-66500" y="441960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0" name="Text Box 26"/>
                <p:cNvSpPr txBox="1">
                  <a:spLocks noRot="1" noChangeAspect="1" noMove="1" noResize="1" noEditPoints="1" noAdjustHandles="1" noChangeArrowheads="1" noChangeShapeType="1" noTextEdit="1"/>
                </p:cNvSpPr>
                <p:nvPr/>
              </p:nvSpPr>
              <p:spPr bwMode="auto">
                <a:xfrm>
                  <a:off x="-66500" y="4419600"/>
                  <a:ext cx="1244251" cy="461665"/>
                </a:xfrm>
                <a:prstGeom prst="rect">
                  <a:avLst/>
                </a:prstGeom>
                <a:blipFill rotWithShape="1">
                  <a:blip r:embed="rId8"/>
                </a:blipFill>
                <a:ln w="9525">
                  <a:noFill/>
                  <a:miter lim="800000"/>
                </a:ln>
              </p:spPr>
              <p:txBody>
                <a:bodyPr/>
                <a:lstStyle/>
                <a:p>
                  <a:r>
                    <a:rPr lang="zh-CN" altLang="en-US">
                      <a:noFill/>
                    </a:rPr>
                    <a:t> </a:t>
                  </a:r>
                </a:p>
              </p:txBody>
            </p:sp>
          </mc:Fallback>
        </mc:AlternateContent>
      </p:grpSp>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8"/>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5" y="1444680"/>
                <a:ext cx="4356061"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5" y="1444680"/>
                <a:ext cx="4356061" cy="769441"/>
              </a:xfrm>
              <a:prstGeom prst="rect">
                <a:avLst/>
              </a:prstGeom>
              <a:blipFill rotWithShape="1">
                <a:blip r:embed="rId9"/>
                <a:stretch>
                  <a:fillRect t="-7"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5029202" y="2149999"/>
                <a:ext cx="3743321"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5029202" y="2149999"/>
                <a:ext cx="3743321" cy="1107996"/>
              </a:xfrm>
              <a:prstGeom prst="rect">
                <a:avLst/>
              </a:prstGeom>
              <a:blipFill rotWithShape="1">
                <a:blip r:embed="rId10"/>
                <a:stretch>
                  <a:fillRect t="-47" r="-3970"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5029202" y="3240958"/>
                <a:ext cx="384171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40" name="TextBox 39"/>
              <p:cNvSpPr txBox="1">
                <a:spLocks noRot="1" noChangeAspect="1" noMove="1" noResize="1" noEditPoints="1" noAdjustHandles="1" noChangeArrowheads="1" noChangeShapeType="1" noTextEdit="1"/>
              </p:cNvSpPr>
              <p:nvPr/>
            </p:nvSpPr>
            <p:spPr>
              <a:xfrm>
                <a:off x="5029202" y="3240958"/>
                <a:ext cx="3841710" cy="769441"/>
              </a:xfrm>
              <a:prstGeom prst="rect">
                <a:avLst/>
              </a:prstGeom>
              <a:blipFill rotWithShape="1">
                <a:blip r:embed="rId11"/>
                <a:stretch>
                  <a:fillRect t="-72" r="-1703"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TextBox 40"/>
              <p:cNvSpPr txBox="1"/>
              <p:nvPr/>
            </p:nvSpPr>
            <p:spPr>
              <a:xfrm>
                <a:off x="5067299" y="3963498"/>
                <a:ext cx="3863940" cy="1785104"/>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4. </a:t>
                </a:r>
                <a:r>
                  <a:rPr lang="zh-CN" altLang="en-US" sz="2200" dirty="0">
                    <a:latin typeface="楷体" panose="02010609060101010101" pitchFamily="49" charset="-122"/>
                    <a:ea typeface="楷体" panose="02010609060101010101" pitchFamily="49" charset="-122"/>
                  </a:rPr>
                  <a:t>如果下一个要读入的符号是</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，则跳转到第一步；否则，向右移动检查是否还有剩余的</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。如果后面已经全是</a:t>
                </a:r>
                <a14:m>
                  <m:oMath xmlns:m="http://schemas.openxmlformats.org/officeDocument/2006/math">
                    <m:r>
                      <a:rPr lang="en-US" altLang="zh-CN" sz="2200" i="1" dirty="0"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，那么在空格符停下，进入接受状态。</a:t>
                </a:r>
                <a:endParaRPr lang="en-AU" sz="2200" dirty="0">
                  <a:latin typeface="楷体" panose="02010609060101010101" pitchFamily="49" charset="-122"/>
                  <a:ea typeface="楷体" panose="02010609060101010101" pitchFamily="49" charset="-122"/>
                </a:endParaRPr>
              </a:p>
            </p:txBody>
          </p:sp>
        </mc:Choice>
        <mc:Fallback>
          <p:sp>
            <p:nvSpPr>
              <p:cNvPr id="41" name="TextBox 40"/>
              <p:cNvSpPr txBox="1">
                <a:spLocks noRot="1" noChangeAspect="1" noMove="1" noResize="1" noEditPoints="1" noAdjustHandles="1" noChangeArrowheads="1" noChangeShapeType="1" noTextEdit="1"/>
              </p:cNvSpPr>
              <p:nvPr/>
            </p:nvSpPr>
            <p:spPr>
              <a:xfrm>
                <a:off x="5067299" y="3963498"/>
                <a:ext cx="3863940" cy="1785104"/>
              </a:xfrm>
              <a:prstGeom prst="rect">
                <a:avLst/>
              </a:prstGeom>
              <a:blipFill rotWithShape="1">
                <a:blip r:embed="rId12"/>
                <a:stretch>
                  <a:fillRect l="-16" t="-26" r="-3584" b="33"/>
                </a:stretch>
              </a:blipFill>
            </p:spPr>
            <p:txBody>
              <a:bodyPr/>
              <a:lstStyle/>
              <a:p>
                <a:r>
                  <a:rPr lang="zh-CN" altLang="en-US">
                    <a:noFill/>
                  </a:rPr>
                  <a:t> </a:t>
                </a:r>
              </a:p>
            </p:txBody>
          </p:sp>
        </mc:Fallback>
      </mc:AlternateContent>
      <p:sp>
        <p:nvSpPr>
          <p:cNvPr id="42" name="TextBox 41"/>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Oval 4"/>
          <p:cNvSpPr>
            <a:spLocks noChangeArrowheads="1"/>
          </p:cNvSpPr>
          <p:nvPr/>
        </p:nvSpPr>
        <p:spPr bwMode="auto">
          <a:xfrm>
            <a:off x="1981200" y="2914650"/>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6" name="Group 30"/>
          <p:cNvGrpSpPr/>
          <p:nvPr/>
        </p:nvGrpSpPr>
        <p:grpSpPr bwMode="auto">
          <a:xfrm>
            <a:off x="2379512" y="2653327"/>
            <a:ext cx="1735288" cy="718523"/>
            <a:chOff x="2379512" y="2710477"/>
            <a:chExt cx="1735288" cy="718523"/>
          </a:xfrm>
        </p:grpSpPr>
        <p:sp>
          <p:nvSpPr>
            <p:cNvPr id="7"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10" name="Line 8"/>
          <p:cNvSpPr>
            <a:spLocks noChangeShapeType="1"/>
          </p:cNvSpPr>
          <p:nvPr/>
        </p:nvSpPr>
        <p:spPr bwMode="auto">
          <a:xfrm>
            <a:off x="1447800" y="3143250"/>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11" name="Group 31"/>
          <p:cNvGrpSpPr/>
          <p:nvPr/>
        </p:nvGrpSpPr>
        <p:grpSpPr bwMode="auto">
          <a:xfrm>
            <a:off x="3505200" y="2086273"/>
            <a:ext cx="1197187" cy="828377"/>
            <a:chOff x="3505200" y="2143423"/>
            <a:chExt cx="1197187" cy="828377"/>
          </a:xfrm>
        </p:grpSpPr>
        <p:sp>
          <p:nvSpPr>
            <p:cNvPr id="12"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13"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13"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14" name="Group 32"/>
          <p:cNvGrpSpPr/>
          <p:nvPr/>
        </p:nvGrpSpPr>
        <p:grpSpPr bwMode="auto">
          <a:xfrm>
            <a:off x="3657600" y="3371850"/>
            <a:ext cx="457200" cy="1143000"/>
            <a:chOff x="3657600" y="3429000"/>
            <a:chExt cx="457200" cy="1143000"/>
          </a:xfrm>
        </p:grpSpPr>
        <p:sp>
          <p:nvSpPr>
            <p:cNvPr id="15"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16"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17" name="Text Box 16"/>
              <p:cNvSpPr txBox="1">
                <a:spLocks noChangeArrowheads="1"/>
              </p:cNvSpPr>
              <p:nvPr/>
            </p:nvSpPr>
            <p:spPr bwMode="auto">
              <a:xfrm>
                <a:off x="3782973" y="3498073"/>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17" name="Text Box 16"/>
              <p:cNvSpPr txBox="1">
                <a:spLocks noRot="1" noChangeAspect="1" noMove="1" noResize="1" noEditPoints="1" noAdjustHandles="1" noChangeArrowheads="1" noChangeShapeType="1" noTextEdit="1"/>
              </p:cNvSpPr>
              <p:nvPr/>
            </p:nvSpPr>
            <p:spPr bwMode="auto">
              <a:xfrm>
                <a:off x="3782973" y="3498073"/>
                <a:ext cx="1185902" cy="461665"/>
              </a:xfrm>
              <a:prstGeom prst="rect">
                <a:avLst/>
              </a:prstGeom>
              <a:blipFill rotWithShape="1">
                <a:blip r:embed="rId4"/>
                <a:stretch>
                  <a:fillRect l="-23" t="-107" b="111"/>
                </a:stretch>
              </a:blipFill>
              <a:ln w="9525">
                <a:noFill/>
                <a:miter lim="800000"/>
              </a:ln>
            </p:spPr>
            <p:txBody>
              <a:bodyPr/>
              <a:lstStyle/>
              <a:p>
                <a:r>
                  <a:rPr lang="zh-CN" altLang="en-US">
                    <a:noFill/>
                  </a:rPr>
                  <a:t> </a:t>
                </a:r>
              </a:p>
            </p:txBody>
          </p:sp>
        </mc:Fallback>
      </mc:AlternateContent>
      <p:grpSp>
        <p:nvGrpSpPr>
          <p:cNvPr id="18" name="Group 33"/>
          <p:cNvGrpSpPr/>
          <p:nvPr/>
        </p:nvGrpSpPr>
        <p:grpSpPr bwMode="auto">
          <a:xfrm>
            <a:off x="3505200" y="4489450"/>
            <a:ext cx="1209434" cy="852190"/>
            <a:chOff x="3505200" y="4546600"/>
            <a:chExt cx="1209434" cy="852190"/>
          </a:xfrm>
        </p:grpSpPr>
        <p:sp>
          <p:nvSpPr>
            <p:cNvPr id="19" name="Freeform 14"/>
            <p:cNvSpPr/>
            <p:nvPr/>
          </p:nvSpPr>
          <p:spPr bwMode="auto">
            <a:xfrm>
              <a:off x="3733800" y="4546600"/>
              <a:ext cx="342900" cy="374650"/>
            </a:xfrm>
            <a:custGeom>
              <a:avLst/>
              <a:gdLst>
                <a:gd name="T0" fmla="*/ 2147483647 w 234"/>
                <a:gd name="T1" fmla="*/ 0 h 236"/>
                <a:gd name="T2" fmla="*/ 2147483647 w 234"/>
                <a:gd name="T3" fmla="*/ 2147483647 h 236"/>
                <a:gd name="T4" fmla="*/ 2147483647 w 234"/>
                <a:gd name="T5" fmla="*/ 2147483647 h 236"/>
                <a:gd name="T6" fmla="*/ 2147483647 w 234"/>
                <a:gd name="T7" fmla="*/ 2147483647 h 236"/>
                <a:gd name="T8" fmla="*/ 2147483647 w 234"/>
                <a:gd name="T9" fmla="*/ 2147483647 h 236"/>
                <a:gd name="T10" fmla="*/ 2147483647 w 234"/>
                <a:gd name="T11" fmla="*/ 2147483647 h 236"/>
                <a:gd name="T12" fmla="*/ 2147483647 w 234"/>
                <a:gd name="T13" fmla="*/ 2147483647 h 236"/>
                <a:gd name="T14" fmla="*/ 0 60000 65536"/>
                <a:gd name="T15" fmla="*/ 0 60000 65536"/>
                <a:gd name="T16" fmla="*/ 0 60000 65536"/>
                <a:gd name="T17" fmla="*/ 0 60000 65536"/>
                <a:gd name="T18" fmla="*/ 0 60000 65536"/>
                <a:gd name="T19" fmla="*/ 0 60000 65536"/>
                <a:gd name="T20" fmla="*/ 0 60000 65536"/>
                <a:gd name="T21" fmla="*/ 0 w 234"/>
                <a:gd name="T22" fmla="*/ 0 h 236"/>
                <a:gd name="T23" fmla="*/ 234 w 234"/>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236">
                  <a:moveTo>
                    <a:pt x="202" y="0"/>
                  </a:moveTo>
                  <a:cubicBezTo>
                    <a:pt x="210" y="26"/>
                    <a:pt x="225" y="45"/>
                    <a:pt x="234" y="72"/>
                  </a:cubicBezTo>
                  <a:cubicBezTo>
                    <a:pt x="230" y="85"/>
                    <a:pt x="217" y="182"/>
                    <a:pt x="194" y="200"/>
                  </a:cubicBezTo>
                  <a:cubicBezTo>
                    <a:pt x="173" y="215"/>
                    <a:pt x="118" y="224"/>
                    <a:pt x="90" y="232"/>
                  </a:cubicBezTo>
                  <a:cubicBezTo>
                    <a:pt x="68" y="229"/>
                    <a:pt x="43" y="236"/>
                    <a:pt x="26" y="224"/>
                  </a:cubicBezTo>
                  <a:cubicBezTo>
                    <a:pt x="20" y="219"/>
                    <a:pt x="5" y="156"/>
                    <a:pt x="2" y="144"/>
                  </a:cubicBezTo>
                  <a:cubicBezTo>
                    <a:pt x="7" y="105"/>
                    <a:pt x="0" y="56"/>
                    <a:pt x="50" y="56"/>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0" name="Text Box 17"/>
                <p:cNvSpPr txBox="1">
                  <a:spLocks noChangeArrowheads="1"/>
                </p:cNvSpPr>
                <p:nvPr/>
              </p:nvSpPr>
              <p:spPr bwMode="auto">
                <a:xfrm>
                  <a:off x="3505200" y="4937125"/>
                  <a:ext cx="120943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0" name="Text Box 17"/>
                <p:cNvSpPr txBox="1">
                  <a:spLocks noRot="1" noChangeAspect="1" noMove="1" noResize="1" noEditPoints="1" noAdjustHandles="1" noChangeArrowheads="1" noChangeShapeType="1" noTextEdit="1"/>
                </p:cNvSpPr>
                <p:nvPr/>
              </p:nvSpPr>
              <p:spPr bwMode="auto">
                <a:xfrm>
                  <a:off x="3505200" y="4937125"/>
                  <a:ext cx="1209434" cy="461665"/>
                </a:xfrm>
                <a:prstGeom prst="rect">
                  <a:avLst/>
                </a:prstGeom>
                <a:blipFill rotWithShape="1">
                  <a:blip r:embed="rId5"/>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1" name="Text Box 18"/>
              <p:cNvSpPr txBox="1">
                <a:spLocks noChangeArrowheads="1"/>
              </p:cNvSpPr>
              <p:nvPr/>
            </p:nvSpPr>
            <p:spPr bwMode="auto">
              <a:xfrm>
                <a:off x="3473450" y="5200650"/>
                <a:ext cx="116236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21" name="Text Box 18"/>
              <p:cNvSpPr txBox="1">
                <a:spLocks noRot="1" noChangeAspect="1" noMove="1" noResize="1" noEditPoints="1" noAdjustHandles="1" noChangeArrowheads="1" noChangeShapeType="1" noTextEdit="1"/>
              </p:cNvSpPr>
              <p:nvPr/>
            </p:nvSpPr>
            <p:spPr bwMode="auto">
              <a:xfrm>
                <a:off x="3473450" y="5200650"/>
                <a:ext cx="1162369" cy="461665"/>
              </a:xfrm>
              <a:prstGeom prst="rect">
                <a:avLst/>
              </a:prstGeom>
              <a:blipFill rotWithShape="1">
                <a:blip r:embed="rId6"/>
                <a:stretch>
                  <a:fillRect r="27" b="4"/>
                </a:stretch>
              </a:blipFill>
              <a:ln w="9525">
                <a:noFill/>
                <a:miter lim="800000"/>
              </a:ln>
            </p:spPr>
            <p:txBody>
              <a:bodyPr/>
              <a:lstStyle/>
              <a:p>
                <a:r>
                  <a:rPr lang="zh-CN" altLang="en-US">
                    <a:noFill/>
                  </a:rPr>
                  <a:t> </a:t>
                </a:r>
              </a:p>
            </p:txBody>
          </p:sp>
        </mc:Fallback>
      </mc:AlternateContent>
      <p:sp>
        <p:nvSpPr>
          <p:cNvPr id="22" name="Line 19"/>
          <p:cNvSpPr>
            <a:spLocks noChangeShapeType="1"/>
          </p:cNvSpPr>
          <p:nvPr/>
        </p:nvSpPr>
        <p:spPr bwMode="auto">
          <a:xfrm flipH="1" flipV="1">
            <a:off x="2362200" y="3371850"/>
            <a:ext cx="1295400" cy="83820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3" name="Text Box 20"/>
              <p:cNvSpPr txBox="1">
                <a:spLocks noChangeArrowheads="1"/>
              </p:cNvSpPr>
              <p:nvPr/>
            </p:nvSpPr>
            <p:spPr bwMode="auto">
              <a:xfrm>
                <a:off x="2082675" y="3883321"/>
                <a:ext cx="126989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3" name="Text Box 20"/>
              <p:cNvSpPr txBox="1">
                <a:spLocks noRot="1" noChangeAspect="1" noMove="1" noResize="1" noEditPoints="1" noAdjustHandles="1" noChangeArrowheads="1" noChangeShapeType="1" noTextEdit="1"/>
              </p:cNvSpPr>
              <p:nvPr/>
            </p:nvSpPr>
            <p:spPr bwMode="auto">
              <a:xfrm>
                <a:off x="2082675" y="3883321"/>
                <a:ext cx="1269899" cy="461665"/>
              </a:xfrm>
              <a:prstGeom prst="rect">
                <a:avLst/>
              </a:prstGeom>
              <a:blipFill rotWithShape="1">
                <a:blip r:embed="rId7"/>
                <a:stretch>
                  <a:fillRect l="-40" t="-64" r="32" b="68"/>
                </a:stretch>
              </a:blipFill>
              <a:ln w="9525">
                <a:noFill/>
                <a:miter lim="800000"/>
              </a:ln>
            </p:spPr>
            <p:txBody>
              <a:bodyPr/>
              <a:lstStyle/>
              <a:p>
                <a:r>
                  <a:rPr lang="zh-CN" altLang="en-US">
                    <a:noFill/>
                  </a:rPr>
                  <a:t> </a:t>
                </a:r>
              </a:p>
            </p:txBody>
          </p:sp>
        </mc:Fallback>
      </mc:AlternateContent>
      <p:grpSp>
        <p:nvGrpSpPr>
          <p:cNvPr id="24" name="Group 34"/>
          <p:cNvGrpSpPr/>
          <p:nvPr/>
        </p:nvGrpSpPr>
        <p:grpSpPr bwMode="auto">
          <a:xfrm>
            <a:off x="597074" y="3371850"/>
            <a:ext cx="1460326" cy="1447800"/>
            <a:chOff x="597074" y="3429000"/>
            <a:chExt cx="1460326" cy="1447800"/>
          </a:xfrm>
        </p:grpSpPr>
        <p:sp>
          <p:nvSpPr>
            <p:cNvPr id="25" name="Line 22"/>
            <p:cNvSpPr>
              <a:spLocks noChangeShapeType="1"/>
            </p:cNvSpPr>
            <p:nvPr/>
          </p:nvSpPr>
          <p:spPr bwMode="auto">
            <a:xfrm flipH="1">
              <a:off x="1676400" y="3429000"/>
              <a:ext cx="381000" cy="990600"/>
            </a:xfrm>
            <a:prstGeom prst="line">
              <a:avLst/>
            </a:prstGeom>
            <a:noFill/>
            <a:ln w="9525">
              <a:solidFill>
                <a:schemeClr val="tx1"/>
              </a:solidFill>
              <a:round/>
              <a:tailEnd type="triangle" w="med" len="med"/>
            </a:ln>
          </p:spPr>
          <p:txBody>
            <a:bodyPr wrap="none" anchor="ctr"/>
            <a:lstStyle/>
            <a:p>
              <a:endParaRPr lang="en-US"/>
            </a:p>
          </p:txBody>
        </p:sp>
        <p:sp>
          <p:nvSpPr>
            <p:cNvPr id="26" name="Oval 23"/>
            <p:cNvSpPr>
              <a:spLocks noChangeArrowheads="1"/>
            </p:cNvSpPr>
            <p:nvPr/>
          </p:nvSpPr>
          <p:spPr bwMode="auto">
            <a:xfrm>
              <a:off x="1447800" y="44196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3</a:t>
              </a:r>
              <a:endParaRPr lang="en-US" dirty="0"/>
            </a:p>
          </p:txBody>
        </p:sp>
        <mc:AlternateContent xmlns:mc="http://schemas.openxmlformats.org/markup-compatibility/2006">
          <mc:Choice xmlns:a14="http://schemas.microsoft.com/office/drawing/2010/main" Requires="a14">
            <p:sp>
              <p:nvSpPr>
                <p:cNvPr id="27" name="Text Box 24"/>
                <p:cNvSpPr txBox="1">
                  <a:spLocks noChangeArrowheads="1"/>
                </p:cNvSpPr>
                <p:nvPr/>
              </p:nvSpPr>
              <p:spPr bwMode="auto">
                <a:xfrm>
                  <a:off x="597074" y="3629323"/>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7" name="Text Box 24"/>
                <p:cNvSpPr txBox="1">
                  <a:spLocks noRot="1" noChangeAspect="1" noMove="1" noResize="1" noEditPoints="1" noAdjustHandles="1" noChangeArrowheads="1" noChangeShapeType="1" noTextEdit="1"/>
                </p:cNvSpPr>
                <p:nvPr/>
              </p:nvSpPr>
              <p:spPr bwMode="auto">
                <a:xfrm>
                  <a:off x="597074" y="3629323"/>
                  <a:ext cx="1244251" cy="461665"/>
                </a:xfrm>
                <a:prstGeom prst="rect">
                  <a:avLst/>
                </a:prstGeom>
                <a:blipFill rotWithShape="1">
                  <a:blip r:embed="rId8"/>
                </a:blipFill>
                <a:ln w="9525">
                  <a:noFill/>
                  <a:miter lim="800000"/>
                </a:ln>
              </p:spPr>
              <p:txBody>
                <a:bodyPr/>
                <a:lstStyle/>
                <a:p>
                  <a:r>
                    <a:rPr lang="zh-CN" altLang="en-US">
                      <a:noFill/>
                    </a:rPr>
                    <a:t> </a:t>
                  </a:r>
                </a:p>
              </p:txBody>
            </p:sp>
          </mc:Fallback>
        </mc:AlternateContent>
      </p:grpSp>
      <p:grpSp>
        <p:nvGrpSpPr>
          <p:cNvPr id="28" name="Group 35"/>
          <p:cNvGrpSpPr/>
          <p:nvPr/>
        </p:nvGrpSpPr>
        <p:grpSpPr bwMode="auto">
          <a:xfrm>
            <a:off x="-66500" y="4362450"/>
            <a:ext cx="1539700" cy="461665"/>
            <a:chOff x="-66500" y="4419600"/>
            <a:chExt cx="1539700" cy="461665"/>
          </a:xfrm>
        </p:grpSpPr>
        <p:sp>
          <p:nvSpPr>
            <p:cNvPr id="29" name="Freeform 25"/>
            <p:cNvSpPr/>
            <p:nvPr/>
          </p:nvSpPr>
          <p:spPr bwMode="auto">
            <a:xfrm>
              <a:off x="1079500" y="4481513"/>
              <a:ext cx="393700" cy="306387"/>
            </a:xfrm>
            <a:custGeom>
              <a:avLst/>
              <a:gdLst>
                <a:gd name="T0" fmla="*/ 2147483647 w 248"/>
                <a:gd name="T1" fmla="*/ 2147483647 h 193"/>
                <a:gd name="T2" fmla="*/ 2147483647 w 248"/>
                <a:gd name="T3" fmla="*/ 2147483647 h 193"/>
                <a:gd name="T4" fmla="*/ 0 w 248"/>
                <a:gd name="T5" fmla="*/ 2147483647 h 193"/>
                <a:gd name="T6" fmla="*/ 2147483647 w 248"/>
                <a:gd name="T7" fmla="*/ 2147483647 h 193"/>
                <a:gd name="T8" fmla="*/ 2147483647 w 248"/>
                <a:gd name="T9" fmla="*/ 2147483647 h 193"/>
                <a:gd name="T10" fmla="*/ 2147483647 w 248"/>
                <a:gd name="T11" fmla="*/ 2147483647 h 193"/>
                <a:gd name="T12" fmla="*/ 2147483647 w 248"/>
                <a:gd name="T13" fmla="*/ 2147483647 h 193"/>
                <a:gd name="T14" fmla="*/ 2147483647 w 248"/>
                <a:gd name="T15" fmla="*/ 2147483647 h 193"/>
                <a:gd name="T16" fmla="*/ 0 60000 65536"/>
                <a:gd name="T17" fmla="*/ 0 60000 65536"/>
                <a:gd name="T18" fmla="*/ 0 60000 65536"/>
                <a:gd name="T19" fmla="*/ 0 60000 65536"/>
                <a:gd name="T20" fmla="*/ 0 60000 65536"/>
                <a:gd name="T21" fmla="*/ 0 60000 65536"/>
                <a:gd name="T22" fmla="*/ 0 60000 65536"/>
                <a:gd name="T23" fmla="*/ 0 60000 65536"/>
                <a:gd name="T24" fmla="*/ 0 w 248"/>
                <a:gd name="T25" fmla="*/ 0 h 193"/>
                <a:gd name="T26" fmla="*/ 248 w 248"/>
                <a:gd name="T27" fmla="*/ 193 h 1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8" h="193">
                  <a:moveTo>
                    <a:pt x="248" y="177"/>
                  </a:moveTo>
                  <a:cubicBezTo>
                    <a:pt x="195" y="180"/>
                    <a:pt x="82" y="193"/>
                    <a:pt x="24" y="177"/>
                  </a:cubicBezTo>
                  <a:cubicBezTo>
                    <a:pt x="12" y="173"/>
                    <a:pt x="2" y="137"/>
                    <a:pt x="0" y="129"/>
                  </a:cubicBezTo>
                  <a:cubicBezTo>
                    <a:pt x="2" y="105"/>
                    <a:pt x="2" y="80"/>
                    <a:pt x="8" y="57"/>
                  </a:cubicBezTo>
                  <a:cubicBezTo>
                    <a:pt x="18" y="15"/>
                    <a:pt x="79" y="11"/>
                    <a:pt x="112" y="1"/>
                  </a:cubicBezTo>
                  <a:cubicBezTo>
                    <a:pt x="141" y="5"/>
                    <a:pt x="175" y="0"/>
                    <a:pt x="200" y="17"/>
                  </a:cubicBezTo>
                  <a:cubicBezTo>
                    <a:pt x="208" y="22"/>
                    <a:pt x="208" y="34"/>
                    <a:pt x="216" y="41"/>
                  </a:cubicBezTo>
                  <a:cubicBezTo>
                    <a:pt x="222" y="46"/>
                    <a:pt x="240" y="49"/>
                    <a:pt x="240" y="49"/>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30" name="Text Box 26"/>
                <p:cNvSpPr txBox="1">
                  <a:spLocks noChangeArrowheads="1"/>
                </p:cNvSpPr>
                <p:nvPr/>
              </p:nvSpPr>
              <p:spPr bwMode="auto">
                <a:xfrm>
                  <a:off x="-66500" y="441960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0" name="Text Box 26"/>
                <p:cNvSpPr txBox="1">
                  <a:spLocks noRot="1" noChangeAspect="1" noMove="1" noResize="1" noEditPoints="1" noAdjustHandles="1" noChangeArrowheads="1" noChangeShapeType="1" noTextEdit="1"/>
                </p:cNvSpPr>
                <p:nvPr/>
              </p:nvSpPr>
              <p:spPr bwMode="auto">
                <a:xfrm>
                  <a:off x="-66500" y="4419600"/>
                  <a:ext cx="1244251" cy="461665"/>
                </a:xfrm>
                <a:prstGeom prst="rect">
                  <a:avLst/>
                </a:prstGeom>
                <a:blipFill rotWithShape="1">
                  <a:blip r:embed="rId8"/>
                </a:blipFill>
                <a:ln w="9525">
                  <a:noFill/>
                  <a:miter lim="800000"/>
                </a:ln>
              </p:spPr>
              <p:txBody>
                <a:bodyPr/>
                <a:lstStyle/>
                <a:p>
                  <a:r>
                    <a:rPr lang="zh-CN" altLang="en-US">
                      <a:noFill/>
                    </a:rPr>
                    <a:t> </a:t>
                  </a:r>
                </a:p>
              </p:txBody>
            </p:sp>
          </mc:Fallback>
        </mc:AlternateContent>
      </p:grpSp>
      <p:grpSp>
        <p:nvGrpSpPr>
          <p:cNvPr id="31" name="Group 36"/>
          <p:cNvGrpSpPr/>
          <p:nvPr/>
        </p:nvGrpSpPr>
        <p:grpSpPr bwMode="auto">
          <a:xfrm>
            <a:off x="826251" y="4819650"/>
            <a:ext cx="1764549" cy="1066800"/>
            <a:chOff x="826251" y="4876800"/>
            <a:chExt cx="1764549" cy="1066800"/>
          </a:xfrm>
        </p:grpSpPr>
        <p:sp>
          <p:nvSpPr>
            <p:cNvPr id="32" name="Line 27"/>
            <p:cNvSpPr>
              <a:spLocks noChangeShapeType="1"/>
            </p:cNvSpPr>
            <p:nvPr/>
          </p:nvSpPr>
          <p:spPr bwMode="auto">
            <a:xfrm>
              <a:off x="1752600" y="4876800"/>
              <a:ext cx="381000" cy="457200"/>
            </a:xfrm>
            <a:prstGeom prst="line">
              <a:avLst/>
            </a:prstGeom>
            <a:noFill/>
            <a:ln w="9525">
              <a:solidFill>
                <a:schemeClr val="tx1"/>
              </a:solidFill>
              <a:round/>
              <a:tailEnd type="triangle" w="med" len="med"/>
            </a:ln>
          </p:spPr>
          <p:txBody>
            <a:bodyPr wrap="none" anchor="ctr"/>
            <a:lstStyle/>
            <a:p>
              <a:endParaRPr lang="en-US"/>
            </a:p>
          </p:txBody>
        </p:sp>
        <p:sp>
          <p:nvSpPr>
            <p:cNvPr id="33" name="Oval 28"/>
            <p:cNvSpPr>
              <a:spLocks noChangeArrowheads="1"/>
            </p:cNvSpPr>
            <p:nvPr/>
          </p:nvSpPr>
          <p:spPr bwMode="auto">
            <a:xfrm>
              <a:off x="2057400" y="5410200"/>
              <a:ext cx="457200" cy="457200"/>
            </a:xfrm>
            <a:prstGeom prst="ellipse">
              <a:avLst/>
            </a:prstGeom>
            <a:solidFill>
              <a:srgbClr val="FFFF00"/>
            </a:solidFill>
            <a:ln w="9525">
              <a:solidFill>
                <a:schemeClr val="tx1"/>
              </a:solidFill>
              <a:round/>
            </a:ln>
          </p:spPr>
          <p:txBody>
            <a:bodyPr wrap="none" anchor="ctr"/>
            <a:lstStyle/>
            <a:p>
              <a:pPr algn="ctr"/>
              <a:r>
                <a:rPr lang="en-US"/>
                <a:t>q</a:t>
              </a:r>
              <a:r>
                <a:rPr lang="en-US" baseline="-25000"/>
                <a:t>4</a:t>
              </a:r>
              <a:endParaRPr lang="en-US"/>
            </a:p>
          </p:txBody>
        </p:sp>
        <p:sp>
          <p:nvSpPr>
            <p:cNvPr id="34" name="Oval 29"/>
            <p:cNvSpPr>
              <a:spLocks noChangeArrowheads="1"/>
            </p:cNvSpPr>
            <p:nvPr/>
          </p:nvSpPr>
          <p:spPr bwMode="auto">
            <a:xfrm>
              <a:off x="1981200" y="5334000"/>
              <a:ext cx="609600" cy="609600"/>
            </a:xfrm>
            <a:prstGeom prst="ellipse">
              <a:avLst/>
            </a:prstGeom>
            <a:noFill/>
            <a:ln w="9525">
              <a:solidFill>
                <a:schemeClr val="tx1"/>
              </a:solidFill>
              <a:round/>
            </a:ln>
          </p:spPr>
          <p:txBody>
            <a:bodyPr wrap="none" anchor="ctr"/>
            <a:lstStyle/>
            <a:p>
              <a:endParaRPr lang="en-US"/>
            </a:p>
          </p:txBody>
        </p:sp>
        <mc:AlternateContent xmlns:mc="http://schemas.openxmlformats.org/markup-compatibility/2006">
          <mc:Choice xmlns:a14="http://schemas.microsoft.com/office/drawing/2010/main" Requires="a14">
            <p:sp>
              <p:nvSpPr>
                <p:cNvPr id="35" name="Text Box 30"/>
                <p:cNvSpPr txBox="1">
                  <a:spLocks noChangeArrowheads="1"/>
                </p:cNvSpPr>
                <p:nvPr/>
              </p:nvSpPr>
              <p:spPr bwMode="auto">
                <a:xfrm>
                  <a:off x="826251" y="5090161"/>
                  <a:ext cx="1277850"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𝐵</m:t>
                        </m:r>
                        <m:r>
                          <a:rPr lang="en-US" sz="2400" i="1" dirty="0" smtClean="0">
                            <a:latin typeface="Cambria Math" panose="02040503050406030204" pitchFamily="18" charset="0"/>
                          </a:rPr>
                          <m:t> / </m:t>
                        </m:r>
                        <m:r>
                          <a:rPr lang="en-US" sz="2400" i="1" dirty="0" smtClean="0">
                            <a:latin typeface="Cambria Math" panose="02040503050406030204" pitchFamily="18" charset="0"/>
                          </a:rPr>
                          <m:t>𝐵</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5" name="Text Box 30"/>
                <p:cNvSpPr txBox="1">
                  <a:spLocks noRot="1" noChangeAspect="1" noMove="1" noResize="1" noEditPoints="1" noAdjustHandles="1" noChangeArrowheads="1" noChangeShapeType="1" noTextEdit="1"/>
                </p:cNvSpPr>
                <p:nvPr/>
              </p:nvSpPr>
              <p:spPr bwMode="auto">
                <a:xfrm>
                  <a:off x="826251" y="5090161"/>
                  <a:ext cx="1277850" cy="461665"/>
                </a:xfrm>
                <a:prstGeom prst="rect">
                  <a:avLst/>
                </a:prstGeom>
                <a:blipFill rotWithShape="1">
                  <a:blip r:embed="rId9"/>
                </a:blipFill>
                <a:ln w="9525">
                  <a:noFill/>
                  <a:miter lim="800000"/>
                </a:ln>
              </p:spPr>
              <p:txBody>
                <a:bodyPr/>
                <a:lstStyle/>
                <a:p>
                  <a:r>
                    <a:rPr lang="zh-CN" altLang="en-US">
                      <a:noFill/>
                    </a:rPr>
                    <a:t> </a:t>
                  </a:r>
                </a:p>
              </p:txBody>
            </p:sp>
          </mc:Fallback>
        </mc:AlternateContent>
      </p:grpSp>
      <p:sp>
        <p:nvSpPr>
          <p:cNvPr id="36" name="Text Box 34"/>
          <p:cNvSpPr txBox="1">
            <a:spLocks noChangeArrowheads="1"/>
          </p:cNvSpPr>
          <p:nvPr/>
        </p:nvSpPr>
        <p:spPr bwMode="auto">
          <a:xfrm>
            <a:off x="4784725" y="6505575"/>
            <a:ext cx="184150" cy="396875"/>
          </a:xfrm>
          <a:prstGeom prst="rect">
            <a:avLst/>
          </a:prstGeom>
          <a:noFill/>
          <a:ln w="9525">
            <a:noFill/>
            <a:miter lim="800000"/>
          </a:ln>
        </p:spPr>
        <p:txBody>
          <a:bodyPr wrap="none">
            <a:spAutoFit/>
          </a:bodyPr>
          <a:lstStyle/>
          <a:p>
            <a:endParaRPr lang="en-US"/>
          </a:p>
        </p:txBody>
      </p:sp>
      <mc:AlternateContent xmlns:mc="http://schemas.openxmlformats.org/markup-compatibility/2006">
        <mc:Choice xmlns:a14="http://schemas.microsoft.com/office/drawing/2010/main" Requires="a14">
          <p:sp>
            <p:nvSpPr>
              <p:cNvPr id="37" name="Text Box 20"/>
              <p:cNvSpPr txBox="1">
                <a:spLocks noChangeArrowheads="1"/>
              </p:cNvSpPr>
              <p:nvPr/>
            </p:nvSpPr>
            <p:spPr bwMode="auto">
              <a:xfrm>
                <a:off x="3511830" y="174878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7" name="Text Box 20"/>
              <p:cNvSpPr txBox="1">
                <a:spLocks noRot="1" noChangeAspect="1" noMove="1" noResize="1" noEditPoints="1" noAdjustHandles="1" noChangeArrowheads="1" noChangeShapeType="1" noTextEdit="1"/>
              </p:cNvSpPr>
              <p:nvPr/>
            </p:nvSpPr>
            <p:spPr bwMode="auto">
              <a:xfrm>
                <a:off x="3511830" y="1748780"/>
                <a:ext cx="1244251" cy="461665"/>
              </a:xfrm>
              <a:prstGeom prst="rect">
                <a:avLst/>
              </a:prstGeom>
              <a:blipFill rotWithShape="1">
                <a:blip r:embed="rId8"/>
                <a:stretch>
                  <a:fillRect l="-23" t="-135" r="45" b="2"/>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968876" y="1444680"/>
                <a:ext cx="386394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38" name="TextBox 37"/>
              <p:cNvSpPr txBox="1">
                <a:spLocks noRot="1" noChangeAspect="1" noMove="1" noResize="1" noEditPoints="1" noAdjustHandles="1" noChangeArrowheads="1" noChangeShapeType="1" noTextEdit="1"/>
              </p:cNvSpPr>
              <p:nvPr/>
            </p:nvSpPr>
            <p:spPr>
              <a:xfrm>
                <a:off x="4968876" y="1444680"/>
                <a:ext cx="3863940" cy="769441"/>
              </a:xfrm>
              <a:prstGeom prst="rect">
                <a:avLst/>
              </a:prstGeom>
              <a:blipFill rotWithShape="1">
                <a:blip r:embed="rId10"/>
                <a:stretch>
                  <a:fillRect t="-7" r="16"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TextBox 38"/>
              <p:cNvSpPr txBox="1"/>
              <p:nvPr/>
            </p:nvSpPr>
            <p:spPr>
              <a:xfrm>
                <a:off x="4968875" y="2149999"/>
                <a:ext cx="3863940"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39" name="TextBox 38"/>
              <p:cNvSpPr txBox="1">
                <a:spLocks noRot="1" noChangeAspect="1" noMove="1" noResize="1" noEditPoints="1" noAdjustHandles="1" noChangeArrowheads="1" noChangeShapeType="1" noTextEdit="1"/>
              </p:cNvSpPr>
              <p:nvPr/>
            </p:nvSpPr>
            <p:spPr>
              <a:xfrm>
                <a:off x="4968875" y="2149999"/>
                <a:ext cx="3863940" cy="1107996"/>
              </a:xfrm>
              <a:prstGeom prst="rect">
                <a:avLst/>
              </a:prstGeom>
              <a:blipFill rotWithShape="1">
                <a:blip r:embed="rId11"/>
                <a:stretch>
                  <a:fillRect t="-47" r="-724"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4968874" y="3240958"/>
                <a:ext cx="3863929"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40" name="TextBox 39"/>
              <p:cNvSpPr txBox="1">
                <a:spLocks noRot="1" noChangeAspect="1" noMove="1" noResize="1" noEditPoints="1" noAdjustHandles="1" noChangeArrowheads="1" noChangeShapeType="1" noTextEdit="1"/>
              </p:cNvSpPr>
              <p:nvPr/>
            </p:nvSpPr>
            <p:spPr>
              <a:xfrm>
                <a:off x="4968874" y="3240958"/>
                <a:ext cx="3863929" cy="769441"/>
              </a:xfrm>
              <a:prstGeom prst="rect">
                <a:avLst/>
              </a:prstGeom>
              <a:blipFill rotWithShape="1">
                <a:blip r:embed="rId12"/>
                <a:stretch>
                  <a:fillRect l="-16" t="-72" r="-1102"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TextBox 40"/>
              <p:cNvSpPr txBox="1"/>
              <p:nvPr/>
            </p:nvSpPr>
            <p:spPr>
              <a:xfrm>
                <a:off x="4968875" y="3963498"/>
                <a:ext cx="3863924" cy="1785104"/>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4. </a:t>
                </a:r>
                <a:r>
                  <a:rPr lang="zh-CN" altLang="en-US" sz="2200" dirty="0">
                    <a:latin typeface="楷体" panose="02010609060101010101" pitchFamily="49" charset="-122"/>
                    <a:ea typeface="楷体" panose="02010609060101010101" pitchFamily="49" charset="-122"/>
                  </a:rPr>
                  <a:t>如果下一个要读入的符号是</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，则跳转到第一步；否则，向右移动检查是否还有剩余的</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。如果后面已经全是</a:t>
                </a:r>
                <a14:m>
                  <m:oMath xmlns:m="http://schemas.openxmlformats.org/officeDocument/2006/math">
                    <m:r>
                      <a:rPr lang="en-US" altLang="zh-CN" sz="2200" i="1" dirty="0"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，那么在空格符停下，进入接受状态。</a:t>
                </a:r>
                <a:endParaRPr lang="en-AU" sz="2200" dirty="0">
                  <a:latin typeface="楷体" panose="02010609060101010101" pitchFamily="49" charset="-122"/>
                  <a:ea typeface="楷体" panose="02010609060101010101" pitchFamily="49" charset="-122"/>
                </a:endParaRPr>
              </a:p>
            </p:txBody>
          </p:sp>
        </mc:Choice>
        <mc:Fallback>
          <p:sp>
            <p:nvSpPr>
              <p:cNvPr id="41" name="TextBox 40"/>
              <p:cNvSpPr txBox="1">
                <a:spLocks noRot="1" noChangeAspect="1" noMove="1" noResize="1" noEditPoints="1" noAdjustHandles="1" noChangeArrowheads="1" noChangeShapeType="1" noTextEdit="1"/>
              </p:cNvSpPr>
              <p:nvPr/>
            </p:nvSpPr>
            <p:spPr>
              <a:xfrm>
                <a:off x="4968875" y="3963498"/>
                <a:ext cx="3863924" cy="1785104"/>
              </a:xfrm>
              <a:prstGeom prst="rect">
                <a:avLst/>
              </a:prstGeom>
              <a:blipFill rotWithShape="1">
                <a:blip r:embed="rId13"/>
                <a:stretch>
                  <a:fillRect t="-26" r="-3600" b="33"/>
                </a:stretch>
              </a:blipFill>
            </p:spPr>
            <p:txBody>
              <a:bodyPr/>
              <a:lstStyle/>
              <a:p>
                <a:r>
                  <a:rPr lang="zh-CN" altLang="en-US">
                    <a:noFill/>
                  </a:rPr>
                  <a:t> </a:t>
                </a:r>
              </a:p>
            </p:txBody>
          </p:sp>
        </mc:Fallback>
      </mc:AlternateContent>
      <p:sp>
        <p:nvSpPr>
          <p:cNvPr id="3" name="TextBox 2"/>
          <p:cNvSpPr txBox="1"/>
          <p:nvPr/>
        </p:nvSpPr>
        <p:spPr>
          <a:xfrm>
            <a:off x="810341" y="2884159"/>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46100" y="914400"/>
                <a:ext cx="8229600" cy="4525963"/>
              </a:xfrm>
            </p:spPr>
            <p:txBody>
              <a:bodyPr>
                <a:normAutofit/>
              </a:bodyPr>
              <a:lstStyle/>
              <a:p>
                <a:r>
                  <a:rPr lang="zh-CN" altLang="en-US" sz="2400" dirty="0"/>
                  <a:t>七元组定义：</a:t>
                </a:r>
                <a14:m>
                  <m:oMath xmlns:m="http://schemas.openxmlformats.org/officeDocument/2006/math">
                    <m:r>
                      <a:rPr lang="en-AU" altLang="zh-CN" sz="2400" b="0" i="1" smtClean="0">
                        <a:latin typeface="Cambria Math" panose="02040503050406030204" pitchFamily="18" charset="0"/>
                      </a:rPr>
                      <m:t>𝑀</m:t>
                    </m:r>
                    <m:r>
                      <a:rPr lang="en-AU" altLang="zh-CN" sz="2400" b="0" i="1" smtClean="0">
                        <a:latin typeface="Cambria Math" panose="02040503050406030204" pitchFamily="18" charset="0"/>
                      </a:rPr>
                      <m:t>=(</m:t>
                    </m:r>
                    <m:d>
                      <m:dPr>
                        <m:begChr m:val="{"/>
                        <m:endChr m:val="}"/>
                        <m:ctrlPr>
                          <a:rPr lang="en-AU" altLang="zh-CN" sz="2400" b="0" i="1" smtClean="0">
                            <a:latin typeface="Cambria Math" panose="02040503050406030204" pitchFamily="18" charset="0"/>
                          </a:rPr>
                        </m:ctrlPr>
                      </m:dPr>
                      <m:e>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b="0" i="1" smtClean="0">
                                <a:latin typeface="Cambria Math" panose="02040503050406030204" pitchFamily="18" charset="0"/>
                              </a:rPr>
                              <m:t>0</m:t>
                            </m:r>
                          </m:sub>
                        </m:sSub>
                        <m:r>
                          <a:rPr lang="en-AU" altLang="zh-CN" sz="2400" b="0" i="1" smtClean="0">
                            <a:latin typeface="Cambria Math" panose="02040503050406030204" pitchFamily="18" charset="0"/>
                          </a:rPr>
                          <m:t>,</m:t>
                        </m:r>
                        <m:sSub>
                          <m:sSubPr>
                            <m:ctrlPr>
                              <a:rPr lang="en-AU" altLang="zh-CN" sz="2400" b="0" i="1" smtClean="0">
                                <a:latin typeface="Cambria Math" panose="02040503050406030204" pitchFamily="18" charset="0"/>
                              </a:rPr>
                            </m:ctrlPr>
                          </m:sSubPr>
                          <m:e>
                            <m:r>
                              <a:rPr lang="en-AU" altLang="zh-CN" sz="2400" b="0" i="1" smtClean="0">
                                <a:latin typeface="Cambria Math" panose="02040503050406030204" pitchFamily="18" charset="0"/>
                              </a:rPr>
                              <m:t>𝑞</m:t>
                            </m:r>
                          </m:e>
                          <m:sub>
                            <m:r>
                              <a:rPr lang="en-AU" altLang="zh-CN" sz="2400" b="0" i="1" smtClean="0">
                                <a:latin typeface="Cambria Math" panose="02040503050406030204" pitchFamily="18" charset="0"/>
                              </a:rPr>
                              <m:t>1</m:t>
                            </m:r>
                          </m:sub>
                        </m:sSub>
                        <m:r>
                          <a:rPr lang="en-AU" altLang="zh-CN" sz="2400" b="0" i="1" smtClean="0">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b="0" i="1" smtClean="0">
                                <a:latin typeface="Cambria Math" panose="02040503050406030204" pitchFamily="18" charset="0"/>
                              </a:rPr>
                              <m:t>2</m:t>
                            </m:r>
                          </m:sub>
                        </m:sSub>
                        <m:r>
                          <a:rPr lang="en-AU" altLang="zh-CN" sz="2400" b="0" i="1" smtClean="0">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b="0" i="1" smtClean="0">
                                <a:latin typeface="Cambria Math" panose="02040503050406030204" pitchFamily="18" charset="0"/>
                              </a:rPr>
                              <m:t>3</m:t>
                            </m:r>
                          </m:sub>
                        </m:sSub>
                        <m:r>
                          <a:rPr lang="en-AU" altLang="zh-CN" sz="2400" b="0" i="1" smtClean="0">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b="0" i="1" smtClean="0">
                                <a:latin typeface="Cambria Math" panose="02040503050406030204" pitchFamily="18" charset="0"/>
                              </a:rPr>
                              <m:t>4</m:t>
                            </m:r>
                          </m:sub>
                        </m:sSub>
                      </m:e>
                    </m:d>
                    <m:r>
                      <a:rPr lang="en-AU" altLang="zh-CN" sz="2400" b="0" i="1" smtClean="0">
                        <a:latin typeface="Cambria Math" panose="02040503050406030204" pitchFamily="18" charset="0"/>
                      </a:rPr>
                      <m:t>,</m:t>
                    </m:r>
                    <m:d>
                      <m:dPr>
                        <m:begChr m:val="{"/>
                        <m:endChr m:val="}"/>
                        <m:ctrlPr>
                          <a:rPr lang="en-AU" altLang="zh-CN" sz="2400" b="0" i="1" smtClean="0">
                            <a:latin typeface="Cambria Math" panose="02040503050406030204" pitchFamily="18" charset="0"/>
                          </a:rPr>
                        </m:ctrlPr>
                      </m:dPr>
                      <m:e>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1</m:t>
                        </m:r>
                      </m:e>
                    </m:d>
                    <m:r>
                      <a:rPr lang="en-AU" altLang="zh-CN" sz="2400" b="0" i="1" smtClean="0">
                        <a:latin typeface="Cambria Math" panose="02040503050406030204" pitchFamily="18" charset="0"/>
                      </a:rPr>
                      <m:t>,</m:t>
                    </m:r>
                    <m:d>
                      <m:dPr>
                        <m:begChr m:val="{"/>
                        <m:endChr m:val="}"/>
                        <m:ctrlPr>
                          <a:rPr lang="en-AU" altLang="zh-CN" sz="2400" b="0" i="1" smtClean="0">
                            <a:latin typeface="Cambria Math" panose="02040503050406030204" pitchFamily="18" charset="0"/>
                          </a:rPr>
                        </m:ctrlPr>
                      </m:dPr>
                      <m:e>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1</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𝑋</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𝑌</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𝐵</m:t>
                        </m:r>
                      </m:e>
                    </m:d>
                    <m:r>
                      <a:rPr lang="en-AU" altLang="zh-CN" sz="2400" b="0" i="1" smtClean="0">
                        <a:latin typeface="Cambria Math" panose="02040503050406030204" pitchFamily="18" charset="0"/>
                      </a:rPr>
                      <m:t>,</m:t>
                    </m:r>
                    <m:r>
                      <a:rPr lang="zh-CN" altLang="en-AU" sz="2400" b="0" i="1" smtClean="0">
                        <a:latin typeface="Cambria Math" panose="02040503050406030204" pitchFamily="18" charset="0"/>
                      </a:rPr>
                      <m:t>𝛿</m:t>
                    </m:r>
                    <m:r>
                      <a:rPr lang="en-AU" altLang="zh-CN" sz="2400" b="0" i="1" smtClean="0">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b="0" i="1" smtClean="0">
                            <a:latin typeface="Cambria Math" panose="02040503050406030204" pitchFamily="18" charset="0"/>
                          </a:rPr>
                          <m:t>0</m:t>
                        </m:r>
                      </m:sub>
                    </m:sSub>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𝐵</m:t>
                    </m:r>
                    <m:r>
                      <a:rPr lang="en-AU" altLang="zh-CN" sz="2400" b="0" i="1" smtClean="0">
                        <a:latin typeface="Cambria Math" panose="02040503050406030204" pitchFamily="18" charset="0"/>
                      </a:rPr>
                      <m:t>,{</m:t>
                    </m:r>
                    <m:sSub>
                      <m:sSubPr>
                        <m:ctrlPr>
                          <a:rPr lang="en-AU" altLang="zh-CN" sz="2400" i="1">
                            <a:latin typeface="Cambria Math" panose="02040503050406030204" pitchFamily="18" charset="0"/>
                          </a:rPr>
                        </m:ctrlPr>
                      </m:sSubPr>
                      <m:e>
                        <m:r>
                          <a:rPr lang="en-AU" altLang="zh-CN" sz="2400" i="1">
                            <a:latin typeface="Cambria Math" panose="02040503050406030204" pitchFamily="18" charset="0"/>
                          </a:rPr>
                          <m:t>𝑞</m:t>
                        </m:r>
                      </m:e>
                      <m:sub>
                        <m:r>
                          <a:rPr lang="en-AU" altLang="zh-CN" sz="2400" b="0" i="1" smtClean="0">
                            <a:latin typeface="Cambria Math" panose="02040503050406030204" pitchFamily="18" charset="0"/>
                          </a:rPr>
                          <m:t>4</m:t>
                        </m:r>
                      </m:sub>
                    </m:sSub>
                    <m:r>
                      <a:rPr lang="en-AU" altLang="zh-CN" sz="2400" b="0" i="1" smtClean="0">
                        <a:latin typeface="Cambria Math" panose="02040503050406030204" pitchFamily="18" charset="0"/>
                      </a:rPr>
                      <m:t>})</m:t>
                    </m:r>
                  </m:oMath>
                </a14:m>
                <a:endParaRPr lang="en-AU" sz="2400" dirty="0"/>
              </a:p>
              <a:p>
                <a:r>
                  <a:rPr lang="zh-CN" altLang="en-US" sz="2400" dirty="0"/>
                  <a:t>状态转移表：</a:t>
                </a:r>
                <a:endParaRPr lang="en-AU"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46100" y="914400"/>
                <a:ext cx="8229600" cy="4525963"/>
              </a:xfrm>
              <a:blipFill rotWithShape="1">
                <a:blip r:embed="rId2"/>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xmlns:a14="http://schemas.microsoft.com/office/drawing/2010/main">
        <mc:Choice Requires="a14">
          <p:graphicFrame>
            <p:nvGraphicFramePr>
              <p:cNvPr id="5" name="Table 6"/>
              <p:cNvGraphicFramePr>
                <a:graphicFrameLocks noGrp="1"/>
              </p:cNvGraphicFramePr>
              <p:nvPr/>
            </p:nvGraphicFramePr>
            <p:xfrm>
              <a:off x="835188" y="2346960"/>
              <a:ext cx="7283124" cy="3596640"/>
            </p:xfrm>
            <a:graphic>
              <a:graphicData uri="http://schemas.openxmlformats.org/drawingml/2006/table">
                <a:tbl>
                  <a:tblPr firstRow="1" bandRow="1">
                    <a:tableStyleId>{5940675A-B579-460E-94D1-54222C63F5DA}</a:tableStyleId>
                  </a:tblPr>
                  <a:tblGrid>
                    <a:gridCol w="1213854"/>
                    <a:gridCol w="1213854"/>
                    <a:gridCol w="1213854"/>
                    <a:gridCol w="1213854"/>
                    <a:gridCol w="1213854"/>
                    <a:gridCol w="1213854"/>
                  </a:tblGrid>
                  <a:tr h="376271">
                    <a:tc>
                      <a:txBody>
                        <a:bodyPr/>
                        <a:lstStyle/>
                        <a:p>
                          <a:pPr algn="ctr"/>
                          <a:r>
                            <a:rPr lang="zh-CN" altLang="en-AU" sz="2000" b="0" dirty="0"/>
                            <a:t>δ</a:t>
                          </a:r>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dirty="0" smtClean="0">
                                    <a:latin typeface="Cambria Math" panose="02040503050406030204" pitchFamily="18" charset="0"/>
                                  </a:rPr>
                                  <m:t>0</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dirty="0" smtClean="0">
                                    <a:latin typeface="Cambria Math" panose="02040503050406030204" pitchFamily="18" charset="0"/>
                                  </a:rPr>
                                  <m:t>1</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US" sz="2000" dirty="0" smtClean="0">
                                    <a:latin typeface="Cambria Math" panose="02040503050406030204" pitchFamily="18" charset="0"/>
                                  </a:rPr>
                                  <m:t>𝑋</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dirty="0" smtClean="0">
                                    <a:latin typeface="Cambria Math" panose="02040503050406030204" pitchFamily="18" charset="0"/>
                                  </a:rPr>
                                  <m:t>𝑌</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dirty="0" smtClean="0">
                                    <a:latin typeface="Cambria Math" panose="02040503050406030204" pitchFamily="18" charset="0"/>
                                  </a:rPr>
                                  <m:t>𝐵</m:t>
                                </m:r>
                              </m:oMath>
                            </m:oMathPara>
                          </a14:m>
                          <a:endParaRPr lang="en-AU" sz="2000" dirty="0"/>
                        </a:p>
                      </a:txBody>
                      <a:tcPr/>
                    </a:tc>
                  </a:tr>
                  <a:tr h="671835">
                    <a:tc>
                      <a:txBody>
                        <a:bodyPr/>
                        <a:lstStyle/>
                        <a:p>
                          <a14:m>
                            <m:oMathPara xmlns:m="http://schemas.openxmlformats.org/officeDocument/2006/math">
                              <m:oMathParaPr>
                                <m:jc m:val="centerGroup"/>
                              </m:oMathParaPr>
                              <m:oMath xmlns:m="http://schemas.openxmlformats.org/officeDocument/2006/math">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0</m:t>
                                    </m:r>
                                  </m:sub>
                                </m:sSub>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1</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𝑋</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𝑅</m:t>
                                </m:r>
                                <m:r>
                                  <a:rPr lang="en-AU" sz="2000" b="0" smtClean="0">
                                    <a:latin typeface="Cambria Math" panose="02040503050406030204" pitchFamily="18" charset="0"/>
                                  </a:rPr>
                                  <m:t>)</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3</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𝑌</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𝑅</m:t>
                                </m:r>
                                <m:r>
                                  <a:rPr lang="en-AU" sz="2000" b="0" smtClean="0">
                                    <a:latin typeface="Cambria Math" panose="02040503050406030204" pitchFamily="18" charset="0"/>
                                  </a:rPr>
                                  <m:t>)</m:t>
                                </m:r>
                              </m:oMath>
                            </m:oMathPara>
                          </a14:m>
                          <a:endParaRPr lang="en-AU" sz="2000" dirty="0"/>
                        </a:p>
                        <a:p>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r>
                  <a:tr h="671835">
                    <a:tc>
                      <a:txBody>
                        <a:bodyPr/>
                        <a:lstStyle/>
                        <a:p>
                          <a14:m>
                            <m:oMathPara xmlns:m="http://schemas.openxmlformats.org/officeDocument/2006/math">
                              <m:oMathParaPr>
                                <m:jc m:val="centerGroup"/>
                              </m:oMathParaPr>
                              <m:oMath xmlns:m="http://schemas.openxmlformats.org/officeDocument/2006/math">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1</m:t>
                                    </m:r>
                                  </m:sub>
                                </m:sSub>
                              </m:oMath>
                            </m:oMathPara>
                          </a14:m>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1</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0</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𝑅</m:t>
                                </m:r>
                                <m:r>
                                  <a:rPr lang="en-AU" sz="2000" b="0" smtClean="0">
                                    <a:latin typeface="Cambria Math" panose="02040503050406030204" pitchFamily="18" charset="0"/>
                                  </a:rPr>
                                  <m:t>)</m:t>
                                </m:r>
                              </m:oMath>
                            </m:oMathPara>
                          </a14:m>
                          <a:endParaRPr lang="en-AU" sz="2000" dirty="0"/>
                        </a:p>
                        <a:p>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2</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𝑌</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𝐿</m:t>
                                </m:r>
                                <m:r>
                                  <a:rPr lang="en-AU" sz="2000" b="0" smtClean="0">
                                    <a:latin typeface="Cambria Math" panose="02040503050406030204" pitchFamily="18" charset="0"/>
                                  </a:rPr>
                                  <m:t>)</m:t>
                                </m:r>
                              </m:oMath>
                            </m:oMathPara>
                          </a14:m>
                          <a:endParaRPr lang="en-AU" sz="2000" dirty="0"/>
                        </a:p>
                        <a:p>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1</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𝑌</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𝑅</m:t>
                                </m:r>
                                <m:r>
                                  <a:rPr lang="en-AU" sz="2000" b="0" smtClean="0">
                                    <a:latin typeface="Cambria Math" panose="02040503050406030204" pitchFamily="18" charset="0"/>
                                  </a:rPr>
                                  <m:t>)</m:t>
                                </m:r>
                              </m:oMath>
                            </m:oMathPara>
                          </a14:m>
                          <a:endParaRPr lang="en-AU" sz="2000" dirty="0"/>
                        </a:p>
                        <a:p>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r>
                  <a:tr h="671835">
                    <a:tc>
                      <a:txBody>
                        <a:bodyPr/>
                        <a:lstStyle/>
                        <a:p>
                          <a14:m>
                            <m:oMathPara xmlns:m="http://schemas.openxmlformats.org/officeDocument/2006/math">
                              <m:oMathParaPr>
                                <m:jc m:val="centerGroup"/>
                              </m:oMathParaPr>
                              <m:oMath xmlns:m="http://schemas.openxmlformats.org/officeDocument/2006/math">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2</m:t>
                                    </m:r>
                                  </m:sub>
                                </m:sSub>
                              </m:oMath>
                            </m:oMathPara>
                          </a14:m>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2</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0</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𝐿</m:t>
                                </m:r>
                                <m:r>
                                  <a:rPr lang="en-AU" sz="2000" b="0" smtClean="0">
                                    <a:latin typeface="Cambria Math" panose="02040503050406030204" pitchFamily="18" charset="0"/>
                                  </a:rPr>
                                  <m:t>)</m:t>
                                </m:r>
                              </m:oMath>
                            </m:oMathPara>
                          </a14:m>
                          <a:endParaRPr lang="en-AU" sz="2000" dirty="0"/>
                        </a:p>
                        <a:p>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0</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𝑋</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𝑅</m:t>
                                </m:r>
                                <m:r>
                                  <a:rPr lang="en-AU" sz="2000" b="0" smtClean="0">
                                    <a:latin typeface="Cambria Math" panose="02040503050406030204" pitchFamily="18" charset="0"/>
                                  </a:rPr>
                                  <m:t>)</m:t>
                                </m:r>
                              </m:oMath>
                            </m:oMathPara>
                          </a14:m>
                          <a:endParaRPr lang="en-AU" sz="2000" dirty="0"/>
                        </a:p>
                        <a:p>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2</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𝑌</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𝐿</m:t>
                                </m:r>
                                <m:r>
                                  <a:rPr lang="en-AU" sz="2000" b="0" smtClean="0">
                                    <a:latin typeface="Cambria Math" panose="02040503050406030204" pitchFamily="18" charset="0"/>
                                  </a:rPr>
                                  <m:t>)</m:t>
                                </m:r>
                              </m:oMath>
                            </m:oMathPara>
                          </a14:m>
                          <a:endParaRPr lang="en-AU" sz="2000" dirty="0"/>
                        </a:p>
                        <a:p>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r>
                  <a:tr h="671835">
                    <a:tc>
                      <a:txBody>
                        <a:bodyPr/>
                        <a:lstStyle/>
                        <a:p>
                          <a14:m>
                            <m:oMathPara xmlns:m="http://schemas.openxmlformats.org/officeDocument/2006/math">
                              <m:oMathParaPr>
                                <m:jc m:val="centerGroup"/>
                              </m:oMathParaPr>
                              <m:oMath xmlns:m="http://schemas.openxmlformats.org/officeDocument/2006/math">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3</m:t>
                                    </m:r>
                                  </m:sub>
                                </m:sSub>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3</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𝑌</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𝑅</m:t>
                                </m:r>
                                <m:r>
                                  <a:rPr lang="en-AU" sz="2000" b="0" smtClean="0">
                                    <a:latin typeface="Cambria Math" panose="02040503050406030204" pitchFamily="18" charset="0"/>
                                  </a:rPr>
                                  <m:t>)</m:t>
                                </m:r>
                              </m:oMath>
                            </m:oMathPara>
                          </a14:m>
                          <a:endParaRPr lang="en-AU" sz="2000" dirty="0"/>
                        </a:p>
                        <a:p>
                          <a:endParaRPr lang="en-AU" sz="2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4</m:t>
                                    </m:r>
                                  </m:sub>
                                </m:sSub>
                                <m:r>
                                  <a:rPr lang="en-AU" altLang="zh-CN" sz="2000" b="0" smtClean="0">
                                    <a:latin typeface="Cambria Math" panose="02040503050406030204" pitchFamily="18" charset="0"/>
                                  </a:rPr>
                                  <m:t>,</m:t>
                                </m:r>
                                <m:r>
                                  <a:rPr lang="en-AU" altLang="zh-CN" sz="2000" b="0" smtClean="0">
                                    <a:latin typeface="Cambria Math" panose="02040503050406030204" pitchFamily="18" charset="0"/>
                                  </a:rPr>
                                  <m:t>𝐵</m:t>
                                </m:r>
                                <m:r>
                                  <a:rPr lang="en-AU" altLang="zh-CN" sz="2000" b="0" smtClean="0">
                                    <a:latin typeface="Cambria Math" panose="02040503050406030204" pitchFamily="18" charset="0"/>
                                  </a:rPr>
                                  <m:t>,</m:t>
                                </m:r>
                                <m:r>
                                  <a:rPr lang="en-AU" altLang="zh-CN" sz="2000" b="0" smtClean="0">
                                    <a:latin typeface="Cambria Math" panose="02040503050406030204" pitchFamily="18" charset="0"/>
                                  </a:rPr>
                                  <m:t>𝑅</m:t>
                                </m:r>
                                <m:r>
                                  <a:rPr lang="en-AU" sz="2000" b="0" smtClean="0">
                                    <a:latin typeface="Cambria Math" panose="02040503050406030204" pitchFamily="18" charset="0"/>
                                  </a:rPr>
                                  <m:t>)</m:t>
                                </m:r>
                              </m:oMath>
                            </m:oMathPara>
                          </a14:m>
                          <a:endParaRPr lang="en-AU" sz="2000" dirty="0"/>
                        </a:p>
                        <a:p>
                          <a:endParaRPr lang="en-AU" sz="2000" dirty="0"/>
                        </a:p>
                      </a:txBody>
                      <a:tcPr/>
                    </a:tc>
                  </a:tr>
                  <a:tr h="376271">
                    <a:tc>
                      <a:txBody>
                        <a:bodyPr/>
                        <a:lstStyle/>
                        <a:p>
                          <a14:m>
                            <m:oMathPara xmlns:m="http://schemas.openxmlformats.org/officeDocument/2006/math">
                              <m:oMathParaPr>
                                <m:jc m:val="centerGroup"/>
                              </m:oMathParaPr>
                              <m:oMath xmlns:m="http://schemas.openxmlformats.org/officeDocument/2006/math">
                                <m:sSub>
                                  <m:sSubPr>
                                    <m:ctrlPr>
                                      <a:rPr lang="en-AU" altLang="zh-CN" sz="2000" i="1" smtClean="0">
                                        <a:latin typeface="Cambria Math" panose="02040503050406030204" pitchFamily="18" charset="0"/>
                                      </a:rPr>
                                    </m:ctrlPr>
                                  </m:sSubPr>
                                  <m:e>
                                    <m:r>
                                      <a:rPr lang="en-AU" altLang="zh-CN" sz="2000">
                                        <a:latin typeface="Cambria Math" panose="02040503050406030204" pitchFamily="18" charset="0"/>
                                      </a:rPr>
                                      <m:t>𝑞</m:t>
                                    </m:r>
                                  </m:e>
                                  <m:sub>
                                    <m:r>
                                      <a:rPr lang="en-AU" altLang="zh-CN" sz="2000" b="0" smtClean="0">
                                        <a:latin typeface="Cambria Math" panose="02040503050406030204" pitchFamily="18" charset="0"/>
                                      </a:rPr>
                                      <m:t>4</m:t>
                                    </m:r>
                                  </m:sub>
                                </m:sSub>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c>
                      <a:txBody>
                        <a:bodyPr/>
                        <a:lstStyle/>
                        <a:p>
                          <a14:m>
                            <m:oMathPara xmlns:m="http://schemas.openxmlformats.org/officeDocument/2006/math">
                              <m:oMathParaPr>
                                <m:jc m:val="centerGroup"/>
                              </m:oMathParaPr>
                              <m:oMath xmlns:m="http://schemas.openxmlformats.org/officeDocument/2006/math">
                                <m:r>
                                  <a:rPr lang="en-AU" sz="2000" b="0" smtClean="0">
                                    <a:latin typeface="Cambria Math" panose="02040503050406030204" pitchFamily="18" charset="0"/>
                                  </a:rPr>
                                  <m:t>−</m:t>
                                </m:r>
                              </m:oMath>
                            </m:oMathPara>
                          </a14:m>
                          <a:endParaRPr lang="en-AU" sz="2000" dirty="0"/>
                        </a:p>
                      </a:txBody>
                      <a:tcPr/>
                    </a:tc>
                  </a:tr>
                </a:tbl>
              </a:graphicData>
            </a:graphic>
          </p:graphicFrame>
        </mc:Choice>
        <mc:Fallback xmlns="">
          <p:graphicFrame>
            <p:nvGraphicFramePr>
              <p:cNvPr id="5" name="Table 6"/>
              <p:cNvGraphicFramePr>
                <a:graphicFrameLocks noGrp="1"/>
              </p:cNvGraphicFramePr>
              <p:nvPr/>
            </p:nvGraphicFramePr>
            <p:xfrm>
              <a:off x="835188" y="2346960"/>
              <a:ext cx="7283124" cy="3596640"/>
            </p:xfrm>
            <a:graphic>
              <a:graphicData uri="http://schemas.openxmlformats.org/drawingml/2006/table">
                <a:tbl>
                  <a:tblPr firstRow="1" bandRow="1">
                    <a:tableStyleId>{5940675A-B579-460E-94D1-54222C63F5DA}</a:tableStyleId>
                  </a:tblPr>
                  <a:tblGrid>
                    <a:gridCol w="1213854"/>
                    <a:gridCol w="1213854"/>
                    <a:gridCol w="1213854"/>
                    <a:gridCol w="1213854"/>
                    <a:gridCol w="1213854"/>
                    <a:gridCol w="1213854"/>
                  </a:tblGrid>
                  <a:tr h="396240">
                    <a:tc>
                      <a:txBody>
                        <a:bodyPr/>
                        <a:lstStyle/>
                        <a:p>
                          <a:pPr algn="ctr"/>
                          <a:r>
                            <a:rPr lang="zh-CN" altLang="en-AU" sz="2000" b="0" dirty="0"/>
                            <a:t>δ</a:t>
                          </a:r>
                          <a:endParaRPr lang="en-AU" sz="2000" dirty="0"/>
                        </a:p>
                      </a:txBody>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r>
                  <a:tr h="701040">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r>
                  <a:tr h="701040">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r>
                  <a:tr h="701040">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r>
                  <a:tr h="701040">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r>
                  <a:tr h="396240">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c>
                      <a:txBody>
                        <a:bodyPr/>
                        <a:lstStyle/>
                        <a:p>
                          <a:endParaRPr lang="zh-CN"/>
                        </a:p>
                      </a:txBody>
                      <a:tcPr>
                        <a:blipFill>
                          <a:blip r:embed="rId3"/>
                        </a:blipFill>
                      </a:tcPr>
                    </a:tc>
                  </a:tr>
                </a:tbl>
              </a:graphicData>
            </a:graphic>
          </p:graphicFrame>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zh-CN" altLang="en-US" dirty="0"/>
                  <a:t>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t="-19709" b="-21971"/>
                </a:stretch>
              </a:blipFill>
            </p:spPr>
            <p:txBody>
              <a:bodyPr/>
              <a:lstStyle/>
              <a:p>
                <a:r>
                  <a:rPr lang="zh-CN" altLang="en-US">
                    <a:noFill/>
                  </a:rPr>
                  <a:t> </a:t>
                </a:r>
              </a:p>
            </p:txBody>
          </p:sp>
        </mc:Fallback>
      </mc:AlternateContent>
      <p:sp>
        <p:nvSpPr>
          <p:cNvPr id="3" name="Content Placeholder 2"/>
          <p:cNvSpPr>
            <a:spLocks noGrp="1"/>
          </p:cNvSpPr>
          <p:nvPr>
            <p:ph idx="1"/>
          </p:nvPr>
        </p:nvSpPr>
        <p:spPr/>
        <p:txBody>
          <a:bodyPr/>
          <a:lstStyle/>
          <a:p>
            <a:r>
              <a:rPr lang="zh-CN" altLang="en-US" dirty="0"/>
              <a:t>接受</a:t>
            </a:r>
            <a:r>
              <a:rPr lang="en-AU" altLang="zh-CN" dirty="0"/>
              <a:t>0011</a:t>
            </a:r>
            <a:r>
              <a:rPr lang="zh-CN" altLang="en-US" dirty="0"/>
              <a:t>的</a:t>
            </a:r>
            <a:r>
              <a:rPr lang="en-AU" altLang="zh-CN" dirty="0">
                <a:latin typeface="Times New Roman" panose="02020603050405020304" pitchFamily="18" charset="0"/>
                <a:cs typeface="Times New Roman" panose="02020603050405020304" pitchFamily="18" charset="0"/>
              </a:rPr>
              <a:t>ID</a:t>
            </a:r>
            <a:r>
              <a:rPr lang="zh-CN" altLang="en-US" dirty="0"/>
              <a:t>序列。</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pic>
        <p:nvPicPr>
          <p:cNvPr id="5" name="Picture 4" descr="Text, letter&#10;&#10;Description automatically generated"/>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8650" y="2431376"/>
            <a:ext cx="7978874" cy="294072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图灵机（课程回顾）</a:t>
            </a:r>
            <a:endParaRPr lang="en-AU" dirty="0"/>
          </a:p>
        </p:txBody>
      </p:sp>
      <p:sp>
        <p:nvSpPr>
          <p:cNvPr id="3" name="Content Placeholder 2"/>
          <p:cNvSpPr>
            <a:spLocks noGrp="1"/>
          </p:cNvSpPr>
          <p:nvPr>
            <p:ph idx="1"/>
          </p:nvPr>
        </p:nvSpPr>
        <p:spPr>
          <a:xfrm>
            <a:off x="546100" y="914400"/>
            <a:ext cx="8229600" cy="3205779"/>
          </a:xfrm>
        </p:spPr>
        <p:txBody>
          <a:bodyPr>
            <a:normAutofit/>
          </a:bodyPr>
          <a:lstStyle/>
          <a:p>
            <a:endParaRPr lang="en-AU" sz="2400" dirty="0"/>
          </a:p>
          <a:p>
            <a:endParaRPr lang="en-AU" sz="2400" dirty="0"/>
          </a:p>
          <a:p>
            <a:endParaRPr lang="en-AU" sz="2400" dirty="0"/>
          </a:p>
          <a:p>
            <a:endParaRPr lang="en-AU" sz="2400" dirty="0"/>
          </a:p>
          <a:p>
            <a:endParaRPr lang="en-AU" sz="2400" dirty="0"/>
          </a:p>
          <a:p>
            <a:r>
              <a:rPr lang="zh-CN" altLang="en-US" sz="2400" dirty="0"/>
              <a:t>三要素：输入</a:t>
            </a:r>
            <a:r>
              <a:rPr lang="zh-CN" altLang="en-US" sz="2400" dirty="0">
                <a:solidFill>
                  <a:srgbClr val="FF0000"/>
                </a:solidFill>
              </a:rPr>
              <a:t>输出</a:t>
            </a:r>
            <a:r>
              <a:rPr lang="zh-CN" altLang="en-US" sz="2400" dirty="0"/>
              <a:t>带、读头和状态控制器</a:t>
            </a:r>
            <a:endParaRPr lang="en-US" altLang="zh-CN" sz="2400" dirty="0"/>
          </a:p>
          <a:p>
            <a:r>
              <a:rPr lang="zh-CN" altLang="en-US" sz="2400" dirty="0"/>
              <a:t>图灵机七元组</a:t>
            </a:r>
            <a:endParaRPr lang="en-AU"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pic>
        <p:nvPicPr>
          <p:cNvPr id="6" name="Picture 5" descr="Diagram&#10;&#10;Description automatically generated"/>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784855" y="999227"/>
            <a:ext cx="5574290" cy="2028956"/>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2886634" y="3607687"/>
                <a:ext cx="2594384"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l-GR" altLang="zh-CN" i="1" dirty="0" smtClean="0">
                          <a:latin typeface="Cambria Math" panose="02040503050406030204" pitchFamily="18" charset="0"/>
                        </a:rPr>
                        <m:t>𝑀</m:t>
                      </m:r>
                      <m:r>
                        <a:rPr lang="el-GR" altLang="zh-CN" i="1" dirty="0" smtClean="0">
                          <a:latin typeface="Cambria Math" panose="02040503050406030204" pitchFamily="18" charset="0"/>
                        </a:rPr>
                        <m:t> = (</m:t>
                      </m:r>
                      <m:r>
                        <a:rPr lang="el-GR" altLang="zh-CN" i="1" dirty="0" smtClean="0">
                          <a:latin typeface="Cambria Math" panose="02040503050406030204" pitchFamily="18" charset="0"/>
                        </a:rPr>
                        <m:t>𝑄</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Γ</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𝛿</m:t>
                      </m:r>
                      <m:r>
                        <a:rPr lang="el-GR" altLang="zh-CN" i="1" dirty="0" smtClean="0">
                          <a:latin typeface="Cambria Math" panose="02040503050406030204" pitchFamily="18" charset="0"/>
                        </a:rPr>
                        <m:t>, </m:t>
                      </m:r>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l-GR" altLang="zh-CN" i="1" dirty="0" smtClean="0">
                          <a:latin typeface="Cambria Math" panose="02040503050406030204" pitchFamily="18" charset="0"/>
                        </a:rPr>
                        <m:t>, </m:t>
                      </m:r>
                      <m:r>
                        <a:rPr lang="el-GR" altLang="zh-CN" i="1" dirty="0" smtClean="0">
                          <a:latin typeface="Cambria Math" panose="02040503050406030204" pitchFamily="18" charset="0"/>
                        </a:rPr>
                        <m:t>𝐵</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𝐹</m:t>
                      </m:r>
                      <m:r>
                        <a:rPr lang="el-GR" altLang="zh-CN" i="1" dirty="0" smtClean="0">
                          <a:latin typeface="Cambria Math" panose="02040503050406030204" pitchFamily="18" charset="0"/>
                        </a:rPr>
                        <m:t>)</m:t>
                      </m:r>
                    </m:oMath>
                  </m:oMathPara>
                </a14:m>
                <a:endParaRPr lang="en-AU" altLang="zh-CN" dirty="0"/>
              </a:p>
            </p:txBody>
          </p:sp>
        </mc:Choice>
        <mc:Fallback>
          <p:sp>
            <p:nvSpPr>
              <p:cNvPr id="8" name="文本框 7"/>
              <p:cNvSpPr txBox="1">
                <a:spLocks noRot="1" noChangeAspect="1" noMove="1" noResize="1" noEditPoints="1" noAdjustHandles="1" noChangeArrowheads="1" noChangeShapeType="1" noTextEdit="1"/>
              </p:cNvSpPr>
              <p:nvPr/>
            </p:nvSpPr>
            <p:spPr>
              <a:xfrm>
                <a:off x="2886634" y="3607687"/>
                <a:ext cx="2594384" cy="369332"/>
              </a:xfrm>
              <a:prstGeom prst="rect">
                <a:avLst/>
              </a:prstGeom>
              <a:blipFill rotWithShape="1">
                <a:blip r:embed="rId2"/>
                <a:stretch>
                  <a:fillRect l="-22" t="-68" r="13" b="-608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967305" y="4080299"/>
                <a:ext cx="5209390" cy="2031325"/>
              </a:xfrm>
              <a:prstGeom prst="rect">
                <a:avLst/>
              </a:prstGeom>
              <a:noFill/>
            </p:spPr>
            <p:txBody>
              <a:bodyPr wrap="square">
                <a:spAutoFit/>
              </a:bodyPr>
              <a:lstStyle/>
              <a:p>
                <a:pPr marL="0" indent="0">
                  <a:buNone/>
                </a:pPr>
                <a:r>
                  <a:rPr lang="en-US" altLang="zh-CN" dirty="0">
                    <a:latin typeface="Times New Roman" panose="02020603050405020304" pitchFamily="18" charset="0"/>
                    <a:cs typeface="Times New Roman" panose="02020603050405020304" pitchFamily="18" charset="0"/>
                  </a:rPr>
                  <a:t>(1) </a:t>
                </a:r>
                <a14:m>
                  <m:oMath xmlns:m="http://schemas.openxmlformats.org/officeDocument/2006/math">
                    <m:r>
                      <a:rPr lang="el-GR" altLang="zh-CN" i="1" dirty="0" smtClean="0">
                        <a:latin typeface="Cambria Math" panose="02040503050406030204" pitchFamily="18" charset="0"/>
                      </a:rPr>
                      <m:t>𝑄</m:t>
                    </m:r>
                  </m:oMath>
                </a14:m>
                <a:r>
                  <a:rPr lang="en-AU"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有穷状态集</a:t>
                </a:r>
                <a:endParaRPr lang="en-AU" altLang="zh-CN" dirty="0">
                  <a:latin typeface="Times New Roman" panose="02020603050405020304" pitchFamily="18" charset="0"/>
                  <a:cs typeface="Times New Roman" panose="02020603050405020304" pitchFamily="18" charset="0"/>
                </a:endParaRPr>
              </a:p>
              <a:p>
                <a:pPr marL="0" indent="0">
                  <a:buNone/>
                </a:pPr>
                <a:r>
                  <a:rPr lang="en-AU" altLang="zh-CN" dirty="0">
                    <a:latin typeface="Times New Roman" panose="02020603050405020304" pitchFamily="18" charset="0"/>
                    <a:cs typeface="Times New Roman" panose="02020603050405020304" pitchFamily="18" charset="0"/>
                  </a:rPr>
                  <a:t>(2)</a:t>
                </a:r>
                <a:r>
                  <a:rPr lang="el-GR" altLang="zh-CN" dirty="0">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altLang="zh-CN" i="0" dirty="0" smtClean="0">
                        <a:latin typeface="Cambria Math" panose="02040503050406030204" pitchFamily="18" charset="0"/>
                      </a:rPr>
                      <m:t>Σ</m:t>
                    </m:r>
                  </m:oMath>
                </a14:m>
                <a:r>
                  <a:rPr lang="en-AU"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有穷输入符号集</a:t>
                </a:r>
                <a:r>
                  <a:rPr lang="en-AU" altLang="zh-CN" dirty="0">
                    <a:latin typeface="Times New Roman" panose="02020603050405020304" pitchFamily="18" charset="0"/>
                    <a:cs typeface="Times New Roman" panose="02020603050405020304" pitchFamily="18" charset="0"/>
                  </a:rPr>
                  <a:t>(input alphabet)</a:t>
                </a:r>
                <a:endParaRPr lang="en-AU" altLang="zh-CN" dirty="0">
                  <a:latin typeface="Times New Roman" panose="02020603050405020304" pitchFamily="18" charset="0"/>
                  <a:cs typeface="Times New Roman" panose="02020603050405020304" pitchFamily="18" charset="0"/>
                </a:endParaRPr>
              </a:p>
              <a:p>
                <a:pPr marL="0" indent="0">
                  <a:buNone/>
                </a:pPr>
                <a:r>
                  <a:rPr lang="en-AU" altLang="zh-CN" dirty="0">
                    <a:latin typeface="Times New Roman" panose="02020603050405020304" pitchFamily="18" charset="0"/>
                    <a:cs typeface="Times New Roman" panose="02020603050405020304" pitchFamily="18" charset="0"/>
                  </a:rPr>
                  <a:t>(3)</a:t>
                </a:r>
                <a:r>
                  <a:rPr lang="el-GR" altLang="zh-CN" dirty="0">
                    <a:latin typeface="Times New Roman" panose="02020603050405020304" pitchFamily="18" charset="0"/>
                    <a:cs typeface="Times New Roman" panose="02020603050405020304" pitchFamily="18" charset="0"/>
                  </a:rPr>
                  <a:t> </a:t>
                </a:r>
                <a14:m>
                  <m:oMath xmlns:m="http://schemas.openxmlformats.org/officeDocument/2006/math">
                    <m:r>
                      <m:rPr>
                        <m:sty m:val="p"/>
                      </m:rPr>
                      <a:rPr lang="el-GR" altLang="zh-CN" i="0" dirty="0" smtClean="0">
                        <a:latin typeface="Cambria Math" panose="02040503050406030204" pitchFamily="18" charset="0"/>
                      </a:rPr>
                      <m:t>Γ</m:t>
                    </m:r>
                  </m:oMath>
                </a14:m>
                <a:r>
                  <a:rPr lang="en-AU"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有穷带符号集</a:t>
                </a:r>
                <a:r>
                  <a:rPr lang="en-AU" altLang="zh-CN" dirty="0">
                    <a:latin typeface="Times New Roman" panose="02020603050405020304" pitchFamily="18" charset="0"/>
                    <a:cs typeface="Times New Roman" panose="02020603050405020304" pitchFamily="18" charset="0"/>
                  </a:rPr>
                  <a:t>(tape alphabet)</a:t>
                </a:r>
                <a:r>
                  <a:rPr lang="zh-CN" altLang="en-US" dirty="0">
                    <a:latin typeface="Times New Roman" panose="02020603050405020304" pitchFamily="18" charset="0"/>
                    <a:cs typeface="Times New Roman" panose="02020603050405020304" pitchFamily="18" charset="0"/>
                  </a:rPr>
                  <a:t>，且总有</a:t>
                </a:r>
                <a14:m>
                  <m:oMath xmlns:m="http://schemas.openxmlformats.org/officeDocument/2006/math">
                    <m:r>
                      <m:rPr>
                        <m:sty m:val="p"/>
                      </m:rPr>
                      <a:rPr lang="el-GR" altLang="zh-CN" dirty="0">
                        <a:latin typeface="Cambria Math" panose="02040503050406030204" pitchFamily="18" charset="0"/>
                      </a:rPr>
                      <m:t>Σ</m:t>
                    </m:r>
                    <m:r>
                      <a:rPr lang="el-GR" altLang="zh-CN" i="1" dirty="0" smtClean="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oMath>
                </a14:m>
                <a:endParaRPr lang="en-AU" altLang="zh-CN" dirty="0">
                  <a:latin typeface="Times New Roman" panose="02020603050405020304" pitchFamily="18" charset="0"/>
                  <a:cs typeface="Times New Roman" panose="02020603050405020304" pitchFamily="18" charset="0"/>
                </a:endParaRPr>
              </a:p>
              <a:p>
                <a:pPr marL="0" indent="0">
                  <a:buNone/>
                </a:pPr>
                <a:r>
                  <a:rPr lang="en-AU" altLang="zh-CN" dirty="0">
                    <a:latin typeface="Times New Roman" panose="02020603050405020304" pitchFamily="18" charset="0"/>
                    <a:cs typeface="Times New Roman" panose="02020603050405020304" pitchFamily="18" charset="0"/>
                  </a:rPr>
                  <a:t>(4)</a:t>
                </a:r>
                <a:r>
                  <a:rPr lang="el-GR" altLang="zh-CN" dirty="0">
                    <a:latin typeface="Times New Roman" panose="02020603050405020304" pitchFamily="18" charset="0"/>
                    <a:cs typeface="Times New Roman" panose="02020603050405020304" pitchFamily="18" charset="0"/>
                  </a:rPr>
                  <a:t> </a:t>
                </a:r>
                <a14:m>
                  <m:oMath xmlns:m="http://schemas.openxmlformats.org/officeDocument/2006/math">
                    <m:r>
                      <a:rPr lang="el-GR" altLang="zh-CN" i="1" dirty="0" smtClean="0">
                        <a:latin typeface="Cambria Math" panose="02040503050406030204" pitchFamily="18" charset="0"/>
                      </a:rPr>
                      <m:t>𝛿</m:t>
                    </m:r>
                  </m:oMath>
                </a14:m>
                <a:r>
                  <a:rPr lang="en-AU" altLang="zh-CN" dirty="0">
                    <a:latin typeface="Times New Roman" panose="02020603050405020304" pitchFamily="18" charset="0"/>
                    <a:cs typeface="Times New Roman" panose="02020603050405020304" pitchFamily="18" charset="0"/>
                  </a:rPr>
                  <a:t>:</a:t>
                </a:r>
                <a:r>
                  <a:rPr lang="el-GR" altLang="zh-CN" dirty="0">
                    <a:latin typeface="Times New Roman" panose="02020603050405020304" pitchFamily="18" charset="0"/>
                    <a:cs typeface="Times New Roman" panose="02020603050405020304" pitchFamily="18" charset="0"/>
                  </a:rPr>
                  <a:t> </a:t>
                </a:r>
                <a14:m>
                  <m:oMath xmlns:m="http://schemas.openxmlformats.org/officeDocument/2006/math">
                    <m:r>
                      <a:rPr lang="el-GR" altLang="zh-CN" i="1" dirty="0">
                        <a:latin typeface="Cambria Math" panose="02040503050406030204" pitchFamily="18" charset="0"/>
                      </a:rPr>
                      <m:t>𝑄</m:t>
                    </m:r>
                    <m:r>
                      <a:rPr lang="el-GR" altLang="zh-CN" i="1" dirty="0" smtClean="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r>
                      <a:rPr lang="el-GR" altLang="zh-CN" i="1" dirty="0" smtClean="0">
                        <a:latin typeface="Cambria Math" panose="02040503050406030204" pitchFamily="18" charset="0"/>
                        <a:ea typeface="Cambria Math" panose="02040503050406030204" pitchFamily="18" charset="0"/>
                      </a:rPr>
                      <m:t>→</m:t>
                    </m:r>
                    <m:r>
                      <a:rPr lang="el-GR" altLang="zh-CN" i="1" dirty="0">
                        <a:latin typeface="Cambria Math" panose="02040503050406030204" pitchFamily="18" charset="0"/>
                      </a:rPr>
                      <m:t>𝑄</m:t>
                    </m:r>
                    <m:r>
                      <a:rPr lang="el-GR" altLang="zh-CN" i="1" dirty="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r>
                      <a:rPr lang="el-GR"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𝐿</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𝑅</m:t>
                    </m:r>
                    <m:r>
                      <a:rPr lang="en-AU" altLang="zh-CN" b="0" i="1" dirty="0" smtClean="0">
                        <a:latin typeface="Cambria Math" panose="02040503050406030204" pitchFamily="18" charset="0"/>
                        <a:ea typeface="Cambria Math" panose="02040503050406030204" pitchFamily="18" charset="0"/>
                      </a:rPr>
                      <m:t>}</m:t>
                    </m:r>
                  </m:oMath>
                </a14:m>
                <a:r>
                  <a:rPr lang="en-AU"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转移函数</a:t>
                </a:r>
                <a:endParaRPr lang="en-AU" altLang="zh-CN" dirty="0">
                  <a:latin typeface="Times New Roman" panose="02020603050405020304" pitchFamily="18" charset="0"/>
                  <a:cs typeface="Times New Roman" panose="02020603050405020304" pitchFamily="18" charset="0"/>
                </a:endParaRPr>
              </a:p>
              <a:p>
                <a:pPr marL="0" indent="0">
                  <a:buNone/>
                </a:pPr>
                <a:r>
                  <a:rPr lang="en-AU" altLang="zh-CN" dirty="0">
                    <a:latin typeface="Times New Roman" panose="02020603050405020304" pitchFamily="18" charset="0"/>
                    <a:cs typeface="Times New Roman" panose="02020603050405020304" pitchFamily="18" charset="0"/>
                  </a:rPr>
                  <a:t>(5)</a:t>
                </a:r>
                <a:r>
                  <a:rPr lang="el-GR" altLang="zh-CN"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𝑄</m:t>
                    </m:r>
                  </m:oMath>
                </a14:m>
                <a:r>
                  <a:rPr lang="zh-CN" altLang="en-US" dirty="0">
                    <a:latin typeface="Times New Roman" panose="02020603050405020304" pitchFamily="18" charset="0"/>
                    <a:cs typeface="Times New Roman" panose="02020603050405020304" pitchFamily="18" charset="0"/>
                  </a:rPr>
                  <a:t>：初始状态</a:t>
                </a:r>
                <a:endParaRPr lang="en-AU" altLang="zh-CN" dirty="0">
                  <a:latin typeface="Times New Roman" panose="02020603050405020304" pitchFamily="18" charset="0"/>
                  <a:cs typeface="Times New Roman" panose="02020603050405020304" pitchFamily="18" charset="0"/>
                </a:endParaRPr>
              </a:p>
              <a:p>
                <a:pPr marL="0" indent="0">
                  <a:buNone/>
                </a:pPr>
                <a:r>
                  <a:rPr lang="en-AU" altLang="zh-CN" dirty="0">
                    <a:latin typeface="Times New Roman" panose="02020603050405020304" pitchFamily="18" charset="0"/>
                    <a:cs typeface="Times New Roman" panose="02020603050405020304" pitchFamily="18" charset="0"/>
                  </a:rPr>
                  <a:t>(6)</a:t>
                </a:r>
                <a:r>
                  <a:rPr lang="el-GR" altLang="zh-CN" dirty="0">
                    <a:latin typeface="Times New Roman" panose="02020603050405020304" pitchFamily="18" charset="0"/>
                    <a:cs typeface="Times New Roman" panose="02020603050405020304" pitchFamily="18" charset="0"/>
                  </a:rPr>
                  <a:t> </a:t>
                </a:r>
                <a14:m>
                  <m:oMath xmlns:m="http://schemas.openxmlformats.org/officeDocument/2006/math">
                    <m:r>
                      <a:rPr lang="el-GR" altLang="zh-CN" i="1" dirty="0" smtClean="0">
                        <a:latin typeface="Cambria Math" panose="02040503050406030204" pitchFamily="18" charset="0"/>
                      </a:rPr>
                      <m:t>𝐵</m:t>
                    </m:r>
                    <m:r>
                      <a:rPr lang="en-AU" altLang="zh-CN" i="1" dirty="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r>
                      <a:rPr lang="en-AU" altLang="zh-CN" b="0" i="0" dirty="0" smtClean="0">
                        <a:latin typeface="Cambria Math" panose="02040503050406030204" pitchFamily="18" charset="0"/>
                      </a:rPr>
                      <m:t>−</m:t>
                    </m:r>
                    <m:r>
                      <m:rPr>
                        <m:sty m:val="p"/>
                      </m:rPr>
                      <a:rPr lang="el-GR" altLang="zh-CN" dirty="0">
                        <a:latin typeface="Cambria Math" panose="02040503050406030204" pitchFamily="18" charset="0"/>
                      </a:rPr>
                      <m:t>Σ</m:t>
                    </m:r>
                    <m:r>
                      <a:rPr lang="en-AU" altLang="zh-CN" b="0" i="0" dirty="0" smtClean="0">
                        <a:latin typeface="Cambria Math" panose="02040503050406030204" pitchFamily="18" charset="0"/>
                      </a:rPr>
                      <m:t>:</m:t>
                    </m:r>
                  </m:oMath>
                </a14:m>
                <a:r>
                  <a:rPr lang="zh-CN" altLang="en-US" dirty="0">
                    <a:latin typeface="Times New Roman" panose="02020603050405020304" pitchFamily="18" charset="0"/>
                    <a:cs typeface="Times New Roman" panose="02020603050405020304" pitchFamily="18" charset="0"/>
                  </a:rPr>
                  <a:t>空格</a:t>
                </a:r>
                <a:r>
                  <a:rPr lang="en-AU"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空白符号</a:t>
                </a:r>
                <a:r>
                  <a:rPr lang="en-AU" altLang="zh-CN" dirty="0">
                    <a:latin typeface="Times New Roman" panose="02020603050405020304" pitchFamily="18" charset="0"/>
                    <a:cs typeface="Times New Roman" panose="02020603050405020304" pitchFamily="18" charset="0"/>
                  </a:rPr>
                  <a:t>(Blank Symbol)</a:t>
                </a:r>
                <a:endParaRPr lang="en-AU" altLang="zh-CN" dirty="0">
                  <a:latin typeface="Times New Roman" panose="02020603050405020304" pitchFamily="18" charset="0"/>
                  <a:cs typeface="Times New Roman" panose="02020603050405020304" pitchFamily="18" charset="0"/>
                </a:endParaRPr>
              </a:p>
              <a:p>
                <a:pPr marL="0" indent="0">
                  <a:buNone/>
                </a:pPr>
                <a:r>
                  <a:rPr lang="en-AU" altLang="zh-CN" dirty="0">
                    <a:latin typeface="Times New Roman" panose="02020603050405020304" pitchFamily="18" charset="0"/>
                    <a:cs typeface="Times New Roman" panose="02020603050405020304" pitchFamily="18" charset="0"/>
                  </a:rPr>
                  <a:t>(7)</a:t>
                </a:r>
                <a:r>
                  <a:rPr lang="el-GR" altLang="zh-CN" dirty="0">
                    <a:latin typeface="Times New Roman" panose="02020603050405020304" pitchFamily="18" charset="0"/>
                    <a:cs typeface="Times New Roman" panose="02020603050405020304" pitchFamily="18" charset="0"/>
                  </a:rPr>
                  <a:t> </a:t>
                </a:r>
                <a14:m>
                  <m:oMath xmlns:m="http://schemas.openxmlformats.org/officeDocument/2006/math">
                    <m:r>
                      <a:rPr lang="el-GR" altLang="zh-CN" i="1" dirty="0" smtClean="0">
                        <a:latin typeface="Cambria Math" panose="02040503050406030204" pitchFamily="18" charset="0"/>
                      </a:rPr>
                      <m:t>𝐹</m:t>
                    </m:r>
                    <m:r>
                      <a:rPr lang="el-GR"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𝑄</m:t>
                    </m:r>
                  </m:oMath>
                </a14:m>
                <a:r>
                  <a:rPr lang="zh-CN" altLang="en-US" dirty="0">
                    <a:latin typeface="Times New Roman" panose="02020603050405020304" pitchFamily="18" charset="0"/>
                    <a:cs typeface="Times New Roman" panose="02020603050405020304" pitchFamily="18" charset="0"/>
                  </a:rPr>
                  <a:t>：接受状态集</a:t>
                </a:r>
                <a:endParaRPr lang="en-AU" altLang="zh-CN" dirty="0">
                  <a:latin typeface="Times New Roman" panose="02020603050405020304" pitchFamily="18" charset="0"/>
                  <a:cs typeface="Times New Roman" panose="020206030504050203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967305" y="4080299"/>
                <a:ext cx="5209390" cy="2031325"/>
              </a:xfrm>
              <a:prstGeom prst="rect">
                <a:avLst/>
              </a:prstGeom>
              <a:blipFill rotWithShape="1">
                <a:blip r:embed="rId3"/>
                <a:stretch>
                  <a:fillRect l="-1" t="-21" r="11" b="1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图灵机（课程回顾）</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46100" y="914400"/>
                <a:ext cx="8229600" cy="3205779"/>
              </a:xfrm>
            </p:spPr>
            <p:txBody>
              <a:bodyPr>
                <a:normAutofit/>
              </a:bodyPr>
              <a:lstStyle/>
              <a:p>
                <a:r>
                  <a:rPr lang="zh-CN" altLang="en-US" sz="3200" dirty="0"/>
                  <a:t>识别</a:t>
                </a:r>
                <a14:m>
                  <m:oMath xmlns:m="http://schemas.openxmlformats.org/officeDocument/2006/math">
                    <m:r>
                      <a:rPr lang="en-AU" altLang="zh-CN" sz="3200" i="1" dirty="0" smtClean="0">
                        <a:latin typeface="Cambria Math" panose="02040503050406030204" pitchFamily="18" charset="0"/>
                      </a:rPr>
                      <m:t>{</m:t>
                    </m:r>
                    <m:sSup>
                      <m:sSupPr>
                        <m:ctrlPr>
                          <a:rPr lang="en-AU" altLang="zh-CN" sz="3200" i="1" dirty="0" smtClean="0">
                            <a:latin typeface="Cambria Math" panose="02040503050406030204" pitchFamily="18" charset="0"/>
                          </a:rPr>
                        </m:ctrlPr>
                      </m:sSupPr>
                      <m:e>
                        <m:r>
                          <a:rPr lang="en-AU" altLang="zh-CN" sz="3200" b="0" i="1" dirty="0" smtClean="0">
                            <a:latin typeface="Cambria Math" panose="02040503050406030204" pitchFamily="18" charset="0"/>
                          </a:rPr>
                          <m:t>0</m:t>
                        </m:r>
                      </m:e>
                      <m:sup>
                        <m:r>
                          <a:rPr lang="en-AU" altLang="zh-CN" sz="3200" b="0" i="1" dirty="0" smtClean="0">
                            <a:latin typeface="Cambria Math" panose="02040503050406030204" pitchFamily="18" charset="0"/>
                          </a:rPr>
                          <m:t>𝑛</m:t>
                        </m:r>
                      </m:sup>
                    </m:sSup>
                    <m:sSup>
                      <m:sSupPr>
                        <m:ctrlPr>
                          <a:rPr lang="en-AU" altLang="zh-CN" sz="3200" i="1" dirty="0" smtClean="0">
                            <a:latin typeface="Cambria Math" panose="02040503050406030204" pitchFamily="18" charset="0"/>
                          </a:rPr>
                        </m:ctrlPr>
                      </m:sSupPr>
                      <m:e>
                        <m:r>
                          <a:rPr lang="en-AU" altLang="zh-CN" sz="3200" b="0" i="1" dirty="0" smtClean="0">
                            <a:latin typeface="Cambria Math" panose="02040503050406030204" pitchFamily="18" charset="0"/>
                          </a:rPr>
                          <m:t>1</m:t>
                        </m:r>
                      </m:e>
                      <m:sup>
                        <m:r>
                          <a:rPr lang="en-AU" altLang="zh-CN" sz="3200" b="0" i="1" dirty="0" smtClean="0">
                            <a:latin typeface="Cambria Math" panose="02040503050406030204" pitchFamily="18" charset="0"/>
                          </a:rPr>
                          <m:t>𝑛</m:t>
                        </m:r>
                      </m:sup>
                    </m:sSup>
                    <m:r>
                      <a:rPr lang="en-AU" altLang="zh-CN" sz="3200" b="0" i="1" dirty="0" smtClean="0">
                        <a:latin typeface="Cambria Math" panose="02040503050406030204" pitchFamily="18" charset="0"/>
                      </a:rPr>
                      <m:t>|</m:t>
                    </m:r>
                    <m:r>
                      <a:rPr lang="en-AU" altLang="zh-CN" sz="3200" b="0" i="1" dirty="0" smtClean="0">
                        <a:latin typeface="Cambria Math" panose="02040503050406030204" pitchFamily="18" charset="0"/>
                      </a:rPr>
                      <m:t>𝑛</m:t>
                    </m:r>
                    <m:r>
                      <a:rPr lang="en-AU" altLang="zh-CN" sz="3200" b="0" i="1" dirty="0" smtClean="0">
                        <a:latin typeface="Cambria Math" panose="02040503050406030204" pitchFamily="18" charset="0"/>
                        <a:ea typeface="Cambria Math" panose="02040503050406030204" pitchFamily="18" charset="0"/>
                      </a:rPr>
                      <m:t>≥</m:t>
                    </m:r>
                    <m:r>
                      <a:rPr lang="en-AU" altLang="zh-CN" sz="3200" b="0" i="1" dirty="0" smtClean="0">
                        <a:latin typeface="Cambria Math" panose="02040503050406030204" pitchFamily="18" charset="0"/>
                        <a:ea typeface="Cambria Math" panose="02040503050406030204" pitchFamily="18" charset="0"/>
                      </a:rPr>
                      <m:t>1</m:t>
                    </m:r>
                    <m:r>
                      <a:rPr lang="en-AU" altLang="zh-CN" sz="3200" i="1" dirty="0" smtClean="0">
                        <a:latin typeface="Cambria Math" panose="02040503050406030204" pitchFamily="18" charset="0"/>
                      </a:rPr>
                      <m:t>}</m:t>
                    </m:r>
                  </m:oMath>
                </a14:m>
                <a:r>
                  <a:rPr lang="zh-CN" altLang="en-US" sz="3200" dirty="0"/>
                  <a:t>的图灵机</a:t>
                </a:r>
                <a:endParaRPr lang="en-AU"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46100" y="914400"/>
                <a:ext cx="8229600" cy="3205779"/>
              </a:xfrm>
              <a:blipFill rotWithShape="1">
                <a:blip r:embed="rId1"/>
                <a:stretch>
                  <a:fillRect b="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46" name="Oval 4"/>
          <p:cNvSpPr>
            <a:spLocks noChangeArrowheads="1"/>
          </p:cNvSpPr>
          <p:nvPr/>
        </p:nvSpPr>
        <p:spPr bwMode="auto">
          <a:xfrm>
            <a:off x="2121054" y="3172832"/>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grpSp>
        <p:nvGrpSpPr>
          <p:cNvPr id="47" name="Group 30"/>
          <p:cNvGrpSpPr/>
          <p:nvPr/>
        </p:nvGrpSpPr>
        <p:grpSpPr bwMode="auto">
          <a:xfrm>
            <a:off x="2519366" y="2911509"/>
            <a:ext cx="1735288" cy="718523"/>
            <a:chOff x="2379512" y="2710477"/>
            <a:chExt cx="1735288" cy="718523"/>
          </a:xfrm>
        </p:grpSpPr>
        <p:sp>
          <p:nvSpPr>
            <p:cNvPr id="48" name="Oval 5"/>
            <p:cNvSpPr>
              <a:spLocks noChangeArrowheads="1"/>
            </p:cNvSpPr>
            <p:nvPr/>
          </p:nvSpPr>
          <p:spPr bwMode="auto">
            <a:xfrm>
              <a:off x="3657600" y="2971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49" name="Line 6"/>
            <p:cNvSpPr>
              <a:spLocks noChangeShapeType="1"/>
            </p:cNvSpPr>
            <p:nvPr/>
          </p:nvSpPr>
          <p:spPr bwMode="auto">
            <a:xfrm>
              <a:off x="2438400" y="3200400"/>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50" name="Text Box 7"/>
                <p:cNvSpPr txBox="1">
                  <a:spLocks noChangeArrowheads="1"/>
                </p:cNvSpPr>
                <p:nvPr/>
              </p:nvSpPr>
              <p:spPr bwMode="auto">
                <a:xfrm>
                  <a:off x="2379512" y="2710477"/>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50" name="Text Box 7"/>
                <p:cNvSpPr txBox="1">
                  <a:spLocks noRot="1" noChangeAspect="1" noMove="1" noResize="1" noEditPoints="1" noAdjustHandles="1" noChangeArrowheads="1" noChangeShapeType="1" noTextEdit="1"/>
                </p:cNvSpPr>
                <p:nvPr/>
              </p:nvSpPr>
              <p:spPr bwMode="auto">
                <a:xfrm>
                  <a:off x="2379512" y="2710477"/>
                  <a:ext cx="1233543" cy="461665"/>
                </a:xfrm>
                <a:prstGeom prst="rect">
                  <a:avLst/>
                </a:prstGeom>
                <a:blipFill rotWithShape="1">
                  <a:blip r:embed="rId2"/>
                </a:blipFill>
                <a:ln w="9525">
                  <a:noFill/>
                  <a:miter lim="800000"/>
                </a:ln>
              </p:spPr>
              <p:txBody>
                <a:bodyPr/>
                <a:lstStyle/>
                <a:p>
                  <a:r>
                    <a:rPr lang="zh-CN" altLang="en-US">
                      <a:noFill/>
                    </a:rPr>
                    <a:t> </a:t>
                  </a:r>
                </a:p>
              </p:txBody>
            </p:sp>
          </mc:Fallback>
        </mc:AlternateContent>
      </p:grpSp>
      <p:sp>
        <p:nvSpPr>
          <p:cNvPr id="51" name="Line 8"/>
          <p:cNvSpPr>
            <a:spLocks noChangeShapeType="1"/>
          </p:cNvSpPr>
          <p:nvPr/>
        </p:nvSpPr>
        <p:spPr bwMode="auto">
          <a:xfrm>
            <a:off x="1587654" y="3401432"/>
            <a:ext cx="457200" cy="0"/>
          </a:xfrm>
          <a:prstGeom prst="line">
            <a:avLst/>
          </a:prstGeom>
          <a:noFill/>
          <a:ln w="9525">
            <a:solidFill>
              <a:schemeClr val="tx1"/>
            </a:solidFill>
            <a:round/>
            <a:tailEnd type="triangle" w="med" len="med"/>
          </a:ln>
        </p:spPr>
        <p:txBody>
          <a:bodyPr wrap="none" anchor="ctr"/>
          <a:lstStyle/>
          <a:p>
            <a:endParaRPr lang="en-US"/>
          </a:p>
        </p:txBody>
      </p:sp>
      <p:grpSp>
        <p:nvGrpSpPr>
          <p:cNvPr id="52" name="Group 31"/>
          <p:cNvGrpSpPr/>
          <p:nvPr/>
        </p:nvGrpSpPr>
        <p:grpSpPr bwMode="auto">
          <a:xfrm>
            <a:off x="3645054" y="2344455"/>
            <a:ext cx="1197187" cy="828377"/>
            <a:chOff x="3505200" y="2143423"/>
            <a:chExt cx="1197187" cy="828377"/>
          </a:xfrm>
        </p:grpSpPr>
        <p:sp>
          <p:nvSpPr>
            <p:cNvPr id="53" name="Freeform 10"/>
            <p:cNvSpPr/>
            <p:nvPr/>
          </p:nvSpPr>
          <p:spPr bwMode="auto">
            <a:xfrm>
              <a:off x="3733800" y="2590800"/>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54" name="Text Box 11"/>
                <p:cNvSpPr txBox="1">
                  <a:spLocks noChangeArrowheads="1"/>
                </p:cNvSpPr>
                <p:nvPr/>
              </p:nvSpPr>
              <p:spPr bwMode="auto">
                <a:xfrm>
                  <a:off x="3505200" y="2143423"/>
                  <a:ext cx="1197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54" name="Text Box 11"/>
                <p:cNvSpPr txBox="1">
                  <a:spLocks noRot="1" noChangeAspect="1" noMove="1" noResize="1" noEditPoints="1" noAdjustHandles="1" noChangeArrowheads="1" noChangeShapeType="1" noTextEdit="1"/>
                </p:cNvSpPr>
                <p:nvPr/>
              </p:nvSpPr>
              <p:spPr bwMode="auto">
                <a:xfrm>
                  <a:off x="3505200" y="2143423"/>
                  <a:ext cx="1197187" cy="461665"/>
                </a:xfrm>
                <a:prstGeom prst="rect">
                  <a:avLst/>
                </a:prstGeom>
                <a:blipFill rotWithShape="1">
                  <a:blip r:embed="rId3"/>
                </a:blipFill>
                <a:ln w="9525">
                  <a:noFill/>
                  <a:miter lim="800000"/>
                </a:ln>
              </p:spPr>
              <p:txBody>
                <a:bodyPr/>
                <a:lstStyle/>
                <a:p>
                  <a:r>
                    <a:rPr lang="zh-CN" altLang="en-US">
                      <a:noFill/>
                    </a:rPr>
                    <a:t> </a:t>
                  </a:r>
                </a:p>
              </p:txBody>
            </p:sp>
          </mc:Fallback>
        </mc:AlternateContent>
      </p:grpSp>
      <p:grpSp>
        <p:nvGrpSpPr>
          <p:cNvPr id="55" name="Group 32"/>
          <p:cNvGrpSpPr/>
          <p:nvPr/>
        </p:nvGrpSpPr>
        <p:grpSpPr bwMode="auto">
          <a:xfrm>
            <a:off x="3797454" y="3630032"/>
            <a:ext cx="457200" cy="1143000"/>
            <a:chOff x="3657600" y="3429000"/>
            <a:chExt cx="457200" cy="1143000"/>
          </a:xfrm>
        </p:grpSpPr>
        <p:sp>
          <p:nvSpPr>
            <p:cNvPr id="56" name="Line 12"/>
            <p:cNvSpPr>
              <a:spLocks noChangeShapeType="1"/>
            </p:cNvSpPr>
            <p:nvPr/>
          </p:nvSpPr>
          <p:spPr bwMode="auto">
            <a:xfrm>
              <a:off x="3886200" y="3429000"/>
              <a:ext cx="0" cy="685800"/>
            </a:xfrm>
            <a:prstGeom prst="line">
              <a:avLst/>
            </a:prstGeom>
            <a:noFill/>
            <a:ln w="9525">
              <a:solidFill>
                <a:schemeClr val="tx1"/>
              </a:solidFill>
              <a:round/>
              <a:tailEnd type="triangle" w="med" len="med"/>
            </a:ln>
          </p:spPr>
          <p:txBody>
            <a:bodyPr wrap="none" anchor="ctr"/>
            <a:lstStyle/>
            <a:p>
              <a:endParaRPr lang="en-US"/>
            </a:p>
          </p:txBody>
        </p:sp>
        <p:sp>
          <p:nvSpPr>
            <p:cNvPr id="57" name="Oval 13"/>
            <p:cNvSpPr>
              <a:spLocks noChangeArrowheads="1"/>
            </p:cNvSpPr>
            <p:nvPr/>
          </p:nvSpPr>
          <p:spPr bwMode="auto">
            <a:xfrm>
              <a:off x="3657600" y="41148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grpSp>
      <mc:AlternateContent xmlns:mc="http://schemas.openxmlformats.org/markup-compatibility/2006">
        <mc:Choice xmlns:a14="http://schemas.microsoft.com/office/drawing/2010/main" Requires="a14">
          <p:sp>
            <p:nvSpPr>
              <p:cNvPr id="58" name="Text Box 16"/>
              <p:cNvSpPr txBox="1">
                <a:spLocks noChangeArrowheads="1"/>
              </p:cNvSpPr>
              <p:nvPr/>
            </p:nvSpPr>
            <p:spPr bwMode="auto">
              <a:xfrm>
                <a:off x="3922827" y="3756255"/>
                <a:ext cx="118590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58" name="Text Box 16"/>
              <p:cNvSpPr txBox="1">
                <a:spLocks noRot="1" noChangeAspect="1" noMove="1" noResize="1" noEditPoints="1" noAdjustHandles="1" noChangeArrowheads="1" noChangeShapeType="1" noTextEdit="1"/>
              </p:cNvSpPr>
              <p:nvPr/>
            </p:nvSpPr>
            <p:spPr bwMode="auto">
              <a:xfrm>
                <a:off x="3922827" y="3756255"/>
                <a:ext cx="1185902" cy="461665"/>
              </a:xfrm>
              <a:prstGeom prst="rect">
                <a:avLst/>
              </a:prstGeom>
              <a:blipFill rotWithShape="1">
                <a:blip r:embed="rId4"/>
                <a:stretch>
                  <a:fillRect l="-36" t="-50" r="13" b="54"/>
                </a:stretch>
              </a:blipFill>
              <a:ln w="9525">
                <a:noFill/>
                <a:miter lim="800000"/>
              </a:ln>
            </p:spPr>
            <p:txBody>
              <a:bodyPr/>
              <a:lstStyle/>
              <a:p>
                <a:r>
                  <a:rPr lang="zh-CN" altLang="en-US">
                    <a:noFill/>
                  </a:rPr>
                  <a:t> </a:t>
                </a:r>
              </a:p>
            </p:txBody>
          </p:sp>
        </mc:Fallback>
      </mc:AlternateContent>
      <p:grpSp>
        <p:nvGrpSpPr>
          <p:cNvPr id="59" name="Group 33"/>
          <p:cNvGrpSpPr/>
          <p:nvPr/>
        </p:nvGrpSpPr>
        <p:grpSpPr bwMode="auto">
          <a:xfrm>
            <a:off x="3645054" y="4747632"/>
            <a:ext cx="1209434" cy="852190"/>
            <a:chOff x="3505200" y="4546600"/>
            <a:chExt cx="1209434" cy="852190"/>
          </a:xfrm>
        </p:grpSpPr>
        <p:sp>
          <p:nvSpPr>
            <p:cNvPr id="60" name="Freeform 14"/>
            <p:cNvSpPr/>
            <p:nvPr/>
          </p:nvSpPr>
          <p:spPr bwMode="auto">
            <a:xfrm>
              <a:off x="3733800" y="4546600"/>
              <a:ext cx="342900" cy="374650"/>
            </a:xfrm>
            <a:custGeom>
              <a:avLst/>
              <a:gdLst>
                <a:gd name="T0" fmla="*/ 2147483647 w 234"/>
                <a:gd name="T1" fmla="*/ 0 h 236"/>
                <a:gd name="T2" fmla="*/ 2147483647 w 234"/>
                <a:gd name="T3" fmla="*/ 2147483647 h 236"/>
                <a:gd name="T4" fmla="*/ 2147483647 w 234"/>
                <a:gd name="T5" fmla="*/ 2147483647 h 236"/>
                <a:gd name="T6" fmla="*/ 2147483647 w 234"/>
                <a:gd name="T7" fmla="*/ 2147483647 h 236"/>
                <a:gd name="T8" fmla="*/ 2147483647 w 234"/>
                <a:gd name="T9" fmla="*/ 2147483647 h 236"/>
                <a:gd name="T10" fmla="*/ 2147483647 w 234"/>
                <a:gd name="T11" fmla="*/ 2147483647 h 236"/>
                <a:gd name="T12" fmla="*/ 2147483647 w 234"/>
                <a:gd name="T13" fmla="*/ 2147483647 h 236"/>
                <a:gd name="T14" fmla="*/ 0 60000 65536"/>
                <a:gd name="T15" fmla="*/ 0 60000 65536"/>
                <a:gd name="T16" fmla="*/ 0 60000 65536"/>
                <a:gd name="T17" fmla="*/ 0 60000 65536"/>
                <a:gd name="T18" fmla="*/ 0 60000 65536"/>
                <a:gd name="T19" fmla="*/ 0 60000 65536"/>
                <a:gd name="T20" fmla="*/ 0 60000 65536"/>
                <a:gd name="T21" fmla="*/ 0 w 234"/>
                <a:gd name="T22" fmla="*/ 0 h 236"/>
                <a:gd name="T23" fmla="*/ 234 w 234"/>
                <a:gd name="T24" fmla="*/ 236 h 2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4" h="236">
                  <a:moveTo>
                    <a:pt x="202" y="0"/>
                  </a:moveTo>
                  <a:cubicBezTo>
                    <a:pt x="210" y="26"/>
                    <a:pt x="225" y="45"/>
                    <a:pt x="234" y="72"/>
                  </a:cubicBezTo>
                  <a:cubicBezTo>
                    <a:pt x="230" y="85"/>
                    <a:pt x="217" y="182"/>
                    <a:pt x="194" y="200"/>
                  </a:cubicBezTo>
                  <a:cubicBezTo>
                    <a:pt x="173" y="215"/>
                    <a:pt x="118" y="224"/>
                    <a:pt x="90" y="232"/>
                  </a:cubicBezTo>
                  <a:cubicBezTo>
                    <a:pt x="68" y="229"/>
                    <a:pt x="43" y="236"/>
                    <a:pt x="26" y="224"/>
                  </a:cubicBezTo>
                  <a:cubicBezTo>
                    <a:pt x="20" y="219"/>
                    <a:pt x="5" y="156"/>
                    <a:pt x="2" y="144"/>
                  </a:cubicBezTo>
                  <a:cubicBezTo>
                    <a:pt x="7" y="105"/>
                    <a:pt x="0" y="56"/>
                    <a:pt x="50" y="56"/>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61" name="Text Box 17"/>
                <p:cNvSpPr txBox="1">
                  <a:spLocks noChangeArrowheads="1"/>
                </p:cNvSpPr>
                <p:nvPr/>
              </p:nvSpPr>
              <p:spPr bwMode="auto">
                <a:xfrm>
                  <a:off x="3505200" y="4937125"/>
                  <a:ext cx="120943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61" name="Text Box 17"/>
                <p:cNvSpPr txBox="1">
                  <a:spLocks noRot="1" noChangeAspect="1" noMove="1" noResize="1" noEditPoints="1" noAdjustHandles="1" noChangeArrowheads="1" noChangeShapeType="1" noTextEdit="1"/>
                </p:cNvSpPr>
                <p:nvPr/>
              </p:nvSpPr>
              <p:spPr bwMode="auto">
                <a:xfrm>
                  <a:off x="3505200" y="4937125"/>
                  <a:ext cx="1209434" cy="461665"/>
                </a:xfrm>
                <a:prstGeom prst="rect">
                  <a:avLst/>
                </a:prstGeom>
                <a:blipFill rotWithShape="1">
                  <a:blip r:embed="rId5"/>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62" name="Text Box 18"/>
              <p:cNvSpPr txBox="1">
                <a:spLocks noChangeArrowheads="1"/>
              </p:cNvSpPr>
              <p:nvPr/>
            </p:nvSpPr>
            <p:spPr bwMode="auto">
              <a:xfrm>
                <a:off x="3613304" y="5458832"/>
                <a:ext cx="116236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0070C0"/>
                          </a:solidFill>
                          <a:latin typeface="Cambria Math" panose="02040503050406030204" pitchFamily="18" charset="0"/>
                        </a:rPr>
                        <m:t>𝐿</m:t>
                      </m:r>
                    </m:oMath>
                  </m:oMathPara>
                </a14:m>
                <a:endParaRPr lang="en-US" sz="2400" dirty="0">
                  <a:solidFill>
                    <a:srgbClr val="0070C0"/>
                  </a:solidFill>
                </a:endParaRPr>
              </a:p>
            </p:txBody>
          </p:sp>
        </mc:Choice>
        <mc:Fallback>
          <p:sp>
            <p:nvSpPr>
              <p:cNvPr id="62" name="Text Box 18"/>
              <p:cNvSpPr txBox="1">
                <a:spLocks noRot="1" noChangeAspect="1" noMove="1" noResize="1" noEditPoints="1" noAdjustHandles="1" noChangeArrowheads="1" noChangeShapeType="1" noTextEdit="1"/>
              </p:cNvSpPr>
              <p:nvPr/>
            </p:nvSpPr>
            <p:spPr bwMode="auto">
              <a:xfrm>
                <a:off x="3613304" y="5458832"/>
                <a:ext cx="1162369" cy="461665"/>
              </a:xfrm>
              <a:prstGeom prst="rect">
                <a:avLst/>
              </a:prstGeom>
              <a:blipFill rotWithShape="1">
                <a:blip r:embed="rId6"/>
                <a:stretch>
                  <a:fillRect l="-13" t="-81" r="41" b="85"/>
                </a:stretch>
              </a:blipFill>
              <a:ln w="9525">
                <a:noFill/>
                <a:miter lim="800000"/>
              </a:ln>
            </p:spPr>
            <p:txBody>
              <a:bodyPr/>
              <a:lstStyle/>
              <a:p>
                <a:r>
                  <a:rPr lang="zh-CN" altLang="en-US">
                    <a:noFill/>
                  </a:rPr>
                  <a:t> </a:t>
                </a:r>
              </a:p>
            </p:txBody>
          </p:sp>
        </mc:Fallback>
      </mc:AlternateContent>
      <p:sp>
        <p:nvSpPr>
          <p:cNvPr id="63" name="Line 19"/>
          <p:cNvSpPr>
            <a:spLocks noChangeShapeType="1"/>
          </p:cNvSpPr>
          <p:nvPr/>
        </p:nvSpPr>
        <p:spPr bwMode="auto">
          <a:xfrm flipH="1" flipV="1">
            <a:off x="2502054" y="3630032"/>
            <a:ext cx="1295400" cy="83820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64" name="Text Box 20"/>
              <p:cNvSpPr txBox="1">
                <a:spLocks noChangeArrowheads="1"/>
              </p:cNvSpPr>
              <p:nvPr/>
            </p:nvSpPr>
            <p:spPr bwMode="auto">
              <a:xfrm>
                <a:off x="2222529" y="4141503"/>
                <a:ext cx="1269899"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𝑋</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64" name="Text Box 20"/>
              <p:cNvSpPr txBox="1">
                <a:spLocks noRot="1" noChangeAspect="1" noMove="1" noResize="1" noEditPoints="1" noAdjustHandles="1" noChangeArrowheads="1" noChangeShapeType="1" noTextEdit="1"/>
              </p:cNvSpPr>
              <p:nvPr/>
            </p:nvSpPr>
            <p:spPr bwMode="auto">
              <a:xfrm>
                <a:off x="2222529" y="4141503"/>
                <a:ext cx="1269899" cy="461665"/>
              </a:xfrm>
              <a:prstGeom prst="rect">
                <a:avLst/>
              </a:prstGeom>
              <a:blipFill rotWithShape="1">
                <a:blip r:embed="rId7"/>
                <a:stretch>
                  <a:fillRect l="-2" t="-7" r="44" b="11"/>
                </a:stretch>
              </a:blipFill>
              <a:ln w="9525">
                <a:noFill/>
                <a:miter lim="800000"/>
              </a:ln>
            </p:spPr>
            <p:txBody>
              <a:bodyPr/>
              <a:lstStyle/>
              <a:p>
                <a:r>
                  <a:rPr lang="zh-CN" altLang="en-US">
                    <a:noFill/>
                  </a:rPr>
                  <a:t> </a:t>
                </a:r>
              </a:p>
            </p:txBody>
          </p:sp>
        </mc:Fallback>
      </mc:AlternateContent>
      <p:grpSp>
        <p:nvGrpSpPr>
          <p:cNvPr id="65" name="Group 34"/>
          <p:cNvGrpSpPr/>
          <p:nvPr/>
        </p:nvGrpSpPr>
        <p:grpSpPr bwMode="auto">
          <a:xfrm>
            <a:off x="736928" y="3630032"/>
            <a:ext cx="1460326" cy="1447800"/>
            <a:chOff x="597074" y="3429000"/>
            <a:chExt cx="1460326" cy="1447800"/>
          </a:xfrm>
        </p:grpSpPr>
        <p:sp>
          <p:nvSpPr>
            <p:cNvPr id="66" name="Line 22"/>
            <p:cNvSpPr>
              <a:spLocks noChangeShapeType="1"/>
            </p:cNvSpPr>
            <p:nvPr/>
          </p:nvSpPr>
          <p:spPr bwMode="auto">
            <a:xfrm flipH="1">
              <a:off x="1676400" y="3429000"/>
              <a:ext cx="381000" cy="990600"/>
            </a:xfrm>
            <a:prstGeom prst="line">
              <a:avLst/>
            </a:prstGeom>
            <a:noFill/>
            <a:ln w="9525">
              <a:solidFill>
                <a:schemeClr val="tx1"/>
              </a:solidFill>
              <a:round/>
              <a:tailEnd type="triangle" w="med" len="med"/>
            </a:ln>
          </p:spPr>
          <p:txBody>
            <a:bodyPr wrap="none" anchor="ctr"/>
            <a:lstStyle/>
            <a:p>
              <a:endParaRPr lang="en-US"/>
            </a:p>
          </p:txBody>
        </p:sp>
        <p:sp>
          <p:nvSpPr>
            <p:cNvPr id="67" name="Oval 23"/>
            <p:cNvSpPr>
              <a:spLocks noChangeArrowheads="1"/>
            </p:cNvSpPr>
            <p:nvPr/>
          </p:nvSpPr>
          <p:spPr bwMode="auto">
            <a:xfrm>
              <a:off x="1447800" y="4419600"/>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3</a:t>
              </a:r>
              <a:endParaRPr lang="en-US" dirty="0"/>
            </a:p>
          </p:txBody>
        </p:sp>
        <mc:AlternateContent xmlns:mc="http://schemas.openxmlformats.org/markup-compatibility/2006">
          <mc:Choice xmlns:a14="http://schemas.microsoft.com/office/drawing/2010/main" Requires="a14">
            <p:sp>
              <p:nvSpPr>
                <p:cNvPr id="68" name="Text Box 24"/>
                <p:cNvSpPr txBox="1">
                  <a:spLocks noChangeArrowheads="1"/>
                </p:cNvSpPr>
                <p:nvPr/>
              </p:nvSpPr>
              <p:spPr bwMode="auto">
                <a:xfrm>
                  <a:off x="597074" y="3629323"/>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68" name="Text Box 24"/>
                <p:cNvSpPr txBox="1">
                  <a:spLocks noRot="1" noChangeAspect="1" noMove="1" noResize="1" noEditPoints="1" noAdjustHandles="1" noChangeArrowheads="1" noChangeShapeType="1" noTextEdit="1"/>
                </p:cNvSpPr>
                <p:nvPr/>
              </p:nvSpPr>
              <p:spPr bwMode="auto">
                <a:xfrm>
                  <a:off x="597074" y="3629323"/>
                  <a:ext cx="1244251" cy="461665"/>
                </a:xfrm>
                <a:prstGeom prst="rect">
                  <a:avLst/>
                </a:prstGeom>
                <a:blipFill rotWithShape="1">
                  <a:blip r:embed="rId8"/>
                </a:blipFill>
                <a:ln w="9525">
                  <a:noFill/>
                  <a:miter lim="800000"/>
                </a:ln>
              </p:spPr>
              <p:txBody>
                <a:bodyPr/>
                <a:lstStyle/>
                <a:p>
                  <a:r>
                    <a:rPr lang="zh-CN" altLang="en-US">
                      <a:noFill/>
                    </a:rPr>
                    <a:t> </a:t>
                  </a:r>
                </a:p>
              </p:txBody>
            </p:sp>
          </mc:Fallback>
        </mc:AlternateContent>
      </p:grpSp>
      <p:grpSp>
        <p:nvGrpSpPr>
          <p:cNvPr id="69" name="Group 35"/>
          <p:cNvGrpSpPr/>
          <p:nvPr/>
        </p:nvGrpSpPr>
        <p:grpSpPr bwMode="auto">
          <a:xfrm>
            <a:off x="73354" y="4620632"/>
            <a:ext cx="1539700" cy="461665"/>
            <a:chOff x="-66500" y="4419600"/>
            <a:chExt cx="1539700" cy="461665"/>
          </a:xfrm>
        </p:grpSpPr>
        <p:sp>
          <p:nvSpPr>
            <p:cNvPr id="70" name="Freeform 25"/>
            <p:cNvSpPr/>
            <p:nvPr/>
          </p:nvSpPr>
          <p:spPr bwMode="auto">
            <a:xfrm>
              <a:off x="1079500" y="4481513"/>
              <a:ext cx="393700" cy="306387"/>
            </a:xfrm>
            <a:custGeom>
              <a:avLst/>
              <a:gdLst>
                <a:gd name="T0" fmla="*/ 2147483647 w 248"/>
                <a:gd name="T1" fmla="*/ 2147483647 h 193"/>
                <a:gd name="T2" fmla="*/ 2147483647 w 248"/>
                <a:gd name="T3" fmla="*/ 2147483647 h 193"/>
                <a:gd name="T4" fmla="*/ 0 w 248"/>
                <a:gd name="T5" fmla="*/ 2147483647 h 193"/>
                <a:gd name="T6" fmla="*/ 2147483647 w 248"/>
                <a:gd name="T7" fmla="*/ 2147483647 h 193"/>
                <a:gd name="T8" fmla="*/ 2147483647 w 248"/>
                <a:gd name="T9" fmla="*/ 2147483647 h 193"/>
                <a:gd name="T10" fmla="*/ 2147483647 w 248"/>
                <a:gd name="T11" fmla="*/ 2147483647 h 193"/>
                <a:gd name="T12" fmla="*/ 2147483647 w 248"/>
                <a:gd name="T13" fmla="*/ 2147483647 h 193"/>
                <a:gd name="T14" fmla="*/ 2147483647 w 248"/>
                <a:gd name="T15" fmla="*/ 2147483647 h 193"/>
                <a:gd name="T16" fmla="*/ 0 60000 65536"/>
                <a:gd name="T17" fmla="*/ 0 60000 65536"/>
                <a:gd name="T18" fmla="*/ 0 60000 65536"/>
                <a:gd name="T19" fmla="*/ 0 60000 65536"/>
                <a:gd name="T20" fmla="*/ 0 60000 65536"/>
                <a:gd name="T21" fmla="*/ 0 60000 65536"/>
                <a:gd name="T22" fmla="*/ 0 60000 65536"/>
                <a:gd name="T23" fmla="*/ 0 60000 65536"/>
                <a:gd name="T24" fmla="*/ 0 w 248"/>
                <a:gd name="T25" fmla="*/ 0 h 193"/>
                <a:gd name="T26" fmla="*/ 248 w 248"/>
                <a:gd name="T27" fmla="*/ 193 h 1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8" h="193">
                  <a:moveTo>
                    <a:pt x="248" y="177"/>
                  </a:moveTo>
                  <a:cubicBezTo>
                    <a:pt x="195" y="180"/>
                    <a:pt x="82" y="193"/>
                    <a:pt x="24" y="177"/>
                  </a:cubicBezTo>
                  <a:cubicBezTo>
                    <a:pt x="12" y="173"/>
                    <a:pt x="2" y="137"/>
                    <a:pt x="0" y="129"/>
                  </a:cubicBezTo>
                  <a:cubicBezTo>
                    <a:pt x="2" y="105"/>
                    <a:pt x="2" y="80"/>
                    <a:pt x="8" y="57"/>
                  </a:cubicBezTo>
                  <a:cubicBezTo>
                    <a:pt x="18" y="15"/>
                    <a:pt x="79" y="11"/>
                    <a:pt x="112" y="1"/>
                  </a:cubicBezTo>
                  <a:cubicBezTo>
                    <a:pt x="141" y="5"/>
                    <a:pt x="175" y="0"/>
                    <a:pt x="200" y="17"/>
                  </a:cubicBezTo>
                  <a:cubicBezTo>
                    <a:pt x="208" y="22"/>
                    <a:pt x="208" y="34"/>
                    <a:pt x="216" y="41"/>
                  </a:cubicBezTo>
                  <a:cubicBezTo>
                    <a:pt x="222" y="46"/>
                    <a:pt x="240" y="49"/>
                    <a:pt x="240" y="49"/>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71" name="Text Box 26"/>
                <p:cNvSpPr txBox="1">
                  <a:spLocks noChangeArrowheads="1"/>
                </p:cNvSpPr>
                <p:nvPr/>
              </p:nvSpPr>
              <p:spPr bwMode="auto">
                <a:xfrm>
                  <a:off x="-66500" y="4419600"/>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71" name="Text Box 26"/>
                <p:cNvSpPr txBox="1">
                  <a:spLocks noRot="1" noChangeAspect="1" noMove="1" noResize="1" noEditPoints="1" noAdjustHandles="1" noChangeArrowheads="1" noChangeShapeType="1" noTextEdit="1"/>
                </p:cNvSpPr>
                <p:nvPr/>
              </p:nvSpPr>
              <p:spPr bwMode="auto">
                <a:xfrm>
                  <a:off x="-66500" y="4419600"/>
                  <a:ext cx="1244251" cy="461665"/>
                </a:xfrm>
                <a:prstGeom prst="rect">
                  <a:avLst/>
                </a:prstGeom>
                <a:blipFill rotWithShape="1">
                  <a:blip r:embed="rId8"/>
                </a:blipFill>
                <a:ln w="9525">
                  <a:noFill/>
                  <a:miter lim="800000"/>
                </a:ln>
              </p:spPr>
              <p:txBody>
                <a:bodyPr/>
                <a:lstStyle/>
                <a:p>
                  <a:r>
                    <a:rPr lang="zh-CN" altLang="en-US">
                      <a:noFill/>
                    </a:rPr>
                    <a:t> </a:t>
                  </a:r>
                </a:p>
              </p:txBody>
            </p:sp>
          </mc:Fallback>
        </mc:AlternateContent>
      </p:grpSp>
      <p:grpSp>
        <p:nvGrpSpPr>
          <p:cNvPr id="72" name="Group 36"/>
          <p:cNvGrpSpPr/>
          <p:nvPr/>
        </p:nvGrpSpPr>
        <p:grpSpPr bwMode="auto">
          <a:xfrm>
            <a:off x="966105" y="5077832"/>
            <a:ext cx="1764549" cy="1066800"/>
            <a:chOff x="826251" y="4876800"/>
            <a:chExt cx="1764549" cy="1066800"/>
          </a:xfrm>
        </p:grpSpPr>
        <p:sp>
          <p:nvSpPr>
            <p:cNvPr id="73" name="Line 27"/>
            <p:cNvSpPr>
              <a:spLocks noChangeShapeType="1"/>
            </p:cNvSpPr>
            <p:nvPr/>
          </p:nvSpPr>
          <p:spPr bwMode="auto">
            <a:xfrm>
              <a:off x="1752600" y="4876800"/>
              <a:ext cx="381000" cy="457200"/>
            </a:xfrm>
            <a:prstGeom prst="line">
              <a:avLst/>
            </a:prstGeom>
            <a:noFill/>
            <a:ln w="9525">
              <a:solidFill>
                <a:schemeClr val="tx1"/>
              </a:solidFill>
              <a:round/>
              <a:tailEnd type="triangle" w="med" len="med"/>
            </a:ln>
          </p:spPr>
          <p:txBody>
            <a:bodyPr wrap="none" anchor="ctr"/>
            <a:lstStyle/>
            <a:p>
              <a:endParaRPr lang="en-US"/>
            </a:p>
          </p:txBody>
        </p:sp>
        <p:sp>
          <p:nvSpPr>
            <p:cNvPr id="74" name="Oval 28"/>
            <p:cNvSpPr>
              <a:spLocks noChangeArrowheads="1"/>
            </p:cNvSpPr>
            <p:nvPr/>
          </p:nvSpPr>
          <p:spPr bwMode="auto">
            <a:xfrm>
              <a:off x="2057400" y="5410200"/>
              <a:ext cx="457200" cy="457200"/>
            </a:xfrm>
            <a:prstGeom prst="ellipse">
              <a:avLst/>
            </a:prstGeom>
            <a:solidFill>
              <a:srgbClr val="FFFF00"/>
            </a:solidFill>
            <a:ln w="9525">
              <a:solidFill>
                <a:schemeClr val="tx1"/>
              </a:solidFill>
              <a:round/>
            </a:ln>
          </p:spPr>
          <p:txBody>
            <a:bodyPr wrap="none" anchor="ctr"/>
            <a:lstStyle/>
            <a:p>
              <a:pPr algn="ctr"/>
              <a:r>
                <a:rPr lang="en-US"/>
                <a:t>q</a:t>
              </a:r>
              <a:r>
                <a:rPr lang="en-US" baseline="-25000"/>
                <a:t>4</a:t>
              </a:r>
              <a:endParaRPr lang="en-US"/>
            </a:p>
          </p:txBody>
        </p:sp>
        <p:sp>
          <p:nvSpPr>
            <p:cNvPr id="75" name="Oval 29"/>
            <p:cNvSpPr>
              <a:spLocks noChangeArrowheads="1"/>
            </p:cNvSpPr>
            <p:nvPr/>
          </p:nvSpPr>
          <p:spPr bwMode="auto">
            <a:xfrm>
              <a:off x="1981200" y="5334000"/>
              <a:ext cx="609600" cy="609600"/>
            </a:xfrm>
            <a:prstGeom prst="ellipse">
              <a:avLst/>
            </a:prstGeom>
            <a:noFill/>
            <a:ln w="9525">
              <a:solidFill>
                <a:schemeClr val="tx1"/>
              </a:solidFill>
              <a:round/>
            </a:ln>
          </p:spPr>
          <p:txBody>
            <a:bodyPr wrap="none" anchor="ctr"/>
            <a:lstStyle/>
            <a:p>
              <a:endParaRPr lang="en-US"/>
            </a:p>
          </p:txBody>
        </p:sp>
        <mc:AlternateContent xmlns:mc="http://schemas.openxmlformats.org/markup-compatibility/2006">
          <mc:Choice xmlns:a14="http://schemas.microsoft.com/office/drawing/2010/main" Requires="a14">
            <p:sp>
              <p:nvSpPr>
                <p:cNvPr id="76" name="Text Box 30"/>
                <p:cNvSpPr txBox="1">
                  <a:spLocks noChangeArrowheads="1"/>
                </p:cNvSpPr>
                <p:nvPr/>
              </p:nvSpPr>
              <p:spPr bwMode="auto">
                <a:xfrm>
                  <a:off x="826251" y="5090161"/>
                  <a:ext cx="1277850"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𝐵</m:t>
                        </m:r>
                        <m:r>
                          <a:rPr lang="en-US" sz="2400" i="1" dirty="0" smtClean="0">
                            <a:latin typeface="Cambria Math" panose="02040503050406030204" pitchFamily="18" charset="0"/>
                          </a:rPr>
                          <m:t> / </m:t>
                        </m:r>
                        <m:r>
                          <a:rPr lang="en-US" sz="2400" i="1" dirty="0" smtClean="0">
                            <a:latin typeface="Cambria Math" panose="02040503050406030204" pitchFamily="18" charset="0"/>
                          </a:rPr>
                          <m:t>𝐵</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76" name="Text Box 30"/>
                <p:cNvSpPr txBox="1">
                  <a:spLocks noRot="1" noChangeAspect="1" noMove="1" noResize="1" noEditPoints="1" noAdjustHandles="1" noChangeArrowheads="1" noChangeShapeType="1" noTextEdit="1"/>
                </p:cNvSpPr>
                <p:nvPr/>
              </p:nvSpPr>
              <p:spPr bwMode="auto">
                <a:xfrm>
                  <a:off x="826251" y="5090161"/>
                  <a:ext cx="1277850" cy="461665"/>
                </a:xfrm>
                <a:prstGeom prst="rect">
                  <a:avLst/>
                </a:prstGeom>
                <a:blipFill rotWithShape="1">
                  <a:blip r:embed="rId9"/>
                </a:blipFill>
                <a:ln w="9525">
                  <a:noFill/>
                  <a:miter lim="800000"/>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77" name="Text Box 20"/>
              <p:cNvSpPr txBox="1">
                <a:spLocks noChangeArrowheads="1"/>
              </p:cNvSpPr>
              <p:nvPr/>
            </p:nvSpPr>
            <p:spPr bwMode="auto">
              <a:xfrm>
                <a:off x="3651684" y="2006962"/>
                <a:ext cx="1244251"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𝑌</m:t>
                      </m:r>
                      <m:r>
                        <a:rPr lang="en-US" sz="2400" i="1" dirty="0" smtClean="0">
                          <a:latin typeface="Cambria Math" panose="02040503050406030204" pitchFamily="18" charset="0"/>
                        </a:rPr>
                        <m:t> / </m:t>
                      </m:r>
                      <m:r>
                        <a:rPr lang="en-US" sz="240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77" name="Text Box 20"/>
              <p:cNvSpPr txBox="1">
                <a:spLocks noRot="1" noChangeAspect="1" noMove="1" noResize="1" noEditPoints="1" noAdjustHandles="1" noChangeArrowheads="1" noChangeShapeType="1" noTextEdit="1"/>
              </p:cNvSpPr>
              <p:nvPr/>
            </p:nvSpPr>
            <p:spPr bwMode="auto">
              <a:xfrm>
                <a:off x="3651684" y="2006962"/>
                <a:ext cx="1244251" cy="461665"/>
              </a:xfrm>
              <a:prstGeom prst="rect">
                <a:avLst/>
              </a:prstGeom>
              <a:blipFill rotWithShape="1">
                <a:blip r:embed="rId8"/>
                <a:stretch>
                  <a:fillRect l="-35" t="-78" r="7" b="83"/>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8" name="TextBox 37"/>
              <p:cNvSpPr txBox="1"/>
              <p:nvPr/>
            </p:nvSpPr>
            <p:spPr>
              <a:xfrm>
                <a:off x="5108730" y="1702862"/>
                <a:ext cx="3863940"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1. </a:t>
                </a:r>
                <a:r>
                  <a:rPr lang="zh-CN" altLang="en-US" sz="2200" dirty="0">
                    <a:latin typeface="楷体" panose="02010609060101010101" pitchFamily="49" charset="-122"/>
                    <a:ea typeface="楷体" panose="02010609060101010101" pitchFamily="49" charset="-122"/>
                  </a:rPr>
                  <a:t>处于</a:t>
                </a:r>
                <a14:m>
                  <m:oMath xmlns:m="http://schemas.openxmlformats.org/officeDocument/2006/math">
                    <m:sSub>
                      <m:sSubPr>
                        <m:ctrlPr>
                          <a:rPr lang="en-US" altLang="zh-CN" sz="2200" i="1">
                            <a:latin typeface="Cambria Math" panose="02040503050406030204" pitchFamily="18" charset="0"/>
                            <a:ea typeface="楷体" panose="02010609060101010101" pitchFamily="49" charset="-122"/>
                          </a:rPr>
                        </m:ctrlPr>
                      </m:sSubPr>
                      <m:e>
                        <m:r>
                          <a:rPr lang="en-AU" altLang="zh-CN" sz="2200" i="1">
                            <a:latin typeface="Cambria Math" panose="02040503050406030204" pitchFamily="18" charset="0"/>
                            <a:ea typeface="楷体" panose="02010609060101010101" pitchFamily="49" charset="-122"/>
                          </a:rPr>
                          <m:t>𝑞</m:t>
                        </m:r>
                      </m:e>
                      <m:sub>
                        <m:r>
                          <a:rPr lang="en-AU" altLang="zh-CN" sz="2200" i="1">
                            <a:latin typeface="Cambria Math" panose="02040503050406030204" pitchFamily="18" charset="0"/>
                            <a:ea typeface="楷体" panose="02010609060101010101" pitchFamily="49" charset="-122"/>
                          </a:rPr>
                          <m:t>0</m:t>
                        </m:r>
                      </m:sub>
                    </m:sSub>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若待读入的为</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，则将</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US" altLang="zh-CN" sz="2200" i="1" dirty="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向右移动</a:t>
                </a:r>
                <a:endParaRPr lang="en-AU" sz="2200" dirty="0">
                  <a:latin typeface="楷体" panose="02010609060101010101" pitchFamily="49" charset="-122"/>
                  <a:ea typeface="楷体" panose="02010609060101010101" pitchFamily="49" charset="-122"/>
                </a:endParaRPr>
              </a:p>
            </p:txBody>
          </p:sp>
        </mc:Choice>
        <mc:Fallback>
          <p:sp>
            <p:nvSpPr>
              <p:cNvPr id="78" name="TextBox 37"/>
              <p:cNvSpPr txBox="1">
                <a:spLocks noRot="1" noChangeAspect="1" noMove="1" noResize="1" noEditPoints="1" noAdjustHandles="1" noChangeArrowheads="1" noChangeShapeType="1" noTextEdit="1"/>
              </p:cNvSpPr>
              <p:nvPr/>
            </p:nvSpPr>
            <p:spPr>
              <a:xfrm>
                <a:off x="5108730" y="1702862"/>
                <a:ext cx="3863940" cy="769441"/>
              </a:xfrm>
              <a:prstGeom prst="rect">
                <a:avLst/>
              </a:prstGeom>
              <a:blipFill rotWithShape="1">
                <a:blip r:embed="rId10"/>
                <a:stretch>
                  <a:fillRect l="-4" t="-55" r="3" b="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9" name="TextBox 38"/>
              <p:cNvSpPr txBox="1"/>
              <p:nvPr/>
            </p:nvSpPr>
            <p:spPr>
              <a:xfrm>
                <a:off x="5108729" y="2408181"/>
                <a:ext cx="3863940" cy="1107996"/>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2. </a:t>
                </a:r>
                <a:r>
                  <a:rPr lang="zh-CN" altLang="en-US" sz="2200" dirty="0">
                    <a:latin typeface="楷体" panose="02010609060101010101" pitchFamily="49" charset="-122"/>
                    <a:ea typeface="楷体" panose="02010609060101010101" pitchFamily="49" charset="-122"/>
                  </a:rPr>
                  <a:t>一直向右移动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，直到遇到第一个</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，标记为</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改为向左移动</a:t>
                </a:r>
                <a:endParaRPr lang="en-AU" sz="2200" dirty="0">
                  <a:latin typeface="楷体" panose="02010609060101010101" pitchFamily="49" charset="-122"/>
                  <a:ea typeface="楷体" panose="02010609060101010101" pitchFamily="49" charset="-122"/>
                </a:endParaRPr>
              </a:p>
            </p:txBody>
          </p:sp>
        </mc:Choice>
        <mc:Fallback>
          <p:sp>
            <p:nvSpPr>
              <p:cNvPr id="79" name="TextBox 38"/>
              <p:cNvSpPr txBox="1">
                <a:spLocks noRot="1" noChangeAspect="1" noMove="1" noResize="1" noEditPoints="1" noAdjustHandles="1" noChangeArrowheads="1" noChangeShapeType="1" noTextEdit="1"/>
              </p:cNvSpPr>
              <p:nvPr/>
            </p:nvSpPr>
            <p:spPr>
              <a:xfrm>
                <a:off x="5108729" y="2408181"/>
                <a:ext cx="3863940" cy="1107996"/>
              </a:xfrm>
              <a:prstGeom prst="rect">
                <a:avLst/>
              </a:prstGeom>
              <a:blipFill rotWithShape="1">
                <a:blip r:embed="rId11"/>
                <a:stretch>
                  <a:fillRect l="-4" t="-24" r="-720"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0" name="TextBox 39"/>
              <p:cNvSpPr txBox="1"/>
              <p:nvPr/>
            </p:nvSpPr>
            <p:spPr>
              <a:xfrm>
                <a:off x="5108728" y="3499140"/>
                <a:ext cx="3863929" cy="769441"/>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3. </a:t>
                </a:r>
                <a:r>
                  <a:rPr lang="zh-CN" altLang="en-US" sz="2200" dirty="0">
                    <a:latin typeface="楷体" panose="02010609060101010101" pitchFamily="49" charset="-122"/>
                    <a:ea typeface="楷体" panose="02010609060101010101" pitchFamily="49" charset="-122"/>
                  </a:rPr>
                  <a:t>一直向左移动</a:t>
                </a:r>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跳过</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和</a:t>
                </a:r>
                <a14:m>
                  <m:oMath xmlns:m="http://schemas.openxmlformats.org/officeDocument/2006/math">
                    <m:r>
                      <a:rPr lang="en-AU" altLang="zh-CN" sz="2200" b="0" i="1" dirty="0" smtClean="0">
                        <a:latin typeface="Cambria Math" panose="02040503050406030204" pitchFamily="18" charset="0"/>
                        <a:ea typeface="楷体" panose="02010609060101010101" pitchFamily="49" charset="-122"/>
                      </a:rPr>
                      <m:t>0</m:t>
                    </m:r>
                  </m:oMath>
                </a14:m>
                <a:r>
                  <a:rPr lang="en-AU"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，直到遇到</a:t>
                </a:r>
                <a14:m>
                  <m:oMath xmlns:m="http://schemas.openxmlformats.org/officeDocument/2006/math">
                    <m:r>
                      <a:rPr lang="en-AU" altLang="zh-CN" sz="2200" b="0" i="1" smtClean="0">
                        <a:latin typeface="Cambria Math" panose="02040503050406030204" pitchFamily="18" charset="0"/>
                        <a:ea typeface="楷体" panose="02010609060101010101" pitchFamily="49" charset="-122"/>
                      </a:rPr>
                      <m:t>𝑋</m:t>
                    </m:r>
                  </m:oMath>
                </a14:m>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改为向右移动</a:t>
                </a:r>
                <a:endParaRPr lang="en-AU" sz="2200" dirty="0">
                  <a:latin typeface="楷体" panose="02010609060101010101" pitchFamily="49" charset="-122"/>
                  <a:ea typeface="楷体" panose="02010609060101010101" pitchFamily="49" charset="-122"/>
                </a:endParaRPr>
              </a:p>
            </p:txBody>
          </p:sp>
        </mc:Choice>
        <mc:Fallback>
          <p:sp>
            <p:nvSpPr>
              <p:cNvPr id="80" name="TextBox 39"/>
              <p:cNvSpPr txBox="1">
                <a:spLocks noRot="1" noChangeAspect="1" noMove="1" noResize="1" noEditPoints="1" noAdjustHandles="1" noChangeArrowheads="1" noChangeShapeType="1" noTextEdit="1"/>
              </p:cNvSpPr>
              <p:nvPr/>
            </p:nvSpPr>
            <p:spPr>
              <a:xfrm>
                <a:off x="5108728" y="3499140"/>
                <a:ext cx="3863929" cy="769441"/>
              </a:xfrm>
              <a:prstGeom prst="rect">
                <a:avLst/>
              </a:prstGeom>
              <a:blipFill rotWithShape="1">
                <a:blip r:embed="rId12"/>
                <a:stretch>
                  <a:fillRect l="-4" t="-38" r="-1115"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1" name="TextBox 40"/>
              <p:cNvSpPr txBox="1"/>
              <p:nvPr/>
            </p:nvSpPr>
            <p:spPr>
              <a:xfrm>
                <a:off x="5108729" y="4221680"/>
                <a:ext cx="3863924" cy="1785104"/>
              </a:xfrm>
              <a:prstGeom prst="rect">
                <a:avLst/>
              </a:prstGeom>
              <a:noFill/>
            </p:spPr>
            <p:txBody>
              <a:bodyPr wrap="square" rtlCol="0">
                <a:spAutoFit/>
              </a:bodyPr>
              <a:lstStyle/>
              <a:p>
                <a:r>
                  <a:rPr lang="en-AU" altLang="zh-CN" sz="2200" dirty="0">
                    <a:latin typeface="楷体" panose="02010609060101010101" pitchFamily="49" charset="-122"/>
                    <a:ea typeface="楷体" panose="02010609060101010101" pitchFamily="49" charset="-122"/>
                  </a:rPr>
                  <a:t>4. </a:t>
                </a:r>
                <a:r>
                  <a:rPr lang="zh-CN" altLang="en-US" sz="2200" dirty="0">
                    <a:latin typeface="楷体" panose="02010609060101010101" pitchFamily="49" charset="-122"/>
                    <a:ea typeface="楷体" panose="02010609060101010101" pitchFamily="49" charset="-122"/>
                  </a:rPr>
                  <a:t>如果下一个要读入的符号是</a:t>
                </a:r>
                <a:r>
                  <a:rPr lang="en-AU"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，则跳转到第一步；否则，向右移动检查是否还有剩余的</a:t>
                </a:r>
                <a:r>
                  <a:rPr lang="en-AU"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。如果后面已经全是</a:t>
                </a:r>
                <a14:m>
                  <m:oMath xmlns:m="http://schemas.openxmlformats.org/officeDocument/2006/math">
                    <m:r>
                      <a:rPr lang="en-US" altLang="zh-CN" sz="2200" i="1" dirty="0" smtClean="0">
                        <a:latin typeface="Cambria Math" panose="02040503050406030204" pitchFamily="18" charset="0"/>
                        <a:ea typeface="楷体" panose="02010609060101010101" pitchFamily="49" charset="-122"/>
                      </a:rPr>
                      <m:t>𝑌</m:t>
                    </m:r>
                  </m:oMath>
                </a14:m>
                <a:r>
                  <a:rPr lang="zh-CN" altLang="en-US" sz="2200" dirty="0">
                    <a:latin typeface="楷体" panose="02010609060101010101" pitchFamily="49" charset="-122"/>
                    <a:ea typeface="楷体" panose="02010609060101010101" pitchFamily="49" charset="-122"/>
                  </a:rPr>
                  <a:t>，那么在空格符停下，进入接受状态。</a:t>
                </a:r>
                <a:endParaRPr lang="en-AU" sz="2200" dirty="0">
                  <a:latin typeface="楷体" panose="02010609060101010101" pitchFamily="49" charset="-122"/>
                  <a:ea typeface="楷体" panose="02010609060101010101" pitchFamily="49" charset="-122"/>
                </a:endParaRPr>
              </a:p>
            </p:txBody>
          </p:sp>
        </mc:Choice>
        <mc:Fallback>
          <p:sp>
            <p:nvSpPr>
              <p:cNvPr id="81" name="TextBox 40"/>
              <p:cNvSpPr txBox="1">
                <a:spLocks noRot="1" noChangeAspect="1" noMove="1" noResize="1" noEditPoints="1" noAdjustHandles="1" noChangeArrowheads="1" noChangeShapeType="1" noTextEdit="1"/>
              </p:cNvSpPr>
              <p:nvPr/>
            </p:nvSpPr>
            <p:spPr>
              <a:xfrm>
                <a:off x="5108729" y="4221680"/>
                <a:ext cx="3863924" cy="1785104"/>
              </a:xfrm>
              <a:prstGeom prst="rect">
                <a:avLst/>
              </a:prstGeom>
              <a:blipFill rotWithShape="1">
                <a:blip r:embed="rId13"/>
                <a:stretch>
                  <a:fillRect l="-4" t="-11" r="-3596" b="18"/>
                </a:stretch>
              </a:blipFill>
            </p:spPr>
            <p:txBody>
              <a:bodyPr/>
              <a:lstStyle/>
              <a:p>
                <a:r>
                  <a:rPr lang="zh-CN" altLang="en-US">
                    <a:noFill/>
                  </a:rPr>
                  <a:t> </a:t>
                </a:r>
              </a:p>
            </p:txBody>
          </p:sp>
        </mc:Fallback>
      </mc:AlternateContent>
      <p:sp>
        <p:nvSpPr>
          <p:cNvPr id="82" name="TextBox 2"/>
          <p:cNvSpPr txBox="1"/>
          <p:nvPr/>
        </p:nvSpPr>
        <p:spPr>
          <a:xfrm>
            <a:off x="950195" y="3142341"/>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4000" dirty="0"/>
                  <a:t>例</a:t>
                </a:r>
                <a:r>
                  <a:rPr lang="en-AU" altLang="zh-CN" sz="4000" dirty="0"/>
                  <a:t>2:</a:t>
                </a:r>
                <a:r>
                  <a:rPr lang="zh-CN" altLang="en-US" sz="4000" dirty="0"/>
                  <a:t>设计识别</a:t>
                </a:r>
                <a14:m>
                  <m:oMath xmlns:m="http://schemas.openxmlformats.org/officeDocument/2006/math">
                    <m:r>
                      <a:rPr lang="en-AU" altLang="zh-CN" sz="4000" i="1" dirty="0" smtClean="0">
                        <a:latin typeface="Cambria Math" panose="02040503050406030204" pitchFamily="18" charset="0"/>
                      </a:rPr>
                      <m:t>{</m:t>
                    </m:r>
                    <m:sSup>
                      <m:sSupPr>
                        <m:ctrlPr>
                          <a:rPr lang="en-AU" altLang="zh-CN" sz="4000" i="1" dirty="0" smtClean="0">
                            <a:latin typeface="Cambria Math" panose="02040503050406030204" pitchFamily="18" charset="0"/>
                          </a:rPr>
                        </m:ctrlPr>
                      </m:sSupPr>
                      <m:e>
                        <m:r>
                          <a:rPr lang="en-AU" altLang="zh-CN" sz="4000" b="0" i="1" dirty="0" smtClean="0">
                            <a:latin typeface="Cambria Math" panose="02040503050406030204" pitchFamily="18" charset="0"/>
                          </a:rPr>
                          <m:t>0</m:t>
                        </m:r>
                      </m:e>
                      <m:sup>
                        <m:r>
                          <a:rPr lang="en-AU" altLang="zh-CN" sz="4000" b="0" i="1" dirty="0" smtClean="0">
                            <a:latin typeface="Cambria Math" panose="02040503050406030204" pitchFamily="18" charset="0"/>
                          </a:rPr>
                          <m:t>𝑛</m:t>
                        </m:r>
                      </m:sup>
                    </m:sSup>
                    <m:sSup>
                      <m:sSupPr>
                        <m:ctrlPr>
                          <a:rPr lang="en-AU" altLang="zh-CN" sz="4000" i="1" dirty="0" smtClean="0">
                            <a:latin typeface="Cambria Math" panose="02040503050406030204" pitchFamily="18" charset="0"/>
                          </a:rPr>
                        </m:ctrlPr>
                      </m:sSupPr>
                      <m:e>
                        <m:r>
                          <a:rPr lang="en-AU" altLang="zh-CN" sz="4000" b="0" i="1" dirty="0" smtClean="0">
                            <a:latin typeface="Cambria Math" panose="02040503050406030204" pitchFamily="18" charset="0"/>
                          </a:rPr>
                          <m:t>1</m:t>
                        </m:r>
                      </m:e>
                      <m:sup>
                        <m:r>
                          <a:rPr lang="en-AU" altLang="zh-CN" sz="4000" b="0" i="1" dirty="0" smtClean="0">
                            <a:latin typeface="Cambria Math" panose="02040503050406030204" pitchFamily="18" charset="0"/>
                          </a:rPr>
                          <m:t>𝑛</m:t>
                        </m:r>
                      </m:sup>
                    </m:sSup>
                    <m:sSup>
                      <m:sSupPr>
                        <m:ctrlPr>
                          <a:rPr lang="en-AU" altLang="zh-CN" sz="4000" i="1" dirty="0">
                            <a:latin typeface="Cambria Math" panose="02040503050406030204" pitchFamily="18" charset="0"/>
                          </a:rPr>
                        </m:ctrlPr>
                      </m:sSupPr>
                      <m:e>
                        <m:r>
                          <a:rPr lang="en-AU" altLang="zh-CN" sz="4000" b="0" i="1" dirty="0" smtClean="0">
                            <a:latin typeface="Cambria Math" panose="02040503050406030204" pitchFamily="18" charset="0"/>
                          </a:rPr>
                          <m:t>2</m:t>
                        </m:r>
                      </m:e>
                      <m:sup>
                        <m:r>
                          <a:rPr lang="en-AU" altLang="zh-CN" sz="4000" i="1" dirty="0">
                            <a:latin typeface="Cambria Math" panose="02040503050406030204" pitchFamily="18" charset="0"/>
                          </a:rPr>
                          <m:t>𝑛</m:t>
                        </m:r>
                      </m:sup>
                    </m:sSup>
                    <m:r>
                      <a:rPr lang="en-AU" altLang="zh-CN" sz="4000" b="0" i="1" dirty="0" smtClean="0">
                        <a:latin typeface="Cambria Math" panose="02040503050406030204" pitchFamily="18" charset="0"/>
                      </a:rPr>
                      <m:t>|</m:t>
                    </m:r>
                    <m:r>
                      <a:rPr lang="en-AU" altLang="zh-CN" sz="4000" b="0" i="1" dirty="0" smtClean="0">
                        <a:latin typeface="Cambria Math" panose="02040503050406030204" pitchFamily="18" charset="0"/>
                      </a:rPr>
                      <m:t>𝑛</m:t>
                    </m:r>
                    <m:r>
                      <a:rPr lang="en-AU" altLang="zh-CN" sz="4000" b="0" i="1" dirty="0" smtClean="0">
                        <a:latin typeface="Cambria Math" panose="02040503050406030204" pitchFamily="18" charset="0"/>
                        <a:ea typeface="Cambria Math" panose="02040503050406030204" pitchFamily="18" charset="0"/>
                      </a:rPr>
                      <m:t>≥</m:t>
                    </m:r>
                    <m:r>
                      <a:rPr lang="en-AU" altLang="zh-CN" sz="4000" b="0" i="1" dirty="0" smtClean="0">
                        <a:latin typeface="Cambria Math" panose="02040503050406030204" pitchFamily="18" charset="0"/>
                        <a:ea typeface="Cambria Math" panose="02040503050406030204" pitchFamily="18" charset="0"/>
                      </a:rPr>
                      <m:t>1</m:t>
                    </m:r>
                    <m:r>
                      <a:rPr lang="en-AU" altLang="zh-CN" sz="4000" i="1" dirty="0" smtClean="0">
                        <a:latin typeface="Cambria Math" panose="02040503050406030204" pitchFamily="18" charset="0"/>
                      </a:rPr>
                      <m:t>}</m:t>
                    </m:r>
                  </m:oMath>
                </a14:m>
                <a:r>
                  <a:rPr lang="zh-CN" altLang="en-US" sz="4000" dirty="0"/>
                  <a:t>的图灵机。</a:t>
                </a:r>
                <a:endParaRPr lang="en-AU" altLang="zh-CN" sz="4000" dirty="0"/>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914400" y="635000"/>
                <a:ext cx="7315200" cy="2143125"/>
              </a:xfrm>
              <a:prstGeom prst="rect">
                <a:avLst/>
              </a:prstGeom>
              <a:blipFill rotWithShape="1">
                <a:blip r:embed="rId3"/>
                <a:stretch>
                  <a:fillRect/>
                </a:stretch>
              </a:blipFill>
            </p:spPr>
            <p:txBody>
              <a:bodyPr/>
              <a:lstStyle/>
              <a:p>
                <a:r>
                  <a:rPr lang="zh-CN" altLang="en-US">
                    <a:noFill/>
                  </a:rPr>
                  <a:t> </a:t>
                </a:r>
              </a:p>
            </p:txBody>
          </p:sp>
        </mc:Fallback>
      </mc:AlternateContent>
      <p:sp>
        <p:nvSpPr>
          <p:cNvPr id="8" name="矩形: 圆角 7"/>
          <p:cNvSpPr/>
          <p:nvPr>
            <p:custDataLst>
              <p:tags r:id="rId4"/>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p:cNvSpPr/>
          <p:nvPr>
            <p:custDataLst>
              <p:tags r:id="rId5"/>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3" name="组合 12"/>
          <p:cNvGrpSpPr/>
          <p:nvPr>
            <p:custDataLst>
              <p:tags r:id="rId6"/>
            </p:custDataLst>
          </p:nvPr>
        </p:nvGrpSpPr>
        <p:grpSpPr>
          <a:xfrm>
            <a:off x="0" y="0"/>
            <a:ext cx="9144000" cy="635000"/>
            <a:chOff x="0" y="0"/>
            <a:chExt cx="9144000" cy="635000"/>
          </a:xfrm>
        </p:grpSpPr>
        <p:sp>
          <p:nvSpPr>
            <p:cNvPr id="9"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1"/>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035050"/>
                <a:ext cx="8229600" cy="4525963"/>
              </a:xfrm>
            </p:spPr>
            <p:txBody>
              <a:bodyPr/>
              <a:lstStyle/>
              <a:p>
                <a:r>
                  <a:rPr lang="zh-CN" altLang="en-US" dirty="0"/>
                  <a:t>例</a:t>
                </a:r>
                <a:r>
                  <a:rPr lang="en-AU" altLang="zh-CN" dirty="0"/>
                  <a:t>2:</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sSup>
                      <m:sSupPr>
                        <m:ctrlPr>
                          <a:rPr lang="en-AU" altLang="zh-CN" i="1" dirty="0">
                            <a:latin typeface="Cambria Math" panose="02040503050406030204" pitchFamily="18" charset="0"/>
                          </a:rPr>
                        </m:ctrlPr>
                      </m:sSupPr>
                      <m:e>
                        <m:r>
                          <a:rPr lang="en-AU" altLang="zh-CN" b="0" i="1" dirty="0" smtClean="0">
                            <a:latin typeface="Cambria Math" panose="02040503050406030204" pitchFamily="18" charset="0"/>
                          </a:rPr>
                          <m:t>2</m:t>
                        </m:r>
                      </m:e>
                      <m:sup>
                        <m:r>
                          <a:rPr lang="en-AU" altLang="zh-CN" i="1" dirty="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r>
                  <a:rPr lang="zh-CN" altLang="en-US" dirty="0"/>
                  <a:t>思路：</a:t>
                </a:r>
                <a:endParaRPr lang="en-AU" altLang="zh-CN" dirty="0"/>
              </a:p>
              <a:p>
                <a:pPr lvl="1"/>
                <a:r>
                  <a:rPr lang="zh-CN" altLang="en-US" dirty="0"/>
                  <a:t>首先用</a:t>
                </a:r>
                <a14:m>
                  <m:oMath xmlns:m="http://schemas.openxmlformats.org/officeDocument/2006/math">
                    <m:r>
                      <a:rPr lang="en-AU" altLang="zh-CN" i="1" dirty="0" smtClean="0">
                        <a:latin typeface="Cambria Math" panose="02040503050406030204" pitchFamily="18" charset="0"/>
                      </a:rPr>
                      <m:t>𝑋</m:t>
                    </m:r>
                  </m:oMath>
                </a14:m>
                <a:r>
                  <a:rPr lang="zh-CN" altLang="en-US" dirty="0"/>
                  <a:t>替换最左边的</a:t>
                </a:r>
                <a:r>
                  <a:rPr lang="en-AU" altLang="zh-CN" dirty="0"/>
                  <a:t>0</a:t>
                </a:r>
                <a:r>
                  <a:rPr lang="zh-CN" altLang="en-US" dirty="0"/>
                  <a:t>，然后右移至最左边的</a:t>
                </a:r>
                <a:r>
                  <a:rPr lang="en-AU" altLang="zh-CN" dirty="0"/>
                  <a:t>1</a:t>
                </a:r>
                <a:r>
                  <a:rPr lang="zh-CN" altLang="en-US" dirty="0"/>
                  <a:t>用</a:t>
                </a:r>
                <a14:m>
                  <m:oMath xmlns:m="http://schemas.openxmlformats.org/officeDocument/2006/math">
                    <m:r>
                      <a:rPr lang="en-US" altLang="zh-CN" i="1" dirty="0" smtClean="0">
                        <a:latin typeface="Cambria Math" panose="02040503050406030204" pitchFamily="18" charset="0"/>
                      </a:rPr>
                      <m:t>𝑌</m:t>
                    </m:r>
                  </m:oMath>
                </a14:m>
                <a:r>
                  <a:rPr lang="zh-CN" altLang="en-US" dirty="0"/>
                  <a:t>替换之，右移至最左边的</a:t>
                </a:r>
                <a:r>
                  <a:rPr lang="en-AU" altLang="zh-CN" dirty="0"/>
                  <a:t>2</a:t>
                </a:r>
                <a:r>
                  <a:rPr lang="zh-CN" altLang="en-US" dirty="0"/>
                  <a:t>用</a:t>
                </a:r>
                <a14:m>
                  <m:oMath xmlns:m="http://schemas.openxmlformats.org/officeDocument/2006/math">
                    <m:r>
                      <a:rPr lang="en-US" altLang="zh-CN" i="1" dirty="0" smtClean="0">
                        <a:latin typeface="Cambria Math" panose="02040503050406030204" pitchFamily="18" charset="0"/>
                      </a:rPr>
                      <m:t>𝑍</m:t>
                    </m:r>
                  </m:oMath>
                </a14:m>
                <a:r>
                  <a:rPr lang="zh-CN" altLang="en-US" dirty="0"/>
                  <a:t>替换之。左移寻找最右的</a:t>
                </a:r>
                <a14:m>
                  <m:oMath xmlns:m="http://schemas.openxmlformats.org/officeDocument/2006/math">
                    <m:r>
                      <a:rPr lang="en-US" altLang="zh-CN" i="1" dirty="0" smtClean="0">
                        <a:latin typeface="Cambria Math" panose="02040503050406030204" pitchFamily="18" charset="0"/>
                      </a:rPr>
                      <m:t>𝑋</m:t>
                    </m:r>
                  </m:oMath>
                </a14:m>
                <a:r>
                  <a:rPr lang="zh-CN" altLang="en-US" dirty="0"/>
                  <a:t>，然后右移一个单元到最左的</a:t>
                </a:r>
                <a:r>
                  <a:rPr lang="en-AU" altLang="zh-CN" dirty="0"/>
                  <a:t>0</a:t>
                </a:r>
                <a:r>
                  <a:rPr lang="zh-CN" altLang="en-US" dirty="0"/>
                  <a:t>，重复循环。</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035050"/>
                <a:ext cx="8229600" cy="4525963"/>
              </a:xfrm>
              <a:blipFill rotWithShape="1">
                <a:blip r:embed="rId1"/>
                <a:stretch>
                  <a:fillRect r="-1535"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96334" y="1071889"/>
                <a:ext cx="8229600" cy="4525963"/>
              </a:xfrm>
            </p:spPr>
            <p:txBody>
              <a:bodyPr/>
              <a:lstStyle/>
              <a:p>
                <a:r>
                  <a:rPr lang="zh-CN" altLang="en-US" dirty="0"/>
                  <a:t>例</a:t>
                </a:r>
                <a:r>
                  <a:rPr lang="en-AU" altLang="zh-CN" dirty="0"/>
                  <a:t>2:</a:t>
                </a:r>
                <a:r>
                  <a:rPr lang="zh-CN" altLang="en-US" dirty="0"/>
                  <a:t>设计识别</a:t>
                </a:r>
                <a14:m>
                  <m:oMath xmlns:m="http://schemas.openxmlformats.org/officeDocument/2006/math">
                    <m:r>
                      <a:rPr lang="en-AU" altLang="zh-CN" i="1" dirty="0" smtClean="0">
                        <a:latin typeface="Cambria Math" panose="02040503050406030204" pitchFamily="18" charset="0"/>
                      </a:rPr>
                      <m:t>{</m:t>
                    </m:r>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0</m:t>
                        </m:r>
                      </m:e>
                      <m:sup>
                        <m:r>
                          <a:rPr lang="en-AU" altLang="zh-CN" b="0" i="1" dirty="0" smtClean="0">
                            <a:latin typeface="Cambria Math" panose="02040503050406030204" pitchFamily="18" charset="0"/>
                          </a:rPr>
                          <m:t>𝑛</m:t>
                        </m:r>
                      </m:sup>
                    </m:sSup>
                    <m:sSup>
                      <m:sSupPr>
                        <m:ctrlPr>
                          <a:rPr lang="en-AU" altLang="zh-CN" i="1" dirty="0" smtClean="0">
                            <a:latin typeface="Cambria Math" panose="02040503050406030204" pitchFamily="18" charset="0"/>
                          </a:rPr>
                        </m:ctrlPr>
                      </m:sSupPr>
                      <m:e>
                        <m:r>
                          <a:rPr lang="en-AU" altLang="zh-CN" b="0" i="1" dirty="0" smtClean="0">
                            <a:latin typeface="Cambria Math" panose="02040503050406030204" pitchFamily="18" charset="0"/>
                          </a:rPr>
                          <m:t>1</m:t>
                        </m:r>
                      </m:e>
                      <m:sup>
                        <m:r>
                          <a:rPr lang="en-AU" altLang="zh-CN" b="0" i="1" dirty="0" smtClean="0">
                            <a:latin typeface="Cambria Math" panose="02040503050406030204" pitchFamily="18" charset="0"/>
                          </a:rPr>
                          <m:t>𝑛</m:t>
                        </m:r>
                      </m:sup>
                    </m:sSup>
                    <m:sSup>
                      <m:sSupPr>
                        <m:ctrlPr>
                          <a:rPr lang="en-AU" altLang="zh-CN" i="1" dirty="0">
                            <a:latin typeface="Cambria Math" panose="02040503050406030204" pitchFamily="18" charset="0"/>
                          </a:rPr>
                        </m:ctrlPr>
                      </m:sSupPr>
                      <m:e>
                        <m:r>
                          <a:rPr lang="en-AU" altLang="zh-CN" b="0" i="1" dirty="0" smtClean="0">
                            <a:latin typeface="Cambria Math" panose="02040503050406030204" pitchFamily="18" charset="0"/>
                          </a:rPr>
                          <m:t>2</m:t>
                        </m:r>
                      </m:e>
                      <m:sup>
                        <m:r>
                          <a:rPr lang="en-AU" altLang="zh-CN" i="1" dirty="0">
                            <a:latin typeface="Cambria Math" panose="02040503050406030204" pitchFamily="18" charset="0"/>
                          </a:rPr>
                          <m:t>𝑛</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𝑛</m:t>
                    </m:r>
                    <m:r>
                      <a:rPr lang="en-AU" altLang="zh-CN" b="0" i="1" dirty="0" smtClean="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r>
                      <a:rPr lang="en-AU" altLang="zh-CN" i="1" dirty="0" smtClean="0">
                        <a:latin typeface="Cambria Math" panose="02040503050406030204" pitchFamily="18" charset="0"/>
                      </a:rPr>
                      <m:t>}</m:t>
                    </m:r>
                  </m:oMath>
                </a14:m>
                <a:r>
                  <a:rPr lang="zh-CN" altLang="en-US" dirty="0"/>
                  <a:t>的图灵机。</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96334" y="1071889"/>
                <a:ext cx="8229600" cy="4525963"/>
              </a:xfrm>
              <a:blipFill rotWithShape="1">
                <a:blip r:embed="rId1"/>
                <a:stretch>
                  <a:fillRect l="-5" r="5"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a:xfrm>
            <a:off x="6705600" y="6138815"/>
            <a:ext cx="2133600" cy="365125"/>
          </a:xfrm>
        </p:spPr>
        <p:txBody>
          <a:bodyPr/>
          <a:lstStyle/>
          <a:p>
            <a:fld id="{0662E1F6-9BD6-474C-A82E-E07C3DB67AAE}" type="slidenum">
              <a:rPr lang="en-AU" smtClean="0"/>
            </a:fld>
            <a:endParaRPr lang="en-AU"/>
          </a:p>
        </p:txBody>
      </p:sp>
      <p:sp>
        <p:nvSpPr>
          <p:cNvPr id="5" name="Oval 4"/>
          <p:cNvSpPr>
            <a:spLocks noChangeArrowheads="1"/>
          </p:cNvSpPr>
          <p:nvPr/>
        </p:nvSpPr>
        <p:spPr bwMode="auto">
          <a:xfrm>
            <a:off x="1778000" y="3199607"/>
            <a:ext cx="457200" cy="457200"/>
          </a:xfrm>
          <a:prstGeom prst="ellipse">
            <a:avLst/>
          </a:prstGeom>
          <a:solidFill>
            <a:srgbClr val="92D050"/>
          </a:solidFill>
          <a:ln w="9525">
            <a:solidFill>
              <a:schemeClr val="tx1"/>
            </a:solidFill>
            <a:round/>
          </a:ln>
        </p:spPr>
        <p:txBody>
          <a:bodyPr wrap="none" anchor="ctr"/>
          <a:lstStyle/>
          <a:p>
            <a:pPr algn="ctr"/>
            <a:r>
              <a:rPr lang="en-US"/>
              <a:t>q</a:t>
            </a:r>
            <a:r>
              <a:rPr lang="en-US" baseline="-25000"/>
              <a:t>0</a:t>
            </a:r>
            <a:endParaRPr lang="en-US"/>
          </a:p>
        </p:txBody>
      </p:sp>
      <p:sp>
        <p:nvSpPr>
          <p:cNvPr id="7" name="Oval 5"/>
          <p:cNvSpPr>
            <a:spLocks noChangeArrowheads="1"/>
          </p:cNvSpPr>
          <p:nvPr/>
        </p:nvSpPr>
        <p:spPr bwMode="auto">
          <a:xfrm>
            <a:off x="3454400" y="3199607"/>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1</a:t>
            </a:r>
            <a:endParaRPr lang="en-US" baseline="-25000" dirty="0"/>
          </a:p>
        </p:txBody>
      </p:sp>
      <p:sp>
        <p:nvSpPr>
          <p:cNvPr id="8" name="Line 6"/>
          <p:cNvSpPr>
            <a:spLocks noChangeShapeType="1"/>
          </p:cNvSpPr>
          <p:nvPr/>
        </p:nvSpPr>
        <p:spPr bwMode="auto">
          <a:xfrm>
            <a:off x="2235200" y="3428207"/>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9" name="Text Box 7"/>
              <p:cNvSpPr txBox="1">
                <a:spLocks noChangeArrowheads="1"/>
              </p:cNvSpPr>
              <p:nvPr/>
            </p:nvSpPr>
            <p:spPr bwMode="auto">
              <a:xfrm>
                <a:off x="2176312" y="2938284"/>
                <a:ext cx="1233543"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0</m:t>
                      </m:r>
                      <m:r>
                        <a:rPr lang="en-US" sz="2400" i="1" dirty="0" smtClean="0">
                          <a:latin typeface="Cambria Math" panose="02040503050406030204" pitchFamily="18" charset="0"/>
                        </a:rPr>
                        <m:t> / </m:t>
                      </m:r>
                      <m:r>
                        <a:rPr lang="en-US" sz="240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9" name="Text Box 7"/>
              <p:cNvSpPr txBox="1">
                <a:spLocks noRot="1" noChangeAspect="1" noMove="1" noResize="1" noEditPoints="1" noAdjustHandles="1" noChangeArrowheads="1" noChangeShapeType="1" noTextEdit="1"/>
              </p:cNvSpPr>
              <p:nvPr/>
            </p:nvSpPr>
            <p:spPr bwMode="auto">
              <a:xfrm>
                <a:off x="2176312" y="2938284"/>
                <a:ext cx="1233543" cy="461665"/>
              </a:xfrm>
              <a:prstGeom prst="rect">
                <a:avLst/>
              </a:prstGeom>
              <a:blipFill rotWithShape="1">
                <a:blip r:embed="rId2"/>
                <a:stretch>
                  <a:fillRect l="-14" t="-30" r="44" b="34"/>
                </a:stretch>
              </a:blipFill>
              <a:ln w="9525">
                <a:noFill/>
                <a:miter lim="800000"/>
              </a:ln>
            </p:spPr>
            <p:txBody>
              <a:bodyPr/>
              <a:lstStyle/>
              <a:p>
                <a:r>
                  <a:rPr lang="zh-CN" altLang="en-US">
                    <a:noFill/>
                  </a:rPr>
                  <a:t> </a:t>
                </a:r>
              </a:p>
            </p:txBody>
          </p:sp>
        </mc:Fallback>
      </mc:AlternateContent>
      <p:sp>
        <p:nvSpPr>
          <p:cNvPr id="10" name="Line 8"/>
          <p:cNvSpPr>
            <a:spLocks noChangeShapeType="1"/>
          </p:cNvSpPr>
          <p:nvPr/>
        </p:nvSpPr>
        <p:spPr bwMode="auto">
          <a:xfrm>
            <a:off x="1244600" y="3428207"/>
            <a:ext cx="457200" cy="0"/>
          </a:xfrm>
          <a:prstGeom prst="line">
            <a:avLst/>
          </a:prstGeom>
          <a:noFill/>
          <a:ln w="9525">
            <a:solidFill>
              <a:schemeClr val="tx1"/>
            </a:solidFill>
            <a:round/>
            <a:tailEnd type="triangle" w="med" len="med"/>
          </a:ln>
        </p:spPr>
        <p:txBody>
          <a:bodyPr wrap="none" anchor="ctr"/>
          <a:lstStyle/>
          <a:p>
            <a:endParaRPr lang="en-US"/>
          </a:p>
        </p:txBody>
      </p:sp>
      <p:sp>
        <p:nvSpPr>
          <p:cNvPr id="11" name="TextBox 10"/>
          <p:cNvSpPr txBox="1"/>
          <p:nvPr/>
        </p:nvSpPr>
        <p:spPr>
          <a:xfrm>
            <a:off x="607141" y="3169116"/>
            <a:ext cx="713657" cy="461665"/>
          </a:xfrm>
          <a:prstGeom prst="rect">
            <a:avLst/>
          </a:prstGeom>
          <a:noFill/>
        </p:spPr>
        <p:txBody>
          <a:bodyPr wrap="none" rtlCol="0">
            <a:spAutoFit/>
          </a:bodyPr>
          <a:lstStyle/>
          <a:p>
            <a:r>
              <a:rPr lang="en-AU" sz="2400" dirty="0">
                <a:latin typeface="Times New Roman" panose="02020603050405020304" pitchFamily="18" charset="0"/>
                <a:cs typeface="Times New Roman" panose="02020603050405020304" pitchFamily="18" charset="0"/>
              </a:rPr>
              <a:t>start</a:t>
            </a:r>
            <a:endParaRPr lang="en-AU" sz="2400" dirty="0">
              <a:latin typeface="Times New Roman" panose="02020603050405020304" pitchFamily="18" charset="0"/>
              <a:cs typeface="Times New Roman" panose="02020603050405020304" pitchFamily="18" charset="0"/>
            </a:endParaRPr>
          </a:p>
        </p:txBody>
      </p:sp>
      <p:sp>
        <p:nvSpPr>
          <p:cNvPr id="12" name="Oval 5"/>
          <p:cNvSpPr>
            <a:spLocks noChangeArrowheads="1"/>
          </p:cNvSpPr>
          <p:nvPr/>
        </p:nvSpPr>
        <p:spPr bwMode="auto">
          <a:xfrm>
            <a:off x="5121275" y="3199607"/>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2</a:t>
            </a:r>
            <a:endParaRPr lang="en-US" baseline="-25000" dirty="0"/>
          </a:p>
        </p:txBody>
      </p:sp>
      <p:sp>
        <p:nvSpPr>
          <p:cNvPr id="13" name="Oval 5"/>
          <p:cNvSpPr>
            <a:spLocks noChangeArrowheads="1"/>
          </p:cNvSpPr>
          <p:nvPr/>
        </p:nvSpPr>
        <p:spPr bwMode="auto">
          <a:xfrm>
            <a:off x="6959600" y="3199607"/>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3</a:t>
            </a:r>
            <a:endParaRPr lang="en-US" baseline="-25000" dirty="0"/>
          </a:p>
        </p:txBody>
      </p:sp>
      <p:sp>
        <p:nvSpPr>
          <p:cNvPr id="14" name="Oval 5"/>
          <p:cNvSpPr>
            <a:spLocks noChangeArrowheads="1"/>
          </p:cNvSpPr>
          <p:nvPr/>
        </p:nvSpPr>
        <p:spPr bwMode="auto">
          <a:xfrm>
            <a:off x="1800352" y="4899353"/>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4</a:t>
            </a:r>
            <a:endParaRPr lang="en-US" baseline="-25000" dirty="0"/>
          </a:p>
        </p:txBody>
      </p:sp>
      <p:sp>
        <p:nvSpPr>
          <p:cNvPr id="15" name="Oval 5"/>
          <p:cNvSpPr>
            <a:spLocks noChangeArrowheads="1"/>
          </p:cNvSpPr>
          <p:nvPr/>
        </p:nvSpPr>
        <p:spPr bwMode="auto">
          <a:xfrm>
            <a:off x="3469974" y="4945063"/>
            <a:ext cx="457200" cy="457200"/>
          </a:xfrm>
          <a:prstGeom prst="ellipse">
            <a:avLst/>
          </a:prstGeom>
          <a:solidFill>
            <a:srgbClr val="92D050"/>
          </a:solidFill>
          <a:ln w="9525">
            <a:solidFill>
              <a:schemeClr val="tx1"/>
            </a:solidFill>
            <a:round/>
          </a:ln>
        </p:spPr>
        <p:txBody>
          <a:bodyPr wrap="none" anchor="ctr"/>
          <a:lstStyle/>
          <a:p>
            <a:pPr algn="ctr"/>
            <a:r>
              <a:rPr lang="en-US" dirty="0"/>
              <a:t>q</a:t>
            </a:r>
            <a:r>
              <a:rPr lang="en-US" baseline="-25000" dirty="0"/>
              <a:t>5</a:t>
            </a:r>
            <a:endParaRPr lang="en-US" baseline="-25000" dirty="0"/>
          </a:p>
        </p:txBody>
      </p:sp>
      <p:grpSp>
        <p:nvGrpSpPr>
          <p:cNvPr id="17" name="Group 36"/>
          <p:cNvGrpSpPr/>
          <p:nvPr/>
        </p:nvGrpSpPr>
        <p:grpSpPr bwMode="auto">
          <a:xfrm>
            <a:off x="5187248" y="4823152"/>
            <a:ext cx="609600" cy="609600"/>
            <a:chOff x="1981200" y="5334000"/>
            <a:chExt cx="609600" cy="609600"/>
          </a:xfrm>
        </p:grpSpPr>
        <p:sp>
          <p:nvSpPr>
            <p:cNvPr id="19" name="Oval 28"/>
            <p:cNvSpPr>
              <a:spLocks noChangeArrowheads="1"/>
            </p:cNvSpPr>
            <p:nvPr/>
          </p:nvSpPr>
          <p:spPr bwMode="auto">
            <a:xfrm>
              <a:off x="2057400" y="5410200"/>
              <a:ext cx="457200" cy="457200"/>
            </a:xfrm>
            <a:prstGeom prst="ellipse">
              <a:avLst/>
            </a:prstGeom>
            <a:solidFill>
              <a:srgbClr val="FFFF00"/>
            </a:solidFill>
            <a:ln w="9525">
              <a:solidFill>
                <a:schemeClr val="tx1"/>
              </a:solidFill>
              <a:round/>
            </a:ln>
          </p:spPr>
          <p:txBody>
            <a:bodyPr wrap="none" anchor="ctr"/>
            <a:lstStyle/>
            <a:p>
              <a:pPr algn="ctr"/>
              <a:r>
                <a:rPr lang="en-US" dirty="0"/>
                <a:t>q</a:t>
              </a:r>
              <a:r>
                <a:rPr lang="en-US" baseline="-25000" dirty="0"/>
                <a:t>6</a:t>
              </a:r>
              <a:endParaRPr lang="en-US" dirty="0"/>
            </a:p>
          </p:txBody>
        </p:sp>
        <p:sp>
          <p:nvSpPr>
            <p:cNvPr id="20" name="Oval 29"/>
            <p:cNvSpPr>
              <a:spLocks noChangeArrowheads="1"/>
            </p:cNvSpPr>
            <p:nvPr/>
          </p:nvSpPr>
          <p:spPr bwMode="auto">
            <a:xfrm>
              <a:off x="1981200" y="5334000"/>
              <a:ext cx="609600" cy="609600"/>
            </a:xfrm>
            <a:prstGeom prst="ellipse">
              <a:avLst/>
            </a:prstGeom>
            <a:noFill/>
            <a:ln w="9525">
              <a:solidFill>
                <a:schemeClr val="tx1"/>
              </a:solidFill>
              <a:round/>
            </a:ln>
          </p:spPr>
          <p:txBody>
            <a:bodyPr wrap="none" anchor="ctr"/>
            <a:lstStyle/>
            <a:p>
              <a:endParaRPr lang="en-US"/>
            </a:p>
          </p:txBody>
        </p:sp>
      </p:grpSp>
      <p:sp>
        <p:nvSpPr>
          <p:cNvPr id="23" name="Freeform 10"/>
          <p:cNvSpPr/>
          <p:nvPr/>
        </p:nvSpPr>
        <p:spPr bwMode="auto">
          <a:xfrm>
            <a:off x="3438173" y="2751139"/>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4" name="Text Box 11"/>
              <p:cNvSpPr txBox="1">
                <a:spLocks noChangeArrowheads="1"/>
              </p:cNvSpPr>
              <p:nvPr/>
            </p:nvSpPr>
            <p:spPr bwMode="auto">
              <a:xfrm>
                <a:off x="3143774" y="1763772"/>
                <a:ext cx="1168910" cy="1200329"/>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𝑌</m:t>
                      </m:r>
                      <m:r>
                        <a:rPr lang="en-AU" sz="2400" b="0" i="1" dirty="0" smtClean="0">
                          <a:latin typeface="Cambria Math" panose="02040503050406030204" pitchFamily="18" charset="0"/>
                        </a:rPr>
                        <m:t>/</m:t>
                      </m:r>
                      <m:r>
                        <a:rPr lang="en-AU" sz="2400" b="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0</m:t>
                      </m:r>
                      <m:r>
                        <a:rPr lang="en-AU" sz="2400" b="0" i="1" dirty="0" smtClean="0">
                          <a:latin typeface="Cambria Math" panose="02040503050406030204" pitchFamily="18" charset="0"/>
                        </a:rPr>
                        <m:t>/</m:t>
                      </m:r>
                      <m:r>
                        <a:rPr lang="en-AU" sz="2400" b="0" i="1" dirty="0" smtClean="0">
                          <a:latin typeface="Cambria Math" panose="02040503050406030204" pitchFamily="18" charset="0"/>
                        </a:rPr>
                        <m:t>0</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a:p>
                <a:endParaRPr lang="en-US" sz="2400" dirty="0">
                  <a:solidFill>
                    <a:srgbClr val="FF0000"/>
                  </a:solidFill>
                </a:endParaRPr>
              </a:p>
            </p:txBody>
          </p:sp>
        </mc:Choice>
        <mc:Fallback>
          <p:sp>
            <p:nvSpPr>
              <p:cNvPr id="24" name="Text Box 11"/>
              <p:cNvSpPr txBox="1">
                <a:spLocks noRot="1" noChangeAspect="1" noMove="1" noResize="1" noEditPoints="1" noAdjustHandles="1" noChangeArrowheads="1" noChangeShapeType="1" noTextEdit="1"/>
              </p:cNvSpPr>
              <p:nvPr/>
            </p:nvSpPr>
            <p:spPr bwMode="auto">
              <a:xfrm>
                <a:off x="3143774" y="1763772"/>
                <a:ext cx="1168910" cy="1200329"/>
              </a:xfrm>
              <a:prstGeom prst="rect">
                <a:avLst/>
              </a:prstGeom>
              <a:blipFill rotWithShape="1">
                <a:blip r:embed="rId3"/>
                <a:stretch>
                  <a:fillRect l="-45" t="-31" r="34" b="46"/>
                </a:stretch>
              </a:blipFill>
              <a:ln w="9525">
                <a:noFill/>
                <a:miter lim="800000"/>
              </a:ln>
            </p:spPr>
            <p:txBody>
              <a:bodyPr/>
              <a:lstStyle/>
              <a:p>
                <a:r>
                  <a:rPr lang="zh-CN" altLang="en-US">
                    <a:noFill/>
                  </a:rPr>
                  <a:t> </a:t>
                </a:r>
              </a:p>
            </p:txBody>
          </p:sp>
        </mc:Fallback>
      </mc:AlternateContent>
      <p:sp>
        <p:nvSpPr>
          <p:cNvPr id="26" name="Line 6"/>
          <p:cNvSpPr>
            <a:spLocks noChangeShapeType="1"/>
          </p:cNvSpPr>
          <p:nvPr/>
        </p:nvSpPr>
        <p:spPr bwMode="auto">
          <a:xfrm>
            <a:off x="3961189" y="3431993"/>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7" name="Text Box 7"/>
              <p:cNvSpPr txBox="1">
                <a:spLocks noChangeArrowheads="1"/>
              </p:cNvSpPr>
              <p:nvPr/>
            </p:nvSpPr>
            <p:spPr bwMode="auto">
              <a:xfrm>
                <a:off x="3902301" y="2942070"/>
                <a:ext cx="108606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1</m:t>
                      </m:r>
                      <m:r>
                        <a:rPr lang="en-US" sz="2400" i="1" dirty="0" smtClean="0">
                          <a:latin typeface="Cambria Math" panose="02040503050406030204" pitchFamily="18" charset="0"/>
                        </a:rPr>
                        <m:t>/</m:t>
                      </m:r>
                      <m:r>
                        <a:rPr lang="en-AU" sz="2400" b="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27" name="Text Box 7"/>
              <p:cNvSpPr txBox="1">
                <a:spLocks noRot="1" noChangeAspect="1" noMove="1" noResize="1" noEditPoints="1" noAdjustHandles="1" noChangeArrowheads="1" noChangeShapeType="1" noTextEdit="1"/>
              </p:cNvSpPr>
              <p:nvPr/>
            </p:nvSpPr>
            <p:spPr bwMode="auto">
              <a:xfrm>
                <a:off x="3902301" y="2942070"/>
                <a:ext cx="1086067" cy="461665"/>
              </a:xfrm>
              <a:prstGeom prst="rect">
                <a:avLst/>
              </a:prstGeom>
              <a:blipFill rotWithShape="1">
                <a:blip r:embed="rId4"/>
                <a:stretch>
                  <a:fillRect l="-21" t="-25" r="41" b="29"/>
                </a:stretch>
              </a:blipFill>
              <a:ln w="9525">
                <a:noFill/>
                <a:miter lim="800000"/>
              </a:ln>
            </p:spPr>
            <p:txBody>
              <a:bodyPr/>
              <a:lstStyle/>
              <a:p>
                <a:r>
                  <a:rPr lang="zh-CN" altLang="en-US">
                    <a:noFill/>
                  </a:rPr>
                  <a:t> </a:t>
                </a:r>
              </a:p>
            </p:txBody>
          </p:sp>
        </mc:Fallback>
      </mc:AlternateContent>
      <p:sp>
        <p:nvSpPr>
          <p:cNvPr id="28" name="Line 6"/>
          <p:cNvSpPr>
            <a:spLocks noChangeShapeType="1"/>
          </p:cNvSpPr>
          <p:nvPr/>
        </p:nvSpPr>
        <p:spPr bwMode="auto">
          <a:xfrm>
            <a:off x="5711154" y="3428207"/>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29" name="Text Box 7"/>
              <p:cNvSpPr txBox="1">
                <a:spLocks noChangeArrowheads="1"/>
              </p:cNvSpPr>
              <p:nvPr/>
            </p:nvSpPr>
            <p:spPr bwMode="auto">
              <a:xfrm>
                <a:off x="5652266" y="2938284"/>
                <a:ext cx="1115370"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2</m:t>
                      </m:r>
                      <m:r>
                        <a:rPr lang="en-US" sz="2400" i="1" dirty="0" smtClean="0">
                          <a:latin typeface="Cambria Math" panose="02040503050406030204" pitchFamily="18" charset="0"/>
                        </a:rPr>
                        <m:t> /</m:t>
                      </m:r>
                      <m:r>
                        <a:rPr lang="en-AU" sz="2400" b="0" i="1" dirty="0" smtClean="0">
                          <a:latin typeface="Cambria Math" panose="02040503050406030204" pitchFamily="18" charset="0"/>
                        </a:rPr>
                        <m:t>𝑍</m:t>
                      </m:r>
                      <m:r>
                        <a:rPr lang="en-US" sz="2400" i="1" dirty="0" smtClean="0">
                          <a:latin typeface="Cambria Math" panose="02040503050406030204" pitchFamily="18" charset="0"/>
                        </a:rPr>
                        <m:t>,</m:t>
                      </m:r>
                      <m:r>
                        <a:rPr lang="en-AU" sz="2400" b="0" i="1" dirty="0" smtClean="0">
                          <a:solidFill>
                            <a:srgbClr val="0070C0"/>
                          </a:solidFill>
                          <a:latin typeface="Cambria Math" panose="02040503050406030204" pitchFamily="18" charset="0"/>
                        </a:rPr>
                        <m:t>𝐿</m:t>
                      </m:r>
                    </m:oMath>
                  </m:oMathPara>
                </a14:m>
                <a:endParaRPr lang="en-US" sz="2400" dirty="0">
                  <a:solidFill>
                    <a:srgbClr val="FF0000"/>
                  </a:solidFill>
                </a:endParaRPr>
              </a:p>
            </p:txBody>
          </p:sp>
        </mc:Choice>
        <mc:Fallback>
          <p:sp>
            <p:nvSpPr>
              <p:cNvPr id="29" name="Text Box 7"/>
              <p:cNvSpPr txBox="1">
                <a:spLocks noRot="1" noChangeAspect="1" noMove="1" noResize="1" noEditPoints="1" noAdjustHandles="1" noChangeArrowheads="1" noChangeShapeType="1" noTextEdit="1"/>
              </p:cNvSpPr>
              <p:nvPr/>
            </p:nvSpPr>
            <p:spPr bwMode="auto">
              <a:xfrm>
                <a:off x="5652266" y="2938284"/>
                <a:ext cx="1115370" cy="461665"/>
              </a:xfrm>
              <a:prstGeom prst="rect">
                <a:avLst/>
              </a:prstGeom>
              <a:blipFill rotWithShape="1">
                <a:blip r:embed="rId5"/>
                <a:stretch>
                  <a:fillRect l="-12" t="-30" r="40" b="34"/>
                </a:stretch>
              </a:blipFill>
              <a:ln w="9525">
                <a:noFill/>
                <a:miter lim="800000"/>
              </a:ln>
            </p:spPr>
            <p:txBody>
              <a:bodyPr/>
              <a:lstStyle/>
              <a:p>
                <a:r>
                  <a:rPr lang="zh-CN" altLang="en-US">
                    <a:noFill/>
                  </a:rPr>
                  <a:t> </a:t>
                </a:r>
              </a:p>
            </p:txBody>
          </p:sp>
        </mc:Fallback>
      </mc:AlternateContent>
      <p:sp>
        <p:nvSpPr>
          <p:cNvPr id="30" name="Freeform 10"/>
          <p:cNvSpPr/>
          <p:nvPr/>
        </p:nvSpPr>
        <p:spPr bwMode="auto">
          <a:xfrm>
            <a:off x="5133058" y="2751139"/>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31" name="Text Box 11"/>
              <p:cNvSpPr txBox="1">
                <a:spLocks noChangeArrowheads="1"/>
              </p:cNvSpPr>
              <p:nvPr/>
            </p:nvSpPr>
            <p:spPr bwMode="auto">
              <a:xfrm>
                <a:off x="4730658" y="1758784"/>
                <a:ext cx="1162498" cy="1200329"/>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𝑍</m:t>
                      </m:r>
                      <m:r>
                        <a:rPr lang="en-AU" sz="2400" b="0" i="1" dirty="0" smtClean="0">
                          <a:latin typeface="Cambria Math" panose="02040503050406030204" pitchFamily="18" charset="0"/>
                        </a:rPr>
                        <m:t>/</m:t>
                      </m:r>
                      <m:r>
                        <a:rPr lang="en-AU" sz="2400" b="0" i="1" dirty="0" smtClean="0">
                          <a:latin typeface="Cambria Math" panose="02040503050406030204" pitchFamily="18" charset="0"/>
                        </a:rPr>
                        <m:t>𝑍</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1</m:t>
                      </m:r>
                      <m:r>
                        <a:rPr lang="en-AU" sz="2400" b="0" i="1" dirty="0" smtClean="0">
                          <a:latin typeface="Cambria Math" panose="02040503050406030204" pitchFamily="18" charset="0"/>
                        </a:rPr>
                        <m:t>/</m:t>
                      </m:r>
                      <m:r>
                        <a:rPr lang="en-AU" sz="2400" b="0" i="1" dirty="0" smtClean="0">
                          <a:latin typeface="Cambria Math" panose="02040503050406030204" pitchFamily="18" charset="0"/>
                        </a:rPr>
                        <m:t>1</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a:p>
                <a:endParaRPr lang="en-US" sz="2400" dirty="0">
                  <a:solidFill>
                    <a:srgbClr val="FF0000"/>
                  </a:solidFill>
                </a:endParaRPr>
              </a:p>
            </p:txBody>
          </p:sp>
        </mc:Choice>
        <mc:Fallback>
          <p:sp>
            <p:nvSpPr>
              <p:cNvPr id="31" name="Text Box 11"/>
              <p:cNvSpPr txBox="1">
                <a:spLocks noRot="1" noChangeAspect="1" noMove="1" noResize="1" noEditPoints="1" noAdjustHandles="1" noChangeArrowheads="1" noChangeShapeType="1" noTextEdit="1"/>
              </p:cNvSpPr>
              <p:nvPr/>
            </p:nvSpPr>
            <p:spPr bwMode="auto">
              <a:xfrm>
                <a:off x="4730658" y="1758784"/>
                <a:ext cx="1162498" cy="1200329"/>
              </a:xfrm>
              <a:prstGeom prst="rect">
                <a:avLst/>
              </a:prstGeom>
              <a:blipFill rotWithShape="1">
                <a:blip r:embed="rId6"/>
                <a:stretch>
                  <a:fillRect l="-47" t="-39" r="31" b="1"/>
                </a:stretch>
              </a:blipFill>
              <a:ln w="9525">
                <a:noFill/>
                <a:miter lim="800000"/>
              </a:ln>
            </p:spPr>
            <p:txBody>
              <a:bodyPr/>
              <a:lstStyle/>
              <a:p>
                <a:r>
                  <a:rPr lang="zh-CN" altLang="en-US">
                    <a:noFill/>
                  </a:rPr>
                  <a:t> </a:t>
                </a:r>
              </a:p>
            </p:txBody>
          </p:sp>
        </mc:Fallback>
      </mc:AlternateContent>
      <p:sp>
        <p:nvSpPr>
          <p:cNvPr id="32" name="Freeform 10"/>
          <p:cNvSpPr/>
          <p:nvPr/>
        </p:nvSpPr>
        <p:spPr bwMode="auto">
          <a:xfrm>
            <a:off x="7035068" y="2818607"/>
            <a:ext cx="304800" cy="3810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33" name="Text Box 11"/>
              <p:cNvSpPr txBox="1">
                <a:spLocks noChangeArrowheads="1"/>
              </p:cNvSpPr>
              <p:nvPr/>
            </p:nvSpPr>
            <p:spPr bwMode="auto">
              <a:xfrm>
                <a:off x="7288449" y="1977977"/>
                <a:ext cx="1161152" cy="2308324"/>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𝑍</m:t>
                      </m:r>
                      <m:r>
                        <a:rPr lang="en-AU" sz="2400" b="0" i="1" dirty="0" smtClean="0">
                          <a:latin typeface="Cambria Math" panose="02040503050406030204" pitchFamily="18" charset="0"/>
                        </a:rPr>
                        <m:t>/</m:t>
                      </m:r>
                      <m:r>
                        <a:rPr lang="en-AU" sz="2400" b="0" i="1" dirty="0" smtClean="0">
                          <a:latin typeface="Cambria Math" panose="02040503050406030204" pitchFamily="18" charset="0"/>
                        </a:rPr>
                        <m:t>𝑍</m:t>
                      </m:r>
                      <m:r>
                        <a:rPr lang="en-US" sz="2400" i="1" dirty="0" smtClean="0">
                          <a:latin typeface="Cambria Math" panose="02040503050406030204" pitchFamily="18" charset="0"/>
                        </a:rPr>
                        <m:t>,</m:t>
                      </m:r>
                      <m:r>
                        <a:rPr lang="en-AU" sz="2400" b="0" i="1" dirty="0" smtClean="0">
                          <a:solidFill>
                            <a:srgbClr val="0070C0"/>
                          </a:solidFill>
                          <a:latin typeface="Cambria Math" panose="02040503050406030204" pitchFamily="18" charset="0"/>
                        </a:rPr>
                        <m:t>𝐿</m:t>
                      </m:r>
                    </m:oMath>
                  </m:oMathPara>
                </a14:m>
                <a:endParaRPr lang="en-US" sz="2400" dirty="0">
                  <a:solidFill>
                    <a:srgbClr val="FF0000"/>
                  </a:solidFill>
                </a:endParaRPr>
              </a:p>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1</m:t>
                      </m:r>
                      <m:r>
                        <a:rPr lang="en-AU" sz="2400" b="0" i="1" dirty="0" smtClean="0">
                          <a:latin typeface="Cambria Math" panose="02040503050406030204" pitchFamily="18" charset="0"/>
                        </a:rPr>
                        <m:t>/</m:t>
                      </m:r>
                      <m:r>
                        <a:rPr lang="en-AU" sz="2400" b="0" i="1" dirty="0" smtClean="0">
                          <a:latin typeface="Cambria Math" panose="02040503050406030204" pitchFamily="18" charset="0"/>
                        </a:rPr>
                        <m:t>1</m:t>
                      </m:r>
                      <m:r>
                        <a:rPr lang="en-US" sz="2400" i="1" dirty="0" smtClean="0">
                          <a:latin typeface="Cambria Math" panose="02040503050406030204" pitchFamily="18" charset="0"/>
                        </a:rPr>
                        <m:t>,</m:t>
                      </m:r>
                      <m:r>
                        <a:rPr lang="en-AU" sz="2400" b="0" i="1" dirty="0" smtClean="0">
                          <a:solidFill>
                            <a:srgbClr val="0070C0"/>
                          </a:solidFill>
                          <a:latin typeface="Cambria Math" panose="02040503050406030204" pitchFamily="18" charset="0"/>
                        </a:rPr>
                        <m:t>𝐿</m:t>
                      </m:r>
                    </m:oMath>
                  </m:oMathPara>
                </a14:m>
                <a:endParaRPr lang="en-US" sz="2400" dirty="0">
                  <a:solidFill>
                    <a:srgbClr val="FF0000"/>
                  </a:solidFill>
                </a:endParaRPr>
              </a:p>
              <a:p>
                <a14:m>
                  <m:oMathPara xmlns:m="http://schemas.openxmlformats.org/officeDocument/2006/math">
                    <m:oMathParaPr>
                      <m:jc m:val="centerGroup"/>
                    </m:oMathParaPr>
                    <m:oMath xmlns:m="http://schemas.openxmlformats.org/officeDocument/2006/math">
                      <m:r>
                        <m:rPr>
                          <m:sty m:val="p"/>
                        </m:rPr>
                        <a:rPr lang="en-AU" sz="2400" i="1" dirty="0">
                          <a:latin typeface="Cambria Math" panose="02040503050406030204" pitchFamily="18" charset="0"/>
                        </a:rPr>
                        <m:t>Y</m:t>
                      </m:r>
                      <m:r>
                        <a:rPr lang="en-AU" sz="2400" b="0" i="1" dirty="0" smtClean="0">
                          <a:latin typeface="Cambria Math" panose="02040503050406030204" pitchFamily="18" charset="0"/>
                        </a:rPr>
                        <m:t>/</m:t>
                      </m:r>
                      <m:r>
                        <a:rPr lang="en-AU" sz="2400" b="0" i="1" dirty="0" smtClean="0">
                          <a:latin typeface="Cambria Math" panose="02040503050406030204" pitchFamily="18" charset="0"/>
                        </a:rPr>
                        <m:t>𝑌</m:t>
                      </m:r>
                      <m:r>
                        <a:rPr lang="en-US" sz="2400" i="1" dirty="0" smtClean="0">
                          <a:latin typeface="Cambria Math" panose="02040503050406030204" pitchFamily="18" charset="0"/>
                        </a:rPr>
                        <m:t>,</m:t>
                      </m:r>
                      <m:r>
                        <a:rPr lang="en-AU" sz="2400" b="0" i="1" dirty="0" smtClean="0">
                          <a:solidFill>
                            <a:srgbClr val="0070C0"/>
                          </a:solidFill>
                          <a:latin typeface="Cambria Math" panose="02040503050406030204" pitchFamily="18" charset="0"/>
                        </a:rPr>
                        <m:t>𝐿</m:t>
                      </m:r>
                    </m:oMath>
                  </m:oMathPara>
                </a14:m>
                <a:endParaRPr lang="en-US" sz="2400" dirty="0">
                  <a:solidFill>
                    <a:srgbClr val="FF0000"/>
                  </a:solidFill>
                </a:endParaRPr>
              </a:p>
              <a:p>
                <a14:m>
                  <m:oMathPara xmlns:m="http://schemas.openxmlformats.org/officeDocument/2006/math">
                    <m:oMathParaPr>
                      <m:jc m:val="centerGroup"/>
                    </m:oMathParaPr>
                    <m:oMath xmlns:m="http://schemas.openxmlformats.org/officeDocument/2006/math">
                      <m:r>
                        <a:rPr lang="en-AU" sz="2400" i="1" dirty="0">
                          <a:latin typeface="Cambria Math" panose="02040503050406030204" pitchFamily="18" charset="0"/>
                        </a:rPr>
                        <m:t>0</m:t>
                      </m:r>
                      <m:r>
                        <a:rPr lang="en-AU" sz="2400" b="0" i="1" dirty="0" smtClean="0">
                          <a:latin typeface="Cambria Math" panose="02040503050406030204" pitchFamily="18" charset="0"/>
                        </a:rPr>
                        <m:t>/</m:t>
                      </m:r>
                      <m:r>
                        <a:rPr lang="en-AU" sz="2400" b="0" i="1" dirty="0" smtClean="0">
                          <a:latin typeface="Cambria Math" panose="02040503050406030204" pitchFamily="18" charset="0"/>
                        </a:rPr>
                        <m:t>0</m:t>
                      </m:r>
                      <m:r>
                        <a:rPr lang="en-US" sz="2400" i="1" dirty="0" smtClean="0">
                          <a:latin typeface="Cambria Math" panose="02040503050406030204" pitchFamily="18" charset="0"/>
                        </a:rPr>
                        <m:t>,</m:t>
                      </m:r>
                      <m:r>
                        <a:rPr lang="en-AU" sz="2400" b="0" i="1" dirty="0" smtClean="0">
                          <a:solidFill>
                            <a:srgbClr val="0070C0"/>
                          </a:solidFill>
                          <a:latin typeface="Cambria Math" panose="02040503050406030204" pitchFamily="18" charset="0"/>
                        </a:rPr>
                        <m:t>𝐿</m:t>
                      </m:r>
                    </m:oMath>
                  </m:oMathPara>
                </a14:m>
                <a:endParaRPr lang="en-US" sz="2400" dirty="0">
                  <a:solidFill>
                    <a:srgbClr val="FF0000"/>
                  </a:solidFill>
                </a:endParaRPr>
              </a:p>
              <a:p>
                <a:endParaRPr lang="en-US" sz="2400" dirty="0">
                  <a:solidFill>
                    <a:srgbClr val="FF0000"/>
                  </a:solidFill>
                </a:endParaRPr>
              </a:p>
              <a:p>
                <a:endParaRPr lang="en-US" sz="2400" dirty="0">
                  <a:solidFill>
                    <a:srgbClr val="FF0000"/>
                  </a:solidFill>
                </a:endParaRPr>
              </a:p>
            </p:txBody>
          </p:sp>
        </mc:Choice>
        <mc:Fallback>
          <p:sp>
            <p:nvSpPr>
              <p:cNvPr id="33" name="Text Box 11"/>
              <p:cNvSpPr txBox="1">
                <a:spLocks noRot="1" noChangeAspect="1" noMove="1" noResize="1" noEditPoints="1" noAdjustHandles="1" noChangeArrowheads="1" noChangeShapeType="1" noTextEdit="1"/>
              </p:cNvSpPr>
              <p:nvPr/>
            </p:nvSpPr>
            <p:spPr bwMode="auto">
              <a:xfrm>
                <a:off x="7288449" y="1977977"/>
                <a:ext cx="1161152" cy="2308324"/>
              </a:xfrm>
              <a:prstGeom prst="rect">
                <a:avLst/>
              </a:prstGeom>
              <a:blipFill rotWithShape="1">
                <a:blip r:embed="rId7"/>
                <a:stretch>
                  <a:fillRect l="-48" t="-25" r="25" b="2"/>
                </a:stretch>
              </a:blipFill>
              <a:ln w="9525">
                <a:noFill/>
                <a:miter lim="800000"/>
              </a:ln>
            </p:spPr>
            <p:txBody>
              <a:bodyPr/>
              <a:lstStyle/>
              <a:p>
                <a:r>
                  <a:rPr lang="zh-CN" altLang="en-US">
                    <a:noFill/>
                  </a:rPr>
                  <a:t> </a:t>
                </a:r>
              </a:p>
            </p:txBody>
          </p:sp>
        </mc:Fallback>
      </mc:AlternateContent>
      <p:sp>
        <p:nvSpPr>
          <p:cNvPr id="34" name="Freeform 10"/>
          <p:cNvSpPr/>
          <p:nvPr/>
        </p:nvSpPr>
        <p:spPr bwMode="auto">
          <a:xfrm flipH="1" flipV="1">
            <a:off x="2193292" y="3611381"/>
            <a:ext cx="4841776" cy="515999"/>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36" name="TextBox 35"/>
              <p:cNvSpPr txBox="1"/>
              <p:nvPr/>
            </p:nvSpPr>
            <p:spPr>
              <a:xfrm>
                <a:off x="4095543" y="3703815"/>
                <a:ext cx="1474167" cy="46166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AU" sz="2400" i="1" dirty="0">
                          <a:latin typeface="Cambria Math" panose="02040503050406030204" pitchFamily="18" charset="0"/>
                        </a:rPr>
                        <m:t>𝑋</m:t>
                      </m:r>
                      <m:r>
                        <a:rPr lang="en-AU" sz="2400" i="1" dirty="0">
                          <a:latin typeface="Cambria Math" panose="02040503050406030204" pitchFamily="18" charset="0"/>
                        </a:rPr>
                        <m:t> /</m:t>
                      </m:r>
                      <m:r>
                        <a:rPr lang="en-AU" sz="2400" b="0" i="1" dirty="0" smtClean="0">
                          <a:latin typeface="Cambria Math" panose="02040503050406030204" pitchFamily="18" charset="0"/>
                        </a:rPr>
                        <m:t>𝑋</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6" name="TextBox 35"/>
              <p:cNvSpPr txBox="1">
                <a:spLocks noRot="1" noChangeAspect="1" noMove="1" noResize="1" noEditPoints="1" noAdjustHandles="1" noChangeArrowheads="1" noChangeShapeType="1" noTextEdit="1"/>
              </p:cNvSpPr>
              <p:nvPr/>
            </p:nvSpPr>
            <p:spPr>
              <a:xfrm>
                <a:off x="4095543" y="3703815"/>
                <a:ext cx="1474167" cy="461665"/>
              </a:xfrm>
              <a:prstGeom prst="rect">
                <a:avLst/>
              </a:prstGeom>
              <a:blipFill rotWithShape="1">
                <a:blip r:embed="rId8"/>
                <a:stretch>
                  <a:fillRect l="-29" t="-107" r="8" b="112"/>
                </a:stretch>
              </a:blipFill>
            </p:spPr>
            <p:txBody>
              <a:bodyPr/>
              <a:lstStyle/>
              <a:p>
                <a:r>
                  <a:rPr lang="zh-CN" altLang="en-US">
                    <a:noFill/>
                  </a:rPr>
                  <a:t> </a:t>
                </a:r>
              </a:p>
            </p:txBody>
          </p:sp>
        </mc:Fallback>
      </mc:AlternateContent>
      <p:sp>
        <p:nvSpPr>
          <p:cNvPr id="37" name="Line 6"/>
          <p:cNvSpPr>
            <a:spLocks noChangeShapeType="1"/>
          </p:cNvSpPr>
          <p:nvPr/>
        </p:nvSpPr>
        <p:spPr bwMode="auto">
          <a:xfrm>
            <a:off x="2364348" y="5127953"/>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38" name="Text Box 7"/>
              <p:cNvSpPr txBox="1">
                <a:spLocks noChangeArrowheads="1"/>
              </p:cNvSpPr>
              <p:nvPr/>
            </p:nvSpPr>
            <p:spPr bwMode="auto">
              <a:xfrm>
                <a:off x="2305460" y="4638030"/>
                <a:ext cx="1103187"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𝑍</m:t>
                      </m:r>
                      <m:r>
                        <a:rPr lang="en-US" sz="2400" i="1" dirty="0" smtClean="0">
                          <a:latin typeface="Cambria Math" panose="02040503050406030204" pitchFamily="18" charset="0"/>
                        </a:rPr>
                        <m:t>/</m:t>
                      </m:r>
                      <m:r>
                        <a:rPr lang="en-AU" sz="2400" b="0" i="1" dirty="0" smtClean="0">
                          <a:latin typeface="Cambria Math" panose="02040503050406030204" pitchFamily="18" charset="0"/>
                        </a:rPr>
                        <m:t>𝑍</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38" name="Text Box 7"/>
              <p:cNvSpPr txBox="1">
                <a:spLocks noRot="1" noChangeAspect="1" noMove="1" noResize="1" noEditPoints="1" noAdjustHandles="1" noChangeArrowheads="1" noChangeShapeType="1" noTextEdit="1"/>
              </p:cNvSpPr>
              <p:nvPr/>
            </p:nvSpPr>
            <p:spPr bwMode="auto">
              <a:xfrm>
                <a:off x="2305460" y="4638030"/>
                <a:ext cx="1103187" cy="461665"/>
              </a:xfrm>
              <a:prstGeom prst="rect">
                <a:avLst/>
              </a:prstGeom>
              <a:blipFill rotWithShape="1">
                <a:blip r:embed="rId9"/>
                <a:stretch>
                  <a:fillRect l="-37" t="-135" r="55" b="2"/>
                </a:stretch>
              </a:blipFill>
              <a:ln w="9525">
                <a:noFill/>
                <a:miter lim="800000"/>
              </a:ln>
            </p:spPr>
            <p:txBody>
              <a:bodyPr/>
              <a:lstStyle/>
              <a:p>
                <a:r>
                  <a:rPr lang="zh-CN" altLang="en-US">
                    <a:noFill/>
                  </a:rPr>
                  <a:t> </a:t>
                </a:r>
              </a:p>
            </p:txBody>
          </p:sp>
        </mc:Fallback>
      </mc:AlternateContent>
      <p:sp>
        <p:nvSpPr>
          <p:cNvPr id="39" name="Line 8"/>
          <p:cNvSpPr>
            <a:spLocks noChangeShapeType="1"/>
          </p:cNvSpPr>
          <p:nvPr/>
        </p:nvSpPr>
        <p:spPr bwMode="auto">
          <a:xfrm flipH="1">
            <a:off x="2038350" y="3703815"/>
            <a:ext cx="8952" cy="1149828"/>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40" name="Text Box 7"/>
              <p:cNvSpPr txBox="1">
                <a:spLocks noChangeArrowheads="1"/>
              </p:cNvSpPr>
              <p:nvPr/>
            </p:nvSpPr>
            <p:spPr bwMode="auto">
              <a:xfrm>
                <a:off x="886754" y="4041843"/>
                <a:ext cx="117692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𝑌</m:t>
                      </m:r>
                      <m:r>
                        <a:rPr lang="en-US" sz="2400" i="1" dirty="0" smtClean="0">
                          <a:latin typeface="Cambria Math" panose="02040503050406030204" pitchFamily="18" charset="0"/>
                        </a:rPr>
                        <m:t>/ </m:t>
                      </m:r>
                      <m:r>
                        <a:rPr lang="en-AU" sz="2400" b="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40" name="Text Box 7"/>
              <p:cNvSpPr txBox="1">
                <a:spLocks noRot="1" noChangeAspect="1" noMove="1" noResize="1" noEditPoints="1" noAdjustHandles="1" noChangeArrowheads="1" noChangeShapeType="1" noTextEdit="1"/>
              </p:cNvSpPr>
              <p:nvPr/>
            </p:nvSpPr>
            <p:spPr bwMode="auto">
              <a:xfrm>
                <a:off x="886754" y="4041843"/>
                <a:ext cx="1176924" cy="461665"/>
              </a:xfrm>
              <a:prstGeom prst="rect">
                <a:avLst/>
              </a:prstGeom>
              <a:blipFill rotWithShape="1">
                <a:blip r:embed="rId10"/>
                <a:stretch>
                  <a:fillRect l="-25" t="-15" r="48" b="19"/>
                </a:stretch>
              </a:blipFill>
              <a:ln w="9525">
                <a:noFill/>
                <a:miter lim="800000"/>
              </a:ln>
            </p:spPr>
            <p:txBody>
              <a:bodyPr/>
              <a:lstStyle/>
              <a:p>
                <a:r>
                  <a:rPr lang="zh-CN" altLang="en-US">
                    <a:noFill/>
                  </a:rPr>
                  <a:t> </a:t>
                </a:r>
              </a:p>
            </p:txBody>
          </p:sp>
        </mc:Fallback>
      </mc:AlternateContent>
      <p:sp>
        <p:nvSpPr>
          <p:cNvPr id="41" name="Line 6"/>
          <p:cNvSpPr>
            <a:spLocks noChangeShapeType="1"/>
          </p:cNvSpPr>
          <p:nvPr/>
        </p:nvSpPr>
        <p:spPr bwMode="auto">
          <a:xfrm>
            <a:off x="3985642" y="5158443"/>
            <a:ext cx="1143000" cy="0"/>
          </a:xfrm>
          <a:prstGeom prst="line">
            <a:avLst/>
          </a:prstGeom>
          <a:noFill/>
          <a:ln w="9525">
            <a:solidFill>
              <a:schemeClr val="tx1"/>
            </a:solidFill>
            <a:round/>
            <a:tailEnd type="triangle"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42" name="Text Box 7"/>
              <p:cNvSpPr txBox="1">
                <a:spLocks noChangeArrowheads="1"/>
              </p:cNvSpPr>
              <p:nvPr/>
            </p:nvSpPr>
            <p:spPr bwMode="auto">
              <a:xfrm>
                <a:off x="3926754" y="4668520"/>
                <a:ext cx="1143198"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𝐵</m:t>
                      </m:r>
                      <m:r>
                        <a:rPr lang="en-US" sz="2400" i="1" dirty="0" smtClean="0">
                          <a:latin typeface="Cambria Math" panose="02040503050406030204" pitchFamily="18" charset="0"/>
                        </a:rPr>
                        <m:t>/</m:t>
                      </m:r>
                      <m:r>
                        <a:rPr lang="en-AU" sz="2400" b="0" i="1" dirty="0" smtClean="0">
                          <a:latin typeface="Cambria Math" panose="02040503050406030204" pitchFamily="18" charset="0"/>
                        </a:rPr>
                        <m:t>𝐵</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42" name="Text Box 7"/>
              <p:cNvSpPr txBox="1">
                <a:spLocks noRot="1" noChangeAspect="1" noMove="1" noResize="1" noEditPoints="1" noAdjustHandles="1" noChangeArrowheads="1" noChangeShapeType="1" noTextEdit="1"/>
              </p:cNvSpPr>
              <p:nvPr/>
            </p:nvSpPr>
            <p:spPr bwMode="auto">
              <a:xfrm>
                <a:off x="3926754" y="4668520"/>
                <a:ext cx="1143198" cy="461665"/>
              </a:xfrm>
              <a:prstGeom prst="rect">
                <a:avLst/>
              </a:prstGeom>
              <a:blipFill rotWithShape="1">
                <a:blip r:embed="rId11"/>
                <a:stretch>
                  <a:fillRect l="-48" r="10" b="4"/>
                </a:stretch>
              </a:blipFill>
              <a:ln w="9525">
                <a:noFill/>
                <a:miter lim="800000"/>
              </a:ln>
            </p:spPr>
            <p:txBody>
              <a:bodyPr/>
              <a:lstStyle/>
              <a:p>
                <a:r>
                  <a:rPr lang="zh-CN" altLang="en-US">
                    <a:noFill/>
                  </a:rPr>
                  <a:t> </a:t>
                </a:r>
              </a:p>
            </p:txBody>
          </p:sp>
        </mc:Fallback>
      </mc:AlternateContent>
      <p:sp>
        <p:nvSpPr>
          <p:cNvPr id="43" name="Freeform 10"/>
          <p:cNvSpPr/>
          <p:nvPr/>
        </p:nvSpPr>
        <p:spPr bwMode="auto">
          <a:xfrm flipV="1">
            <a:off x="1885950" y="5369926"/>
            <a:ext cx="304800" cy="3429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44" name="Text Box 7"/>
              <p:cNvSpPr txBox="1">
                <a:spLocks noChangeArrowheads="1"/>
              </p:cNvSpPr>
              <p:nvPr/>
            </p:nvSpPr>
            <p:spPr bwMode="auto">
              <a:xfrm>
                <a:off x="893104" y="5430521"/>
                <a:ext cx="1176924"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𝑌</m:t>
                      </m:r>
                      <m:r>
                        <a:rPr lang="en-US" sz="2400" i="1" dirty="0" smtClean="0">
                          <a:latin typeface="Cambria Math" panose="02040503050406030204" pitchFamily="18" charset="0"/>
                        </a:rPr>
                        <m:t>/ </m:t>
                      </m:r>
                      <m:r>
                        <a:rPr lang="en-AU" sz="2400" b="0" i="1" dirty="0" smtClean="0">
                          <a:latin typeface="Cambria Math" panose="02040503050406030204" pitchFamily="18" charset="0"/>
                        </a:rPr>
                        <m:t>𝑌</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44" name="Text Box 7"/>
              <p:cNvSpPr txBox="1">
                <a:spLocks noRot="1" noChangeAspect="1" noMove="1" noResize="1" noEditPoints="1" noAdjustHandles="1" noChangeArrowheads="1" noChangeShapeType="1" noTextEdit="1"/>
              </p:cNvSpPr>
              <p:nvPr/>
            </p:nvSpPr>
            <p:spPr bwMode="auto">
              <a:xfrm>
                <a:off x="893104" y="5430521"/>
                <a:ext cx="1176924" cy="461665"/>
              </a:xfrm>
              <a:prstGeom prst="rect">
                <a:avLst/>
              </a:prstGeom>
              <a:blipFill rotWithShape="1">
                <a:blip r:embed="rId10"/>
                <a:stretch>
                  <a:fillRect l="-25" r="48" b="5"/>
                </a:stretch>
              </a:blipFill>
              <a:ln w="9525">
                <a:noFill/>
                <a:miter lim="800000"/>
              </a:ln>
            </p:spPr>
            <p:txBody>
              <a:bodyPr/>
              <a:lstStyle/>
              <a:p>
                <a:r>
                  <a:rPr lang="zh-CN" altLang="en-US">
                    <a:noFill/>
                  </a:rPr>
                  <a:t> </a:t>
                </a:r>
              </a:p>
            </p:txBody>
          </p:sp>
        </mc:Fallback>
      </mc:AlternateContent>
      <p:sp>
        <p:nvSpPr>
          <p:cNvPr id="45" name="Freeform 10"/>
          <p:cNvSpPr/>
          <p:nvPr/>
        </p:nvSpPr>
        <p:spPr bwMode="auto">
          <a:xfrm flipV="1">
            <a:off x="3473378" y="5396458"/>
            <a:ext cx="304800" cy="342900"/>
          </a:xfrm>
          <a:custGeom>
            <a:avLst/>
            <a:gdLst>
              <a:gd name="T0" fmla="*/ 0 w 192"/>
              <a:gd name="T1" fmla="*/ 2147483647 h 240"/>
              <a:gd name="T2" fmla="*/ 2147483647 w 192"/>
              <a:gd name="T3" fmla="*/ 0 h 240"/>
              <a:gd name="T4" fmla="*/ 2147483647 w 192"/>
              <a:gd name="T5" fmla="*/ 2147483647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240"/>
                </a:moveTo>
                <a:cubicBezTo>
                  <a:pt x="32" y="120"/>
                  <a:pt x="64" y="0"/>
                  <a:pt x="96" y="0"/>
                </a:cubicBezTo>
                <a:cubicBezTo>
                  <a:pt x="128" y="0"/>
                  <a:pt x="160" y="120"/>
                  <a:pt x="192" y="240"/>
                </a:cubicBezTo>
              </a:path>
            </a:pathLst>
          </a:custGeom>
          <a:noFill/>
          <a:ln w="9525">
            <a:solidFill>
              <a:schemeClr val="tx1"/>
            </a:solidFill>
            <a:round/>
            <a:tailEnd type="arrow" w="med" len="med"/>
          </a:ln>
        </p:spPr>
        <p:txBody>
          <a:bodyPr wrap="none" anchor="ctr"/>
          <a:lstStyle/>
          <a:p>
            <a:endParaRPr lang="en-US"/>
          </a:p>
        </p:txBody>
      </p:sp>
      <mc:AlternateContent xmlns:mc="http://schemas.openxmlformats.org/markup-compatibility/2006">
        <mc:Choice xmlns:a14="http://schemas.microsoft.com/office/drawing/2010/main" Requires="a14">
          <p:sp>
            <p:nvSpPr>
              <p:cNvPr id="46" name="Text Box 7"/>
              <p:cNvSpPr txBox="1">
                <a:spLocks noChangeArrowheads="1"/>
              </p:cNvSpPr>
              <p:nvPr/>
            </p:nvSpPr>
            <p:spPr bwMode="auto">
              <a:xfrm>
                <a:off x="3569319" y="5557417"/>
                <a:ext cx="1170512" cy="461665"/>
              </a:xfrm>
              <a:prstGeom prst="rect">
                <a:avLst/>
              </a:prstGeom>
              <a:noFill/>
              <a:ln w="9525">
                <a:noFill/>
                <a:miter lim="800000"/>
              </a:ln>
            </p:spPr>
            <p:txBody>
              <a:bodyPr wrap="none">
                <a:spAutoFit/>
              </a:bodyPr>
              <a:lstStyle/>
              <a:p>
                <a14:m>
                  <m:oMathPara xmlns:m="http://schemas.openxmlformats.org/officeDocument/2006/math">
                    <m:oMathParaPr>
                      <m:jc m:val="centerGroup"/>
                    </m:oMathParaPr>
                    <m:oMath xmlns:m="http://schemas.openxmlformats.org/officeDocument/2006/math">
                      <m:r>
                        <a:rPr lang="en-AU" sz="2400" b="0" i="1" dirty="0" smtClean="0">
                          <a:latin typeface="Cambria Math" panose="02040503050406030204" pitchFamily="18" charset="0"/>
                        </a:rPr>
                        <m:t>𝑍</m:t>
                      </m:r>
                      <m:r>
                        <a:rPr lang="en-US" sz="2400" i="1" dirty="0" smtClean="0">
                          <a:latin typeface="Cambria Math" panose="02040503050406030204" pitchFamily="18" charset="0"/>
                        </a:rPr>
                        <m:t>/ </m:t>
                      </m:r>
                      <m:r>
                        <a:rPr lang="en-AU" sz="2400" b="0" i="1" dirty="0" smtClean="0">
                          <a:latin typeface="Cambria Math" panose="02040503050406030204" pitchFamily="18" charset="0"/>
                        </a:rPr>
                        <m:t>𝑍</m:t>
                      </m:r>
                      <m:r>
                        <a:rPr lang="en-US" sz="2400" i="1" dirty="0" smtClean="0">
                          <a:latin typeface="Cambria Math" panose="02040503050406030204" pitchFamily="18" charset="0"/>
                        </a:rPr>
                        <m:t>,</m:t>
                      </m:r>
                      <m:r>
                        <a:rPr lang="en-US" sz="2400" i="1" dirty="0">
                          <a:solidFill>
                            <a:srgbClr val="FF0000"/>
                          </a:solidFill>
                          <a:latin typeface="Cambria Math" panose="02040503050406030204" pitchFamily="18" charset="0"/>
                        </a:rPr>
                        <m:t>𝑅</m:t>
                      </m:r>
                    </m:oMath>
                  </m:oMathPara>
                </a14:m>
                <a:endParaRPr lang="en-US" sz="2400" dirty="0">
                  <a:solidFill>
                    <a:srgbClr val="FF0000"/>
                  </a:solidFill>
                </a:endParaRPr>
              </a:p>
            </p:txBody>
          </p:sp>
        </mc:Choice>
        <mc:Fallback>
          <p:sp>
            <p:nvSpPr>
              <p:cNvPr id="46" name="Text Box 7"/>
              <p:cNvSpPr txBox="1">
                <a:spLocks noRot="1" noChangeAspect="1" noMove="1" noResize="1" noEditPoints="1" noAdjustHandles="1" noChangeArrowheads="1" noChangeShapeType="1" noTextEdit="1"/>
              </p:cNvSpPr>
              <p:nvPr/>
            </p:nvSpPr>
            <p:spPr bwMode="auto">
              <a:xfrm>
                <a:off x="3569319" y="5557417"/>
                <a:ext cx="1170512" cy="461665"/>
              </a:xfrm>
              <a:prstGeom prst="rect">
                <a:avLst/>
              </a:prstGeom>
              <a:blipFill rotWithShape="1">
                <a:blip r:embed="rId12"/>
                <a:stretch>
                  <a:fillRect l="-53" t="-115" r="16" b="120"/>
                </a:stretch>
              </a:blipFill>
              <a:ln w="9525">
                <a:noFill/>
                <a:miter lim="800000"/>
              </a:ln>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solidFill>
                  <a:schemeClr val="bg1">
                    <a:lumMod val="65000"/>
                  </a:schemeClr>
                </a:solidFill>
              </a:rPr>
              <a:t>图灵机简介、形式化定义</a:t>
            </a:r>
            <a:endParaRPr lang="en-AU" altLang="zh-CN" dirty="0">
              <a:solidFill>
                <a:schemeClr val="bg1">
                  <a:lumMod val="65000"/>
                </a:schemeClr>
              </a:solidFill>
            </a:endParaRPr>
          </a:p>
          <a:p>
            <a:r>
              <a:rPr lang="zh-CN" altLang="en-US" dirty="0"/>
              <a:t>图灵机的表示能力：语言、停机与整数运算</a:t>
            </a:r>
            <a:endParaRPr lang="en-AU" altLang="zh-CN" dirty="0"/>
          </a:p>
          <a:p>
            <a:r>
              <a:rPr lang="zh-CN" altLang="en-US" dirty="0">
                <a:solidFill>
                  <a:schemeClr val="bg1">
                    <a:lumMod val="65000"/>
                  </a:schemeClr>
                </a:solidFill>
              </a:rPr>
              <a:t>扩展图灵机</a:t>
            </a:r>
            <a:endParaRPr lang="en-AU" altLang="zh-CN" dirty="0">
              <a:solidFill>
                <a:schemeClr val="bg1">
                  <a:lumMod val="65000"/>
                </a:schemeClr>
              </a:solidFill>
            </a:endParaRPr>
          </a:p>
          <a:p>
            <a:r>
              <a:rPr lang="zh-CN" altLang="en-US" dirty="0">
                <a:solidFill>
                  <a:schemeClr val="bg1">
                    <a:lumMod val="65000"/>
                  </a:schemeClr>
                </a:solidFill>
              </a:rPr>
              <a:t>受限图灵机</a:t>
            </a:r>
            <a:endParaRPr lang="en-AU" dirty="0">
              <a:solidFill>
                <a:schemeClr val="bg1">
                  <a:lumMod val="6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图灵机的语言</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36550" y="1104900"/>
                <a:ext cx="8229600" cy="4525963"/>
              </a:xfrm>
            </p:spPr>
            <p:txBody>
              <a:bodyPr>
                <a:normAutofit fontScale="92500" lnSpcReduction="10000"/>
              </a:bodyPr>
              <a:lstStyle/>
              <a:p>
                <a:r>
                  <a:rPr lang="zh-CN" altLang="en-US" dirty="0"/>
                  <a:t>定义</a:t>
                </a:r>
                <a:r>
                  <a:rPr lang="en-AU" altLang="zh-CN" dirty="0"/>
                  <a:t>:</a:t>
                </a:r>
                <a:r>
                  <a:rPr lang="zh-CN" altLang="en-US" dirty="0"/>
                  <a:t>如果</a:t>
                </a:r>
                <a14:m>
                  <m:oMath xmlns:m="http://schemas.openxmlformats.org/officeDocument/2006/math">
                    <m:r>
                      <a:rPr lang="en-AU" altLang="zh-CN" i="1" dirty="0" smtClean="0">
                        <a:latin typeface="Cambria Math" panose="02040503050406030204" pitchFamily="18" charset="0"/>
                      </a:rPr>
                      <m:t>𝑀</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𝑄</m:t>
                    </m:r>
                    <m:r>
                      <a:rPr lang="en-AU"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Γ</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𝛿</m:t>
                    </m:r>
                    <m:r>
                      <a:rPr lang="el-GR" altLang="zh-CN" i="1" dirty="0" smtClean="0">
                        <a:latin typeface="Cambria Math" panose="02040503050406030204" pitchFamily="18" charset="0"/>
                      </a:rPr>
                      <m:t>, </m:t>
                    </m:r>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n-AU" altLang="zh-CN" i="1" dirty="0" smtClean="0">
                        <a:latin typeface="Cambria Math" panose="02040503050406030204" pitchFamily="18" charset="0"/>
                      </a:rPr>
                      <m:t>, </m:t>
                    </m:r>
                    <m:r>
                      <a:rPr lang="en-AU" altLang="zh-CN" i="1" dirty="0" smtClean="0">
                        <a:latin typeface="Cambria Math" panose="02040503050406030204" pitchFamily="18" charset="0"/>
                      </a:rPr>
                      <m:t>𝐵</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𝐹</m:t>
                    </m:r>
                    <m:r>
                      <a:rPr lang="en-AU" altLang="zh-CN" i="1" dirty="0" smtClean="0">
                        <a:latin typeface="Cambria Math" panose="02040503050406030204" pitchFamily="18" charset="0"/>
                      </a:rPr>
                      <m:t>)</m:t>
                    </m:r>
                  </m:oMath>
                </a14:m>
                <a:r>
                  <a:rPr lang="zh-CN" altLang="en-US" dirty="0"/>
                  <a:t>是一个图灵机</a:t>
                </a:r>
                <a:r>
                  <a:rPr lang="en-AU" altLang="zh-CN" dirty="0"/>
                  <a:t>,</a:t>
                </a:r>
                <a:r>
                  <a:rPr lang="zh-CN" altLang="en-US" dirty="0"/>
                  <a:t>则</a:t>
                </a:r>
                <a14:m>
                  <m:oMath xmlns:m="http://schemas.openxmlformats.org/officeDocument/2006/math">
                    <m:r>
                      <a:rPr lang="en-AU" altLang="zh-CN" b="0" i="1" smtClean="0">
                        <a:latin typeface="Cambria Math" panose="02040503050406030204" pitchFamily="18" charset="0"/>
                      </a:rPr>
                      <m:t>𝑀</m:t>
                    </m:r>
                  </m:oMath>
                </a14:m>
                <a:r>
                  <a:rPr lang="zh-CN" altLang="en-US" dirty="0"/>
                  <a:t>接受的语言为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sz="2400" b="1" i="0" dirty="0" smtClean="0">
                          <a:latin typeface="Cambria Math" panose="02040503050406030204" pitchFamily="18" charset="0"/>
                        </a:rPr>
                        <m:t>𝐋</m:t>
                      </m:r>
                      <m:d>
                        <m:dPr>
                          <m:ctrlPr>
                            <a:rPr lang="en-AU" sz="2400" i="1" dirty="0" smtClean="0">
                              <a:latin typeface="Cambria Math" panose="02040503050406030204" pitchFamily="18" charset="0"/>
                            </a:rPr>
                          </m:ctrlPr>
                        </m:dPr>
                        <m:e>
                          <m:r>
                            <a:rPr lang="en-AU" sz="2400" i="1" dirty="0" smtClean="0">
                              <a:latin typeface="Cambria Math" panose="02040503050406030204" pitchFamily="18" charset="0"/>
                            </a:rPr>
                            <m:t>𝑀</m:t>
                          </m:r>
                        </m:e>
                      </m:d>
                      <m:r>
                        <a:rPr lang="en-AU" sz="2400" i="1" dirty="0" smtClean="0">
                          <a:latin typeface="Cambria Math" panose="02040503050406030204" pitchFamily="18" charset="0"/>
                        </a:rPr>
                        <m:t>= </m:t>
                      </m:r>
                      <m:d>
                        <m:dPr>
                          <m:begChr m:val="{"/>
                          <m:endChr m:val="|"/>
                          <m:ctrlPr>
                            <a:rPr lang="en-AU" sz="2400" i="1" dirty="0" smtClean="0">
                              <a:latin typeface="Cambria Math" panose="02040503050406030204" pitchFamily="18" charset="0"/>
                            </a:rPr>
                          </m:ctrlPr>
                        </m:dPr>
                        <m:e>
                          <m:r>
                            <a:rPr lang="en-AU" sz="2400" i="1" dirty="0" smtClean="0">
                              <a:latin typeface="Cambria Math" panose="02040503050406030204" pitchFamily="18" charset="0"/>
                            </a:rPr>
                            <m:t>𝑤</m:t>
                          </m:r>
                          <m:r>
                            <a:rPr lang="en-AU" sz="2400" i="1" dirty="0" smtClean="0">
                              <a:latin typeface="Cambria Math" panose="02040503050406030204" pitchFamily="18" charset="0"/>
                            </a:rPr>
                            <m:t> </m:t>
                          </m:r>
                        </m:e>
                      </m:d>
                      <m:r>
                        <a:rPr lang="en-AU" sz="2400" i="1" dirty="0" smtClean="0">
                          <a:latin typeface="Cambria Math" panose="02040503050406030204" pitchFamily="18" charset="0"/>
                        </a:rPr>
                        <m:t>𝑤</m:t>
                      </m:r>
                      <m:r>
                        <a:rPr lang="en-AU" sz="2400" i="1" dirty="0" smtClean="0">
                          <a:latin typeface="Cambria Math" panose="02040503050406030204" pitchFamily="18" charset="0"/>
                        </a:rPr>
                        <m:t> ∈</m:t>
                      </m:r>
                      <m:sSup>
                        <m:sSupPr>
                          <m:ctrlPr>
                            <a:rPr lang="en-AU" sz="2400" i="1" dirty="0" smtClean="0">
                              <a:latin typeface="Cambria Math" panose="02040503050406030204" pitchFamily="18" charset="0"/>
                            </a:rPr>
                          </m:ctrlPr>
                        </m:sSupPr>
                        <m:e>
                          <m:r>
                            <m:rPr>
                              <m:sty m:val="p"/>
                            </m:rPr>
                            <a:rPr lang="el-GR" sz="2400" i="1" dirty="0" smtClean="0">
                              <a:latin typeface="Cambria Math" panose="02040503050406030204" pitchFamily="18" charset="0"/>
                              <a:ea typeface="Cambria Math" panose="02040503050406030204" pitchFamily="18" charset="0"/>
                            </a:rPr>
                            <m:t>Σ</m:t>
                          </m:r>
                        </m:e>
                        <m:sup>
                          <m:r>
                            <a:rPr lang="en-AU" sz="2400" b="0" i="1" dirty="0" smtClean="0">
                              <a:latin typeface="Cambria Math" panose="02040503050406030204" pitchFamily="18" charset="0"/>
                            </a:rPr>
                            <m:t>∗</m:t>
                          </m:r>
                        </m:sup>
                      </m:sSup>
                      <m:r>
                        <a:rPr lang="el-GR" sz="2400" i="1" dirty="0" smtClean="0">
                          <a:latin typeface="Cambria Math" panose="02040503050406030204" pitchFamily="18" charset="0"/>
                        </a:rPr>
                        <m:t>, </m:t>
                      </m:r>
                      <m:sSub>
                        <m:sSubPr>
                          <m:ctrlPr>
                            <a:rPr lang="el-GR" sz="2400" i="1" dirty="0" smtClean="0">
                              <a:latin typeface="Cambria Math" panose="02040503050406030204" pitchFamily="18" charset="0"/>
                            </a:rPr>
                          </m:ctrlPr>
                        </m:sSubPr>
                        <m:e>
                          <m:r>
                            <a:rPr lang="en-AU" sz="2400" b="0" i="1" dirty="0" smtClean="0">
                              <a:latin typeface="Cambria Math" panose="02040503050406030204" pitchFamily="18" charset="0"/>
                            </a:rPr>
                            <m:t>𝑞</m:t>
                          </m:r>
                        </m:e>
                        <m:sub>
                          <m:r>
                            <a:rPr lang="en-AU" sz="2400" b="0" i="1" dirty="0" smtClean="0">
                              <a:latin typeface="Cambria Math" panose="02040503050406030204" pitchFamily="18" charset="0"/>
                            </a:rPr>
                            <m:t>0</m:t>
                          </m:r>
                        </m:sub>
                      </m:sSub>
                      <m:r>
                        <a:rPr lang="en-AU" sz="2400" i="1" dirty="0" smtClean="0">
                          <a:latin typeface="Cambria Math" panose="02040503050406030204" pitchFamily="18" charset="0"/>
                        </a:rPr>
                        <m:t>𝑤</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m:t>
                          </m:r>
                        </m:e>
                        <m:sup>
                          <m:r>
                            <a:rPr lang="en-AU" altLang="zh-CN" sz="2400" i="1">
                              <a:latin typeface="Cambria Math" panose="02040503050406030204" pitchFamily="18" charset="0"/>
                            </a:rPr>
                            <m:t>∗</m:t>
                          </m:r>
                        </m:sup>
                      </m:sSup>
                      <m:r>
                        <a:rPr lang="el-GR" sz="2400" i="1" dirty="0" smtClean="0">
                          <a:latin typeface="Cambria Math" panose="02040503050406030204" pitchFamily="18" charset="0"/>
                        </a:rPr>
                        <m:t>𝛼</m:t>
                      </m:r>
                      <m:r>
                        <a:rPr lang="en-AU" sz="2400" i="1" dirty="0" smtClean="0">
                          <a:latin typeface="Cambria Math" panose="02040503050406030204" pitchFamily="18" charset="0"/>
                        </a:rPr>
                        <m:t>𝑝</m:t>
                      </m:r>
                      <m:r>
                        <a:rPr lang="el-GR" sz="2400" i="1" dirty="0" smtClean="0">
                          <a:latin typeface="Cambria Math" panose="02040503050406030204" pitchFamily="18" charset="0"/>
                        </a:rPr>
                        <m:t>𝛽</m:t>
                      </m:r>
                      <m:r>
                        <a:rPr lang="el-GR" sz="2400" i="1" dirty="0" smtClean="0">
                          <a:latin typeface="Cambria Math" panose="02040503050406030204" pitchFamily="18" charset="0"/>
                        </a:rPr>
                        <m:t>, </m:t>
                      </m:r>
                      <m:r>
                        <a:rPr lang="en-AU" sz="2400" i="1" dirty="0" smtClean="0">
                          <a:latin typeface="Cambria Math" panose="02040503050406030204" pitchFamily="18" charset="0"/>
                        </a:rPr>
                        <m:t>𝑝</m:t>
                      </m:r>
                      <m:r>
                        <a:rPr lang="en-AU" sz="2400" i="1" dirty="0" smtClean="0">
                          <a:latin typeface="Cambria Math" panose="02040503050406030204" pitchFamily="18" charset="0"/>
                        </a:rPr>
                        <m:t> ∈ </m:t>
                      </m:r>
                      <m:r>
                        <a:rPr lang="en-AU" sz="2400" i="1" dirty="0" smtClean="0">
                          <a:latin typeface="Cambria Math" panose="02040503050406030204" pitchFamily="18" charset="0"/>
                        </a:rPr>
                        <m:t>𝐹</m:t>
                      </m:r>
                      <m:r>
                        <a:rPr lang="en-AU" sz="2400" i="1" dirty="0" smtClean="0">
                          <a:latin typeface="Cambria Math" panose="02040503050406030204" pitchFamily="18" charset="0"/>
                        </a:rPr>
                        <m:t>, </m:t>
                      </m:r>
                      <m:r>
                        <a:rPr lang="el-GR" sz="2400" i="1" dirty="0" smtClean="0">
                          <a:latin typeface="Cambria Math" panose="02040503050406030204" pitchFamily="18" charset="0"/>
                        </a:rPr>
                        <m:t>𝛼</m:t>
                      </m:r>
                      <m:r>
                        <a:rPr lang="el-GR" sz="2400" i="1" dirty="0" smtClean="0">
                          <a:latin typeface="Cambria Math" panose="02040503050406030204" pitchFamily="18" charset="0"/>
                        </a:rPr>
                        <m:t>, </m:t>
                      </m:r>
                      <m:r>
                        <a:rPr lang="el-GR" sz="2400" i="1" dirty="0" smtClean="0">
                          <a:latin typeface="Cambria Math" panose="02040503050406030204" pitchFamily="18" charset="0"/>
                        </a:rPr>
                        <m:t>𝛽</m:t>
                      </m:r>
                      <m:r>
                        <a:rPr lang="el-GR" sz="2400" i="1" dirty="0" smtClean="0">
                          <a:latin typeface="Cambria Math" panose="02040503050406030204" pitchFamily="18" charset="0"/>
                        </a:rPr>
                        <m:t> ∈</m:t>
                      </m:r>
                      <m:sSup>
                        <m:sSupPr>
                          <m:ctrlPr>
                            <a:rPr lang="en-AU" sz="2400" i="1" dirty="0">
                              <a:latin typeface="Cambria Math" panose="02040503050406030204" pitchFamily="18" charset="0"/>
                            </a:rPr>
                          </m:ctrlPr>
                        </m:sSupPr>
                        <m:e>
                          <m:r>
                            <m:rPr>
                              <m:sty m:val="p"/>
                            </m:rPr>
                            <a:rPr lang="el-GR" sz="2400" dirty="0">
                              <a:latin typeface="Cambria Math" panose="02040503050406030204" pitchFamily="18" charset="0"/>
                            </a:rPr>
                            <m:t>Γ</m:t>
                          </m:r>
                        </m:e>
                        <m:sup>
                          <m:r>
                            <a:rPr lang="en-AU" sz="2400" i="1" dirty="0">
                              <a:latin typeface="Cambria Math" panose="02040503050406030204" pitchFamily="18" charset="0"/>
                            </a:rPr>
                            <m:t>∗</m:t>
                          </m:r>
                        </m:sup>
                      </m:sSup>
                      <m:r>
                        <a:rPr lang="el-GR" sz="2400" i="1" dirty="0" smtClean="0">
                          <a:latin typeface="Cambria Math" panose="02040503050406030204" pitchFamily="18" charset="0"/>
                        </a:rPr>
                        <m:t>}</m:t>
                      </m:r>
                    </m:oMath>
                  </m:oMathPara>
                </a14:m>
                <a:endParaRPr lang="en-AU" sz="2400" dirty="0"/>
              </a:p>
              <a:p>
                <a:pPr lvl="1"/>
                <a:r>
                  <a:rPr lang="zh-CN" altLang="en-US" dirty="0"/>
                  <a:t>输入串放在输入带上，</a:t>
                </a:r>
                <a14:m>
                  <m:oMath xmlns:m="http://schemas.openxmlformats.org/officeDocument/2006/math">
                    <m:r>
                      <a:rPr lang="en-US" altLang="zh-CN" i="1" dirty="0" smtClean="0">
                        <a:latin typeface="Cambria Math" panose="02040503050406030204" pitchFamily="18" charset="0"/>
                      </a:rPr>
                      <m:t>𝑀</m:t>
                    </m:r>
                  </m:oMath>
                </a14:m>
                <a:r>
                  <a:rPr lang="zh-CN" altLang="en-US" dirty="0"/>
                  <a:t>处于</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𝑞</m:t>
                        </m:r>
                      </m:e>
                      <m:sub>
                        <m:r>
                          <a:rPr lang="en-AU" altLang="zh-CN" b="0" i="1" smtClean="0">
                            <a:latin typeface="Cambria Math" panose="02040503050406030204" pitchFamily="18" charset="0"/>
                          </a:rPr>
                          <m:t>0</m:t>
                        </m:r>
                      </m:sub>
                    </m:sSub>
                  </m:oMath>
                </a14:m>
                <a:r>
                  <a:rPr lang="zh-CN" altLang="en-US" dirty="0"/>
                  <a:t>，带头位于输入串的第一个字符上，输入串最终会导致</a:t>
                </a:r>
                <a14:m>
                  <m:oMath xmlns:m="http://schemas.openxmlformats.org/officeDocument/2006/math">
                    <m:r>
                      <a:rPr lang="en-US" altLang="zh-CN" i="1" dirty="0" smtClean="0">
                        <a:latin typeface="Cambria Math" panose="02040503050406030204" pitchFamily="18" charset="0"/>
                      </a:rPr>
                      <m:t>𝑀</m:t>
                    </m:r>
                  </m:oMath>
                </a14:m>
                <a:r>
                  <a:rPr lang="zh-CN" altLang="en-US" dirty="0"/>
                  <a:t>进入某个终止（接受）状态。</a:t>
                </a:r>
                <a:endParaRPr lang="en-AU" altLang="zh-CN" dirty="0"/>
              </a:p>
              <a:p>
                <a:r>
                  <a:rPr lang="zh-CN" altLang="en-US" dirty="0"/>
                  <a:t>一般假定当输入串被接受时</a:t>
                </a:r>
                <a14:m>
                  <m:oMath xmlns:m="http://schemas.openxmlformats.org/officeDocument/2006/math">
                    <m:r>
                      <a:rPr lang="en-US" altLang="zh-CN" i="1" dirty="0" smtClean="0">
                        <a:latin typeface="Cambria Math" panose="02040503050406030204" pitchFamily="18" charset="0"/>
                      </a:rPr>
                      <m:t>𝑀</m:t>
                    </m:r>
                  </m:oMath>
                </a14:m>
                <a:r>
                  <a:rPr lang="zh-CN" altLang="en-US" dirty="0"/>
                  <a:t>总会停机</a:t>
                </a:r>
                <a:r>
                  <a:rPr lang="en-US" altLang="zh-CN" dirty="0"/>
                  <a:t>(</a:t>
                </a:r>
                <a:r>
                  <a:rPr lang="en-US" altLang="zh-CN" dirty="0">
                    <a:latin typeface="Times New Roman" panose="02020603050405020304" pitchFamily="18" charset="0"/>
                    <a:cs typeface="Times New Roman" panose="02020603050405020304" pitchFamily="18" charset="0"/>
                  </a:rPr>
                  <a:t>halt</a:t>
                </a:r>
                <a:r>
                  <a:rPr lang="en-US" altLang="zh-CN" dirty="0"/>
                  <a:t>)</a:t>
                </a:r>
                <a:r>
                  <a:rPr lang="zh-CN" altLang="en-US" dirty="0"/>
                  <a:t>，即没有下一个动作的定义。</a:t>
                </a:r>
                <a:endParaRPr lang="en-AU" altLang="zh-CN" dirty="0"/>
              </a:p>
              <a:p>
                <a:r>
                  <a:rPr lang="zh-CN" altLang="en-US" dirty="0"/>
                  <a:t>而对于不接受的输入，</a:t>
                </a:r>
                <a:r>
                  <a:rPr lang="en-US" altLang="zh-CN" dirty="0">
                    <a:latin typeface="Times New Roman" panose="02020603050405020304" pitchFamily="18" charset="0"/>
                    <a:cs typeface="Times New Roman" panose="02020603050405020304" pitchFamily="18" charset="0"/>
                  </a:rPr>
                  <a:t>TM</a:t>
                </a:r>
                <a:r>
                  <a:rPr lang="zh-CN" altLang="en-US" dirty="0"/>
                  <a:t>可能永远不停止。</a:t>
                </a:r>
                <a:r>
                  <a:rPr lang="zh-CN" altLang="en-US" dirty="0">
                    <a:solidFill>
                      <a:srgbClr val="000000"/>
                    </a:solidFill>
                    <a:latin typeface="LMRoman12-Regular-Identity-H"/>
                    <a:ea typeface="楷体" panose="02010609060101010101" pitchFamily="49" charset="-122"/>
                  </a:rPr>
                  <a:t>我们无法知道，到底是因为运行的时间不够长而没有接受呢，还是根本就不会停机。</a:t>
                </a:r>
                <a:endParaRPr lang="en-AU" sz="40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36550" y="1104900"/>
                <a:ext cx="8229600" cy="4525963"/>
              </a:xfrm>
              <a:blipFill rotWithShape="1">
                <a:blip r:embed="rId1"/>
                <a:stretch>
                  <a:fillRect r="-2130" b="-121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图灵机的语言</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定义</a:t>
                </a:r>
                <a:r>
                  <a:rPr lang="en-AU" altLang="zh-CN" dirty="0"/>
                  <a:t>:</a:t>
                </a:r>
                <a:r>
                  <a:rPr lang="zh-CN" altLang="en-US" dirty="0"/>
                  <a:t>如果</a:t>
                </a:r>
                <a14:m>
                  <m:oMath xmlns:m="http://schemas.openxmlformats.org/officeDocument/2006/math">
                    <m:r>
                      <a:rPr lang="en-US" altLang="zh-CN" i="1" dirty="0" smtClean="0">
                        <a:latin typeface="Cambria Math" panose="02040503050406030204" pitchFamily="18" charset="0"/>
                      </a:rPr>
                      <m:t>𝐿</m:t>
                    </m:r>
                  </m:oMath>
                </a14:m>
                <a:r>
                  <a:rPr lang="zh-CN" altLang="en-US" dirty="0"/>
                  <a:t>是图灵机</a:t>
                </a:r>
                <a14:m>
                  <m:oMath xmlns:m="http://schemas.openxmlformats.org/officeDocument/2006/math">
                    <m:r>
                      <a:rPr lang="en-US" altLang="zh-CN" i="1" dirty="0" smtClean="0">
                        <a:latin typeface="Cambria Math" panose="02040503050406030204" pitchFamily="18" charset="0"/>
                      </a:rPr>
                      <m:t>𝑀</m:t>
                    </m:r>
                  </m:oMath>
                </a14:m>
                <a:r>
                  <a:rPr lang="zh-CN" altLang="en-US" dirty="0"/>
                  <a:t>的语言，则称</a:t>
                </a:r>
                <a14:m>
                  <m:oMath xmlns:m="http://schemas.openxmlformats.org/officeDocument/2006/math">
                    <m:r>
                      <a:rPr lang="en-US" altLang="zh-CN" i="1" dirty="0" smtClean="0">
                        <a:latin typeface="Cambria Math" panose="02040503050406030204" pitchFamily="18" charset="0"/>
                      </a:rPr>
                      <m:t>𝐿</m:t>
                    </m:r>
                  </m:oMath>
                </a14:m>
                <a:r>
                  <a:rPr lang="zh-CN" altLang="en-US" dirty="0"/>
                  <a:t>是</a:t>
                </a:r>
                <a:r>
                  <a:rPr lang="zh-CN" altLang="en-US" dirty="0">
                    <a:solidFill>
                      <a:srgbClr val="FF0000"/>
                    </a:solidFill>
                  </a:rPr>
                  <a:t>递归可枚举</a:t>
                </a:r>
                <a:r>
                  <a:rPr lang="en-AU" altLang="zh-CN" dirty="0"/>
                  <a:t>(</a:t>
                </a:r>
                <a:r>
                  <a:rPr lang="en-AU" altLang="zh-CN" dirty="0">
                    <a:latin typeface="Times New Roman" panose="02020603050405020304" pitchFamily="18" charset="0"/>
                    <a:cs typeface="Times New Roman" panose="02020603050405020304" pitchFamily="18" charset="0"/>
                  </a:rPr>
                  <a:t>Recursively Enumerable</a:t>
                </a:r>
                <a:r>
                  <a:rPr lang="en-AU" altLang="zh-CN" dirty="0"/>
                  <a:t>)</a:t>
                </a:r>
                <a:r>
                  <a:rPr lang="zh-CN" altLang="en-US" dirty="0"/>
                  <a:t>语言。</a:t>
                </a:r>
                <a:endParaRPr lang="en-AU" altLang="zh-CN" dirty="0"/>
              </a:p>
              <a:p>
                <a:pPr lvl="1"/>
                <a:r>
                  <a:rPr lang="zh-CN" altLang="en-US" dirty="0"/>
                  <a:t>“可枚举”的意思是这些语言中的串可以被某个图灵机枚举出来。</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图灵机的语言</a:t>
            </a:r>
            <a:endParaRPr lang="en-AU" dirty="0"/>
          </a:p>
        </p:txBody>
      </p:sp>
      <p:sp>
        <p:nvSpPr>
          <p:cNvPr id="3" name="Content Placeholder 2"/>
          <p:cNvSpPr>
            <a:spLocks noGrp="1"/>
          </p:cNvSpPr>
          <p:nvPr>
            <p:ph idx="1"/>
          </p:nvPr>
        </p:nvSpPr>
        <p:spPr/>
        <p:txBody>
          <a:bodyPr/>
          <a:lstStyle/>
          <a:p>
            <a:r>
              <a:rPr lang="zh-CN" altLang="en-US" dirty="0"/>
              <a:t>定义</a:t>
            </a:r>
            <a:r>
              <a:rPr lang="en-AU" altLang="zh-CN" dirty="0"/>
              <a:t>: </a:t>
            </a:r>
            <a:r>
              <a:rPr lang="zh-CN" altLang="en-US" dirty="0"/>
              <a:t>对接受和不接受的输入</a:t>
            </a:r>
            <a:r>
              <a:rPr lang="en-US" altLang="zh-CN" dirty="0"/>
              <a:t>, </a:t>
            </a:r>
            <a:r>
              <a:rPr lang="zh-CN" altLang="en-US" dirty="0"/>
              <a:t>都保证停机的图灵机</a:t>
            </a:r>
            <a:r>
              <a:rPr lang="en-US" altLang="zh-CN" dirty="0"/>
              <a:t>, </a:t>
            </a:r>
            <a:r>
              <a:rPr lang="zh-CN" altLang="en-US" dirty="0"/>
              <a:t>所接受的语言称为递归语言。</a:t>
            </a:r>
            <a:endParaRPr lang="en-AU" altLang="zh-CN" dirty="0"/>
          </a:p>
          <a:p>
            <a:endParaRPr lang="en-AU" dirty="0"/>
          </a:p>
          <a:p>
            <a:r>
              <a:rPr lang="zh-CN" altLang="en-US" dirty="0"/>
              <a:t>算法的形式化</a:t>
            </a:r>
            <a:r>
              <a:rPr lang="en-AU" altLang="zh-CN" dirty="0"/>
              <a:t>:</a:t>
            </a:r>
            <a:r>
              <a:rPr lang="zh-CN" altLang="en-US" dirty="0"/>
              <a:t>保证停机的图灵机</a:t>
            </a:r>
            <a:r>
              <a:rPr lang="en-US" altLang="zh-CN" dirty="0"/>
              <a:t>, </a:t>
            </a:r>
            <a:r>
              <a:rPr lang="zh-CN" altLang="en-US" dirty="0"/>
              <a:t>正是算法的好模型</a:t>
            </a:r>
            <a:r>
              <a:rPr lang="en-US" altLang="zh-CN" dirty="0"/>
              <a:t>, </a:t>
            </a:r>
            <a:r>
              <a:rPr lang="zh-CN" altLang="en-US" dirty="0"/>
              <a:t>这也是算法概念的首次形式化，并由此建立了计算机科学的基础。</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p:sp>
        <p:nvSpPr>
          <p:cNvPr id="7" name="文本框 6"/>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设计图灵机实现二进制数的加</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函数，用符号</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作为数前的占位标记。例如</a:t>
            </a:r>
            <a:r>
              <a:rPr lang="en-US" altLang="zh-CN" sz="2800" i="1" dirty="0">
                <a:latin typeface="Times New Roman" panose="02020603050405020304" pitchFamily="18" charset="0"/>
                <a:ea typeface="宋体" panose="02010600030101010101" pitchFamily="2" charset="-122"/>
                <a:sym typeface="Symbol" panose="05050102010706020507"/>
              </a:rPr>
              <a:t>q</a:t>
            </a:r>
            <a:r>
              <a:rPr lang="en-US" altLang="zh-CN" sz="2800" baseline="-25000" dirty="0">
                <a:latin typeface="Times New Roman" panose="02020603050405020304" pitchFamily="18" charset="0"/>
                <a:ea typeface="宋体" panose="02010600030101010101" pitchFamily="2" charset="-122"/>
                <a:sym typeface="Symbol" panose="05050102010706020507"/>
              </a:rPr>
              <a:t>0</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$10011</a:t>
            </a:r>
            <a:r>
              <a:rPr lang="en-US" altLang="zh-CN" sz="2800" dirty="0">
                <a:latin typeface="Times New Roman" panose="02020603050405020304" pitchFamily="18" charset="0"/>
                <a:ea typeface="宋体" panose="02010600030101010101" pitchFamily="2" charset="-122"/>
              </a:rPr>
              <a:t>├</a:t>
            </a:r>
            <a:r>
              <a:rPr lang="en-US" altLang="zh-CN" sz="2800" baseline="300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sym typeface="Symbol" panose="05050102010706020507"/>
              </a:rPr>
              <a:t>q</a:t>
            </a:r>
            <a:r>
              <a:rPr lang="en-US" altLang="zh-CN" sz="2800" i="1" baseline="-25000" dirty="0">
                <a:latin typeface="Times New Roman" panose="02020603050405020304" pitchFamily="18" charset="0"/>
                <a:ea typeface="宋体" panose="02010600030101010101" pitchFamily="2" charset="-122"/>
                <a:sym typeface="Symbol" panose="05050102010706020507"/>
              </a:rPr>
              <a:t>f</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10100</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ea typeface="宋体" panose="02010600030101010101" pitchFamily="2" charset="-122"/>
                <a:sym typeface="Symbol" panose="05050102010706020507"/>
              </a:rPr>
              <a:t>q</a:t>
            </a:r>
            <a:r>
              <a:rPr lang="en-US" altLang="zh-CN" sz="2800" baseline="-25000" dirty="0">
                <a:latin typeface="Times New Roman" panose="02020603050405020304" pitchFamily="18" charset="0"/>
                <a:ea typeface="宋体" panose="02010600030101010101" pitchFamily="2" charset="-122"/>
                <a:sym typeface="Symbol" panose="05050102010706020507"/>
              </a:rPr>
              <a:t>0</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$111</a:t>
            </a:r>
            <a:r>
              <a:rPr lang="en-US" altLang="zh-CN" sz="2800" dirty="0">
                <a:latin typeface="Times New Roman" panose="02020603050405020304" pitchFamily="18" charset="0"/>
                <a:ea typeface="宋体" panose="02010600030101010101" pitchFamily="2" charset="-122"/>
              </a:rPr>
              <a:t>├</a:t>
            </a:r>
            <a:r>
              <a:rPr lang="en-US" altLang="zh-CN" sz="2800" baseline="30000" dirty="0">
                <a:latin typeface="Times New Roman" panose="02020603050405020304" pitchFamily="18" charset="0"/>
                <a:ea typeface="宋体" panose="02010600030101010101" pitchFamily="2" charset="-122"/>
              </a:rPr>
              <a:t>*</a:t>
            </a:r>
            <a:r>
              <a:rPr lang="en-US" altLang="zh-CN" sz="2800" i="1" dirty="0">
                <a:latin typeface="Times New Roman" panose="02020603050405020304" pitchFamily="18" charset="0"/>
                <a:ea typeface="宋体" panose="02010600030101010101" pitchFamily="2" charset="-122"/>
                <a:sym typeface="Symbol" panose="05050102010706020507"/>
              </a:rPr>
              <a:t>q</a:t>
            </a:r>
            <a:r>
              <a:rPr lang="en-US" altLang="zh-CN" sz="2800" i="1" baseline="-25000" dirty="0">
                <a:latin typeface="Times New Roman" panose="02020603050405020304" pitchFamily="18" charset="0"/>
                <a:ea typeface="宋体" panose="02010600030101010101" pitchFamily="2" charset="-122"/>
                <a:sym typeface="Symbol" panose="05050102010706020507"/>
              </a:rPr>
              <a:t>f</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1000</a:t>
            </a:r>
            <a:endParaRPr lang="zh-CN" altLang="en-US" sz="28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p:sp>
        <p:nvSpPr>
          <p:cNvPr id="3" name="Content Placeholder 2"/>
          <p:cNvSpPr>
            <a:spLocks noGrp="1"/>
          </p:cNvSpPr>
          <p:nvPr>
            <p:ph idx="1"/>
          </p:nvPr>
        </p:nvSpPr>
        <p:spPr>
          <a:xfrm>
            <a:off x="550524" y="1054869"/>
            <a:ext cx="8229600" cy="4525963"/>
          </a:xfrm>
        </p:spPr>
        <p:txBody>
          <a:bodyPr>
            <a:normAutofit/>
          </a:bodyPr>
          <a:lstStyle/>
          <a:p>
            <a:pPr marL="0" indent="0">
              <a:buNone/>
            </a:pPr>
            <a:r>
              <a:rPr lang="zh-CN" altLang="en-US" dirty="0"/>
              <a:t>例：</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二进制数的加</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函数，用符号</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作为数前的占位标记。例如</a:t>
            </a:r>
            <a:r>
              <a:rPr lang="en-US" altLang="zh-CN" i="1" dirty="0">
                <a:latin typeface="Times New Roman" panose="02020603050405020304" pitchFamily="18" charset="0"/>
                <a:ea typeface="宋体" panose="02010600030101010101" pitchFamily="2" charset="-122"/>
                <a:sym typeface="Symbol" panose="05050102010706020507"/>
              </a:rPr>
              <a:t>q</a:t>
            </a:r>
            <a:r>
              <a:rPr lang="en-US" altLang="zh-CN" baseline="-25000" dirty="0">
                <a:latin typeface="Times New Roman" panose="02020603050405020304" pitchFamily="18" charset="0"/>
                <a:ea typeface="宋体" panose="02010600030101010101" pitchFamily="2" charset="-122"/>
                <a:sym typeface="Symbol" panose="05050102010706020507"/>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$10011</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sym typeface="Symbol" panose="05050102010706020507"/>
              </a:rPr>
              <a:t>q</a:t>
            </a:r>
            <a:r>
              <a:rPr lang="en-US" altLang="zh-CN" i="1" baseline="-25000" dirty="0">
                <a:latin typeface="Times New Roman" panose="02020603050405020304" pitchFamily="18" charset="0"/>
                <a:ea typeface="宋体" panose="02010600030101010101" pitchFamily="2" charset="-122"/>
                <a:sym typeface="Symbol" panose="05050102010706020507"/>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10100</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sym typeface="Symbol" panose="05050102010706020507"/>
              </a:rPr>
              <a:t>q</a:t>
            </a:r>
            <a:r>
              <a:rPr lang="en-US" altLang="zh-CN" baseline="-25000" dirty="0">
                <a:latin typeface="Times New Roman" panose="02020603050405020304" pitchFamily="18" charset="0"/>
                <a:ea typeface="宋体" panose="02010600030101010101" pitchFamily="2" charset="-122"/>
                <a:sym typeface="Symbol" panose="05050102010706020507"/>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$111</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sym typeface="Symbol" panose="05050102010706020507"/>
              </a:rPr>
              <a:t>q</a:t>
            </a:r>
            <a:r>
              <a:rPr lang="en-US" altLang="zh-CN" i="1" baseline="-25000" dirty="0">
                <a:latin typeface="Times New Roman" panose="02020603050405020304" pitchFamily="18" charset="0"/>
                <a:ea typeface="宋体" panose="02010600030101010101" pitchFamily="2" charset="-122"/>
                <a:sym typeface="Symbol" panose="05050102010706020507"/>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1000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分两种情况</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末尾为</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时，</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，往回直到遇到</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或者</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，把</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或者</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末尾为</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时，</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。第</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种情况被第</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种情况包含</a:t>
            </a:r>
            <a:endPar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marL="0" indent="0">
              <a:buNone/>
            </a:pPr>
            <a:endParaRPr lang="zh-CN" altLang="en-US" dirty="0"/>
          </a:p>
          <a:p>
            <a:endParaRPr lang="zh-CN" altLang="en-US"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p:sp>
        <p:nvSpPr>
          <p:cNvPr id="3" name="Content Placeholder 2"/>
          <p:cNvSpPr>
            <a:spLocks noGrp="1"/>
          </p:cNvSpPr>
          <p:nvPr>
            <p:ph idx="1"/>
          </p:nvPr>
        </p:nvSpPr>
        <p:spPr>
          <a:xfrm>
            <a:off x="550524" y="1054869"/>
            <a:ext cx="8229600" cy="4525963"/>
          </a:xfrm>
        </p:spPr>
        <p:txBody>
          <a:bodyPr>
            <a:normAutofit/>
          </a:bodyPr>
          <a:lstStyle/>
          <a:p>
            <a:pPr marL="0" indent="0">
              <a:buNone/>
            </a:pPr>
            <a:r>
              <a:rPr lang="zh-CN" altLang="en-US" dirty="0"/>
              <a:t>例：</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二进制数的加</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函数，用符号</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作为数前的占位标记。例如</a:t>
            </a:r>
            <a:r>
              <a:rPr lang="en-US" altLang="zh-CN" i="1" dirty="0">
                <a:latin typeface="Times New Roman" panose="02020603050405020304" pitchFamily="18" charset="0"/>
                <a:ea typeface="宋体" panose="02010600030101010101" pitchFamily="2" charset="-122"/>
                <a:sym typeface="Symbol" panose="05050102010706020507"/>
              </a:rPr>
              <a:t>q</a:t>
            </a:r>
            <a:r>
              <a:rPr lang="en-US" altLang="zh-CN" baseline="-25000" dirty="0">
                <a:latin typeface="Times New Roman" panose="02020603050405020304" pitchFamily="18" charset="0"/>
                <a:ea typeface="宋体" panose="02010600030101010101" pitchFamily="2" charset="-122"/>
                <a:sym typeface="Symbol" panose="05050102010706020507"/>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$10011</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sym typeface="Symbol" panose="05050102010706020507"/>
              </a:rPr>
              <a:t>q</a:t>
            </a:r>
            <a:r>
              <a:rPr lang="en-US" altLang="zh-CN" i="1" baseline="-25000" dirty="0">
                <a:latin typeface="Times New Roman" panose="02020603050405020304" pitchFamily="18" charset="0"/>
                <a:ea typeface="宋体" panose="02010600030101010101" pitchFamily="2" charset="-122"/>
                <a:sym typeface="Symbol" panose="05050102010706020507"/>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10100</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sym typeface="Symbol" panose="05050102010706020507"/>
              </a:rPr>
              <a:t>q</a:t>
            </a:r>
            <a:r>
              <a:rPr lang="en-US" altLang="zh-CN" baseline="-25000" dirty="0">
                <a:latin typeface="Times New Roman" panose="02020603050405020304" pitchFamily="18" charset="0"/>
                <a:ea typeface="宋体" panose="02010600030101010101" pitchFamily="2" charset="-122"/>
                <a:sym typeface="Symbol" panose="05050102010706020507"/>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$111</a:t>
            </a:r>
            <a:r>
              <a:rPr lang="en-US" altLang="zh-CN" dirty="0">
                <a:latin typeface="Times New Roman" panose="02020603050405020304" pitchFamily="18" charset="0"/>
                <a:ea typeface="宋体" panose="02010600030101010101" pitchFamily="2" charset="-122"/>
              </a:rPr>
              <a:t>├</a:t>
            </a:r>
            <a:r>
              <a:rPr lang="en-US" altLang="zh-CN" baseline="30000"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sym typeface="Symbol" panose="05050102010706020507"/>
              </a:rPr>
              <a:t>q</a:t>
            </a:r>
            <a:r>
              <a:rPr lang="en-US" altLang="zh-CN" i="1" baseline="-25000" dirty="0">
                <a:latin typeface="Times New Roman" panose="02020603050405020304" pitchFamily="18" charset="0"/>
                <a:ea typeface="宋体" panose="02010600030101010101" pitchFamily="2" charset="-122"/>
                <a:sym typeface="Symbol" panose="05050102010706020507"/>
              </a:rPr>
              <a:t>f</a:t>
            </a:r>
            <a:r>
              <a:rPr lang="en-US" altLang="zh-CN" dirty="0">
                <a:latin typeface="Times New Roman" panose="02020603050405020304" pitchFamily="18" charset="0"/>
                <a:ea typeface="宋体" panose="02010600030101010101" pitchFamily="2" charset="-122"/>
                <a:cs typeface="Times New Roman" panose="02020603050405020304" pitchFamily="18" charset="0"/>
              </a:rPr>
              <a:t>1000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分两种情况</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末尾为</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时，</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，往回直到遇到</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或者</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，把</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或者</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末尾为</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时，</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变成</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。第</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种情况被第</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种情况包含</a:t>
            </a:r>
            <a:endParaRPr lang="en-US" altLang="zh-CN"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marL="0" indent="0">
              <a:buNone/>
            </a:pPr>
            <a:endParaRPr lang="zh-CN" altLang="en-US" dirty="0"/>
          </a:p>
          <a:p>
            <a:endParaRPr lang="zh-CN" altLang="en-US"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pic>
        <p:nvPicPr>
          <p:cNvPr id="5" name="Picture 2"/>
          <p:cNvPicPr>
            <a:picLocks noChangeAspect="1" noChangeArrowheads="1"/>
          </p:cNvPicPr>
          <p:nvPr/>
        </p:nvPicPr>
        <p:blipFill rotWithShape="1">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t="2365"/>
          <a:stretch>
            <a:fillRect/>
          </a:stretch>
        </p:blipFill>
        <p:spPr bwMode="auto">
          <a:xfrm>
            <a:off x="533400" y="3434067"/>
            <a:ext cx="8067675"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533400" y="4205593"/>
            <a:ext cx="2662908" cy="369332"/>
          </a:xfrm>
          <a:prstGeom prst="rect">
            <a:avLst/>
          </a:prstGeom>
        </p:spPr>
        <p:txBody>
          <a:bodyPr wrap="none">
            <a:spAutoFit/>
          </a:bodyPr>
          <a:lstStyle/>
          <a:p>
            <a:r>
              <a:rPr lang="zh-CN" altLang="en-US" b="1" dirty="0">
                <a:solidFill>
                  <a:srgbClr val="FF0000"/>
                </a:solidFill>
              </a:rPr>
              <a:t>向右移动直到找到</a:t>
            </a:r>
            <a:r>
              <a:rPr lang="en-US" altLang="zh-CN" b="1" i="1" dirty="0">
                <a:solidFill>
                  <a:srgbClr val="FF0000"/>
                </a:solidFill>
              </a:rPr>
              <a:t>B</a:t>
            </a:r>
            <a:r>
              <a:rPr lang="zh-CN" altLang="en-US" b="1" dirty="0">
                <a:solidFill>
                  <a:srgbClr val="FF0000"/>
                </a:solidFill>
              </a:rPr>
              <a:t>为止</a:t>
            </a:r>
            <a:endParaRPr lang="en-US" b="1" dirty="0">
              <a:solidFill>
                <a:srgbClr val="FF0000"/>
              </a:solidFill>
            </a:endParaRPr>
          </a:p>
        </p:txBody>
      </p:sp>
      <p:sp>
        <p:nvSpPr>
          <p:cNvPr id="7" name="矩形 6"/>
          <p:cNvSpPr/>
          <p:nvPr/>
        </p:nvSpPr>
        <p:spPr>
          <a:xfrm>
            <a:off x="3196308" y="5796266"/>
            <a:ext cx="1579278" cy="369332"/>
          </a:xfrm>
          <a:prstGeom prst="rect">
            <a:avLst/>
          </a:prstGeom>
        </p:spPr>
        <p:txBody>
          <a:bodyPr wrap="none">
            <a:spAutoFit/>
          </a:bodyPr>
          <a:lstStyle/>
          <a:p>
            <a:r>
              <a:rPr lang="zh-CN" altLang="en-US" b="1" dirty="0">
                <a:solidFill>
                  <a:srgbClr val="FF0000"/>
                </a:solidFill>
              </a:rPr>
              <a:t>处理末尾数字</a:t>
            </a:r>
            <a:endParaRPr lang="en-US" b="1" dirty="0">
              <a:solidFill>
                <a:srgbClr val="FF0000"/>
              </a:solidFill>
            </a:endParaRPr>
          </a:p>
        </p:txBody>
      </p:sp>
      <p:sp>
        <p:nvSpPr>
          <p:cNvPr id="8" name="矩形 7"/>
          <p:cNvSpPr/>
          <p:nvPr/>
        </p:nvSpPr>
        <p:spPr>
          <a:xfrm>
            <a:off x="3733800" y="3743928"/>
            <a:ext cx="2133600" cy="646331"/>
          </a:xfrm>
          <a:prstGeom prst="rect">
            <a:avLst/>
          </a:prstGeom>
        </p:spPr>
        <p:txBody>
          <a:bodyPr wrap="square">
            <a:spAutoFit/>
          </a:bodyPr>
          <a:lstStyle/>
          <a:p>
            <a:r>
              <a:rPr lang="zh-CN" altLang="en-US" b="1" dirty="0">
                <a:solidFill>
                  <a:srgbClr val="FF0000"/>
                </a:solidFill>
              </a:rPr>
              <a:t>从后往前找，直到第一个非</a:t>
            </a:r>
            <a:r>
              <a:rPr lang="en-US" altLang="zh-CN" b="1" dirty="0">
                <a:solidFill>
                  <a:srgbClr val="FF0000"/>
                </a:solidFill>
              </a:rPr>
              <a:t>1</a:t>
            </a:r>
            <a:r>
              <a:rPr lang="zh-CN" altLang="en-US" b="1" dirty="0">
                <a:solidFill>
                  <a:srgbClr val="FF0000"/>
                </a:solidFill>
              </a:rPr>
              <a:t>的数字</a:t>
            </a:r>
            <a:endParaRPr lang="en-US" b="1" dirty="0">
              <a:solidFill>
                <a:srgbClr val="FF0000"/>
              </a:solidFill>
            </a:endParaRPr>
          </a:p>
        </p:txBody>
      </p:sp>
      <p:cxnSp>
        <p:nvCxnSpPr>
          <p:cNvPr id="9" name="直接箭头连接符 8"/>
          <p:cNvCxnSpPr>
            <a:stCxn id="8" idx="2"/>
          </p:cNvCxnSpPr>
          <p:nvPr/>
        </p:nvCxnSpPr>
        <p:spPr>
          <a:xfrm>
            <a:off x="4800600" y="4390259"/>
            <a:ext cx="152400" cy="50113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733800" y="6165598"/>
            <a:ext cx="2133600" cy="646331"/>
          </a:xfrm>
          <a:prstGeom prst="rect">
            <a:avLst/>
          </a:prstGeom>
        </p:spPr>
        <p:txBody>
          <a:bodyPr wrap="square">
            <a:spAutoFit/>
          </a:bodyPr>
          <a:lstStyle/>
          <a:p>
            <a:r>
              <a:rPr lang="zh-CN" altLang="en-US" b="1" dirty="0">
                <a:solidFill>
                  <a:srgbClr val="FF0000"/>
                </a:solidFill>
              </a:rPr>
              <a:t>从后往前找，没找到非</a:t>
            </a:r>
            <a:r>
              <a:rPr lang="en-US" altLang="zh-CN" b="1" dirty="0">
                <a:solidFill>
                  <a:srgbClr val="FF0000"/>
                </a:solidFill>
              </a:rPr>
              <a:t>1</a:t>
            </a:r>
            <a:r>
              <a:rPr lang="zh-CN" altLang="en-US" b="1" dirty="0">
                <a:solidFill>
                  <a:srgbClr val="FF0000"/>
                </a:solidFill>
              </a:rPr>
              <a:t>的数字</a:t>
            </a:r>
            <a:endParaRPr lang="en-US" b="1" dirty="0">
              <a:solidFill>
                <a:srgbClr val="FF0000"/>
              </a:solidFill>
            </a:endParaRPr>
          </a:p>
        </p:txBody>
      </p:sp>
      <p:sp>
        <p:nvSpPr>
          <p:cNvPr id="11" name="矩形 10"/>
          <p:cNvSpPr/>
          <p:nvPr/>
        </p:nvSpPr>
        <p:spPr>
          <a:xfrm>
            <a:off x="6019800" y="3976993"/>
            <a:ext cx="2514600" cy="369332"/>
          </a:xfrm>
          <a:prstGeom prst="rect">
            <a:avLst/>
          </a:prstGeom>
        </p:spPr>
        <p:txBody>
          <a:bodyPr wrap="square">
            <a:spAutoFit/>
          </a:bodyPr>
          <a:lstStyle/>
          <a:p>
            <a:r>
              <a:rPr lang="zh-CN" altLang="en-US" b="1" dirty="0">
                <a:solidFill>
                  <a:srgbClr val="FF0000"/>
                </a:solidFill>
              </a:rPr>
              <a:t>向左移动，直到</a:t>
            </a:r>
            <a:r>
              <a:rPr lang="en-US" altLang="zh-CN" b="1" dirty="0">
                <a:solidFill>
                  <a:srgbClr val="FF0000"/>
                </a:solidFill>
              </a:rPr>
              <a:t>$</a:t>
            </a:r>
            <a:r>
              <a:rPr lang="zh-CN" altLang="en-US" b="1" dirty="0">
                <a:solidFill>
                  <a:srgbClr val="FF0000"/>
                </a:solidFill>
              </a:rPr>
              <a:t>为止</a:t>
            </a:r>
            <a:endParaRPr lang="en-US" b="1" dirty="0">
              <a:solidFill>
                <a:srgbClr val="FF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58800" y="1166018"/>
                <a:ext cx="8229600" cy="4525963"/>
              </a:xfrm>
            </p:spPr>
            <p:txBody>
              <a:bodyPr>
                <a:normAutofit/>
              </a:bodyPr>
              <a:lstStyle/>
              <a:p>
                <a:r>
                  <a:rPr lang="zh-CN" altLang="en-US" dirty="0"/>
                  <a:t>整数计算器：图灵机可以作为语言的识别器，也可以用作整数函数计算器。</a:t>
                </a:r>
                <a:endParaRPr lang="en-AU" altLang="zh-CN" dirty="0"/>
              </a:p>
              <a:p>
                <a:r>
                  <a:rPr lang="zh-CN" altLang="en-US" dirty="0"/>
                  <a:t>例如，将整数</a:t>
                </a:r>
                <a14:m>
                  <m:oMath xmlns:m="http://schemas.openxmlformats.org/officeDocument/2006/math">
                    <m:r>
                      <a:rPr lang="en-AU" altLang="zh-CN" i="1" dirty="0" smtClean="0">
                        <a:latin typeface="Cambria Math" panose="02040503050406030204" pitchFamily="18" charset="0"/>
                      </a:rPr>
                      <m:t>𝑖</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0</m:t>
                    </m:r>
                    <m:r>
                      <a:rPr lang="en-AU" altLang="zh-CN" i="1" dirty="0" smtClean="0">
                        <a:latin typeface="Cambria Math" panose="02040503050406030204" pitchFamily="18" charset="0"/>
                      </a:rPr>
                      <m:t> </m:t>
                    </m:r>
                  </m:oMath>
                </a14:m>
                <a:r>
                  <a:rPr lang="zh-CN" altLang="en-US" dirty="0"/>
                  <a:t>表示为字符串</a:t>
                </a:r>
                <a14:m>
                  <m:oMath xmlns:m="http://schemas.openxmlformats.org/officeDocument/2006/math">
                    <m:sSup>
                      <m:sSupPr>
                        <m:ctrlPr>
                          <a:rPr lang="en-US" altLang="zh-CN" i="1" smtClean="0">
                            <a:latin typeface="Cambria Math" panose="02040503050406030204" pitchFamily="18" charset="0"/>
                          </a:rPr>
                        </m:ctrlPr>
                      </m:sSupPr>
                      <m:e>
                        <m:r>
                          <a:rPr lang="en-AU" altLang="zh-CN" b="0" i="1" smtClean="0">
                            <a:latin typeface="Cambria Math" panose="02040503050406030204" pitchFamily="18" charset="0"/>
                          </a:rPr>
                          <m:t>0</m:t>
                        </m:r>
                      </m:e>
                      <m:sup>
                        <m:r>
                          <a:rPr lang="en-AU" altLang="zh-CN" b="0" i="1" smtClean="0">
                            <a:latin typeface="Cambria Math" panose="02040503050406030204" pitchFamily="18" charset="0"/>
                          </a:rPr>
                          <m:t>𝑖</m:t>
                        </m:r>
                      </m:sup>
                    </m:sSup>
                  </m:oMath>
                </a14:m>
                <a:endParaRPr lang="en-AU" altLang="zh-CN" dirty="0"/>
              </a:p>
              <a:p>
                <a:r>
                  <a:rPr lang="zh-CN" altLang="en-US" dirty="0"/>
                  <a:t>若计算</a:t>
                </a:r>
                <a14:m>
                  <m:oMath xmlns:m="http://schemas.openxmlformats.org/officeDocument/2006/math">
                    <m:r>
                      <a:rPr lang="en-AU" altLang="zh-CN" i="1" dirty="0" smtClean="0">
                        <a:latin typeface="Cambria Math" panose="02040503050406030204" pitchFamily="18" charset="0"/>
                      </a:rPr>
                      <m:t>𝑘</m:t>
                    </m:r>
                  </m:oMath>
                </a14:m>
                <a:r>
                  <a:rPr lang="zh-CN" altLang="en-US" dirty="0"/>
                  <a:t>个自变量</a:t>
                </a:r>
                <a14:m>
                  <m:oMath xmlns:m="http://schemas.openxmlformats.org/officeDocument/2006/math">
                    <m:sSub>
                      <m:sSubPr>
                        <m:ctrlPr>
                          <a:rPr lang="en-US" altLang="zh-CN" i="1" smtClean="0">
                            <a:latin typeface="Cambria Math" panose="02040503050406030204" pitchFamily="18" charset="0"/>
                          </a:rPr>
                        </m:ctrlPr>
                      </m:sSubPr>
                      <m:e>
                        <m:r>
                          <a:rPr lang="en-AU" altLang="zh-CN" b="0" i="1" smtClean="0">
                            <a:latin typeface="Cambria Math" panose="02040503050406030204" pitchFamily="18" charset="0"/>
                          </a:rPr>
                          <m:t>𝑖</m:t>
                        </m:r>
                      </m:e>
                      <m:sub>
                        <m:r>
                          <a:rPr lang="en-AU" altLang="zh-CN" b="0" i="1" smtClean="0">
                            <a:latin typeface="Cambria Math" panose="02040503050406030204" pitchFamily="18" charset="0"/>
                          </a:rPr>
                          <m:t>1</m:t>
                        </m:r>
                      </m:sub>
                    </m:sSub>
                  </m:oMath>
                </a14:m>
                <a:r>
                  <a:rPr lang="en-AU" altLang="zh-CN" dirty="0"/>
                  <a: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b="0" i="1" smtClean="0">
                            <a:latin typeface="Cambria Math" panose="02040503050406030204" pitchFamily="18" charset="0"/>
                          </a:rPr>
                          <m:t>2</m:t>
                        </m:r>
                      </m:sub>
                    </m:sSub>
                  </m:oMath>
                </a14:m>
                <a:r>
                  <a:rPr lang="en-AU" altLang="zh-CN" dirty="0"/>
                  <a:t>,</a:t>
                </a:r>
                <a14:m>
                  <m:oMath xmlns:m="http://schemas.openxmlformats.org/officeDocument/2006/math">
                    <m:r>
                      <a:rPr lang="en-AU" altLang="zh-CN" i="1" dirty="0" smtClean="0">
                        <a:latin typeface="Cambria Math" panose="02040503050406030204" pitchFamily="18" charset="0"/>
                        <a:ea typeface="Cambria Math" panose="02040503050406030204" pitchFamily="18" charset="0"/>
                      </a:rPr>
                      <m:t>⋯</m:t>
                    </m:r>
                  </m:oMath>
                </a14:m>
                <a:r>
                  <a:rPr lang="en-US" altLang="zh-CN" dirty="0"/>
                  <a:t>,</a:t>
                </a:r>
                <a14:m>
                  <m:oMath xmlns:m="http://schemas.openxmlformats.org/officeDocument/2006/math">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b="0" i="1" smtClean="0">
                            <a:latin typeface="Cambria Math" panose="02040503050406030204" pitchFamily="18" charset="0"/>
                          </a:rPr>
                          <m:t>𝑘</m:t>
                        </m:r>
                      </m:sub>
                    </m:sSub>
                  </m:oMath>
                </a14:m>
                <a:r>
                  <a:rPr lang="zh-CN" altLang="en-US" dirty="0"/>
                  <a:t>的函数</a:t>
                </a:r>
                <a14:m>
                  <m:oMath xmlns:m="http://schemas.openxmlformats.org/officeDocument/2006/math">
                    <m:r>
                      <a:rPr lang="en-AU" altLang="zh-CN" b="0" i="1" smtClean="0">
                        <a:latin typeface="Cambria Math" panose="02040503050406030204" pitchFamily="18" charset="0"/>
                      </a:rPr>
                      <m:t>𝑓</m:t>
                    </m:r>
                  </m:oMath>
                </a14:m>
                <a:r>
                  <a:rPr lang="zh-CN" altLang="en-US" dirty="0"/>
                  <a:t>，用</a:t>
                </a:r>
                <a:endParaRPr lang="en-AU" altLang="zh-CN" dirty="0"/>
              </a:p>
              <a:p>
                <a:pPr marL="0" indent="0">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AU" altLang="zh-CN" i="1">
                              <a:latin typeface="Cambria Math" panose="02040503050406030204" pitchFamily="18" charset="0"/>
                            </a:rPr>
                            <m:t>0</m:t>
                          </m:r>
                        </m:e>
                        <m:sup>
                          <m:sSub>
                            <m:sSubPr>
                              <m:ctrlPr>
                                <a:rPr lang="en-AU" altLang="zh-CN" i="1" smtClean="0">
                                  <a:latin typeface="Cambria Math" panose="02040503050406030204" pitchFamily="18" charset="0"/>
                                </a:rPr>
                              </m:ctrlPr>
                            </m:sSubPr>
                            <m:e>
                              <m:r>
                                <a:rPr lang="en-AU" altLang="zh-CN" b="0" i="1" smtClean="0">
                                  <a:latin typeface="Cambria Math" panose="02040503050406030204" pitchFamily="18" charset="0"/>
                                </a:rPr>
                                <m:t>𝑖</m:t>
                              </m:r>
                            </m:e>
                            <m:sub>
                              <m:r>
                                <a:rPr lang="en-AU" altLang="zh-CN" b="0" i="1" smtClean="0">
                                  <a:latin typeface="Cambria Math" panose="02040503050406030204" pitchFamily="18" charset="0"/>
                                </a:rPr>
                                <m:t>1</m:t>
                              </m:r>
                            </m:sub>
                          </m:sSub>
                        </m:sup>
                      </m:sSup>
                      <m:sSup>
                        <m:sSupPr>
                          <m:ctrlPr>
                            <a:rPr lang="en-US" altLang="zh-CN" i="1">
                              <a:latin typeface="Cambria Math" panose="02040503050406030204" pitchFamily="18" charset="0"/>
                            </a:rPr>
                          </m:ctrlPr>
                        </m:sSupPr>
                        <m:e>
                          <m:r>
                            <a:rPr lang="en-AU" altLang="zh-CN" b="0" i="1" smtClean="0">
                              <a:latin typeface="Cambria Math" panose="02040503050406030204" pitchFamily="18" charset="0"/>
                            </a:rPr>
                            <m:t>1</m:t>
                          </m:r>
                          <m:r>
                            <a:rPr lang="en-AU" altLang="zh-CN" i="1">
                              <a:latin typeface="Cambria Math" panose="02040503050406030204" pitchFamily="18" charset="0"/>
                            </a:rPr>
                            <m:t>0</m:t>
                          </m:r>
                        </m:e>
                        <m:sup>
                          <m:sSub>
                            <m:sSubPr>
                              <m:ctrlPr>
                                <a:rPr lang="en-AU"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b="0" i="1" smtClean="0">
                                  <a:latin typeface="Cambria Math" panose="02040503050406030204" pitchFamily="18" charset="0"/>
                                </a:rPr>
                                <m:t>2</m:t>
                              </m:r>
                            </m:sub>
                          </m:sSub>
                        </m:sup>
                      </m:sSup>
                      <m:r>
                        <a:rPr lang="en-AU" altLang="zh-CN" i="1" dirty="0">
                          <a:latin typeface="Cambria Math" panose="02040503050406030204" pitchFamily="18" charset="0"/>
                          <a:ea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1</m:t>
                      </m:r>
                      <m:sSup>
                        <m:sSupPr>
                          <m:ctrlPr>
                            <a:rPr lang="en-US" altLang="zh-CN" i="1">
                              <a:latin typeface="Cambria Math" panose="02040503050406030204" pitchFamily="18" charset="0"/>
                            </a:rPr>
                          </m:ctrlPr>
                        </m:sSupPr>
                        <m:e>
                          <m:r>
                            <a:rPr lang="en-AU" altLang="zh-CN" i="1">
                              <a:latin typeface="Cambria Math" panose="02040503050406030204" pitchFamily="18" charset="0"/>
                            </a:rPr>
                            <m:t>0</m:t>
                          </m:r>
                        </m:e>
                        <m:sup>
                          <m:sSub>
                            <m:sSubPr>
                              <m:ctrlPr>
                                <a:rPr lang="en-AU"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b="0" i="1" smtClean="0">
                                  <a:latin typeface="Cambria Math" panose="02040503050406030204" pitchFamily="18" charset="0"/>
                                </a:rPr>
                                <m:t>𝑘</m:t>
                              </m:r>
                            </m:sub>
                          </m:sSub>
                        </m:sup>
                      </m:sSup>
                    </m:oMath>
                  </m:oMathPara>
                </a14:m>
                <a:endParaRPr lang="en-AU" altLang="zh-CN" dirty="0"/>
              </a:p>
              <a:p>
                <a:pPr marL="0" indent="0">
                  <a:buNone/>
                </a:pPr>
                <a:r>
                  <a:rPr lang="zh-CN" altLang="en-US" dirty="0"/>
                  <a:t>作为图灵机</a:t>
                </a:r>
                <a14:m>
                  <m:oMath xmlns:m="http://schemas.openxmlformats.org/officeDocument/2006/math">
                    <m:r>
                      <a:rPr lang="en-AU" altLang="zh-CN" b="0" i="1" smtClean="0">
                        <a:latin typeface="Cambria Math" panose="02040503050406030204" pitchFamily="18" charset="0"/>
                      </a:rPr>
                      <m:t>𝑀</m:t>
                    </m:r>
                  </m:oMath>
                </a14:m>
                <a:r>
                  <a:rPr lang="zh-CN" altLang="en-US" dirty="0"/>
                  <a:t>的输入</a:t>
                </a:r>
                <a:endParaRPr lang="en-AU" altLang="zh-CN" dirty="0"/>
              </a:p>
              <a:p>
                <a:r>
                  <a:rPr lang="zh-CN" altLang="en-US" dirty="0"/>
                  <a:t>当</a:t>
                </a:r>
                <a14:m>
                  <m:oMath xmlns:m="http://schemas.openxmlformats.org/officeDocument/2006/math">
                    <m:r>
                      <a:rPr lang="en-AU" altLang="zh-CN" b="0" i="1" smtClean="0">
                        <a:latin typeface="Cambria Math" panose="02040503050406030204" pitchFamily="18" charset="0"/>
                      </a:rPr>
                      <m:t>𝑀</m:t>
                    </m:r>
                    <m:r>
                      <a:rPr lang="zh-CN" altLang="en-US" i="1">
                        <a:latin typeface="Cambria Math" panose="02040503050406030204" pitchFamily="18" charset="0"/>
                      </a:rPr>
                      <m:t>停机</m:t>
                    </m:r>
                  </m:oMath>
                </a14:m>
                <a:r>
                  <a:rPr lang="zh-CN" altLang="en-US" dirty="0"/>
                  <a:t>且输入带上为</a:t>
                </a:r>
                <a14:m>
                  <m:oMath xmlns:m="http://schemas.openxmlformats.org/officeDocument/2006/math">
                    <m:sSup>
                      <m:sSupPr>
                        <m:ctrlPr>
                          <a:rPr lang="en-US" altLang="zh-CN" i="1">
                            <a:latin typeface="Cambria Math" panose="02040503050406030204" pitchFamily="18" charset="0"/>
                          </a:rPr>
                        </m:ctrlPr>
                      </m:sSupPr>
                      <m:e>
                        <m:r>
                          <a:rPr lang="en-AU" altLang="zh-CN" i="1">
                            <a:latin typeface="Cambria Math" panose="02040503050406030204" pitchFamily="18" charset="0"/>
                          </a:rPr>
                          <m:t>0</m:t>
                        </m:r>
                      </m:e>
                      <m:sup>
                        <m:r>
                          <a:rPr lang="en-AU" altLang="zh-CN" b="0" i="1" smtClean="0">
                            <a:latin typeface="Cambria Math" panose="02040503050406030204" pitchFamily="18" charset="0"/>
                          </a:rPr>
                          <m:t>𝑚</m:t>
                        </m:r>
                      </m:sup>
                    </m:sSup>
                  </m:oMath>
                </a14:m>
                <a:r>
                  <a:rPr lang="zh-CN" altLang="en-US" dirty="0"/>
                  <a:t>，表示计算</a:t>
                </a:r>
                <a:br>
                  <a:rPr lang="en-AU" altLang="zh-CN" dirty="0"/>
                </a:b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rPr>
                        <m:t>𝑓</m:t>
                      </m:r>
                      <m:d>
                        <m:dPr>
                          <m:ctrlPr>
                            <a:rPr lang="en-AU"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i="1">
                                  <a:latin typeface="Cambria Math" panose="02040503050406030204" pitchFamily="18" charset="0"/>
                                </a:rPr>
                                <m:t>1</m:t>
                              </m:r>
                            </m:sub>
                          </m:sSub>
                          <m:r>
                            <m:rPr>
                              <m:nor/>
                            </m:rPr>
                            <a:rPr lang="en-AU" altLang="zh-CN" dirty="0">
                              <a:latin typeface="Cambria Math" panose="02040503050406030204" pitchFamily="18" charset="0"/>
                            </a:rPr>
                            <m:t>,</m:t>
                          </m:r>
                          <m:r>
                            <m:rPr>
                              <m:nor/>
                            </m:rPr>
                            <a:rPr lang="en-US" altLang="zh-CN" dirty="0">
                              <a:latin typeface="Cambria Math" panose="02040503050406030204" pitchFamily="18" charset="0"/>
                            </a:rPr>
                            <m:t> </m:t>
                          </m:r>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i="1">
                                  <a:latin typeface="Cambria Math" panose="02040503050406030204" pitchFamily="18" charset="0"/>
                                </a:rPr>
                                <m:t>2</m:t>
                              </m:r>
                            </m:sub>
                          </m:sSub>
                          <m:r>
                            <m:rPr>
                              <m:nor/>
                            </m:rPr>
                            <a:rPr lang="en-AU" altLang="zh-CN" dirty="0">
                              <a:latin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m:t>
                          </m:r>
                          <m:r>
                            <m:rPr>
                              <m:nor/>
                            </m:rPr>
                            <a:rPr lang="en-US" altLang="zh-CN" dirty="0">
                              <a:latin typeface="Cambria Math" panose="02040503050406030204" pitchFamily="18" charset="0"/>
                            </a:rPr>
                            <m:t>,</m:t>
                          </m:r>
                          <m:sSub>
                            <m:sSubPr>
                              <m:ctrlPr>
                                <a:rPr lang="en-US" altLang="zh-CN" i="1">
                                  <a:latin typeface="Cambria Math" panose="02040503050406030204" pitchFamily="18" charset="0"/>
                                </a:rPr>
                              </m:ctrlPr>
                            </m:sSubPr>
                            <m:e>
                              <m:r>
                                <a:rPr lang="en-AU" altLang="zh-CN" i="1">
                                  <a:latin typeface="Cambria Math" panose="02040503050406030204" pitchFamily="18" charset="0"/>
                                </a:rPr>
                                <m:t>𝑖</m:t>
                              </m:r>
                            </m:e>
                            <m:sub>
                              <m:r>
                                <a:rPr lang="en-AU" altLang="zh-CN" i="1">
                                  <a:latin typeface="Cambria Math" panose="02040503050406030204" pitchFamily="18" charset="0"/>
                                </a:rPr>
                                <m:t>𝑘</m:t>
                              </m:r>
                            </m:sub>
                          </m:sSub>
                        </m:e>
                      </m:d>
                      <m:r>
                        <a:rPr lang="en-AU" altLang="zh-CN" b="0" i="1" smtClean="0">
                          <a:latin typeface="Cambria Math" panose="02040503050406030204" pitchFamily="18" charset="0"/>
                        </a:rPr>
                        <m:t>=</m:t>
                      </m:r>
                      <m:r>
                        <a:rPr lang="en-AU" altLang="zh-CN" b="0" i="1" smtClean="0">
                          <a:latin typeface="Cambria Math" panose="02040503050406030204" pitchFamily="18" charset="0"/>
                        </a:rPr>
                        <m:t>𝑚</m:t>
                      </m:r>
                    </m:oMath>
                  </m:oMathPara>
                </a14:m>
                <a:endParaRPr lang="zh-CN" alt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58800" y="1166018"/>
                <a:ext cx="8229600" cy="4525963"/>
              </a:xfrm>
              <a:blipFill rotWithShape="1">
                <a:blip r:embed="rId1"/>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4000" dirty="0">
                    <a:latin typeface="Times New Roman" panose="02020603050405020304" pitchFamily="18" charset="0"/>
                    <a:cs typeface="Times New Roman" panose="02020603050405020304" pitchFamily="18" charset="0"/>
                  </a:rPr>
                  <a:t>设计整数真减法的图灵机</a:t>
                </a:r>
                <a:endParaRPr lang="en-AU" altLang="zh-CN" sz="40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AU" altLang="zh-CN" sz="4000" b="0" i="1" smtClean="0">
                          <a:latin typeface="Cambria Math" panose="02040503050406030204" pitchFamily="18" charset="0"/>
                          <a:cs typeface="Cambria Math" panose="02040503050406030204" pitchFamily="18" charset="0"/>
                        </a:rPr>
                        <m:t>𝑚</m:t>
                      </m:r>
                      <m:r>
                        <a:rPr lang="en-AU" altLang="zh-CN" sz="4000" b="0" i="1" smtClean="0">
                          <a:latin typeface="Cambria Math" panose="02040503050406030204" pitchFamily="18" charset="0"/>
                          <a:ea typeface="MS Mincho" panose="02020609040205080304" charset="-128"/>
                          <a:cs typeface="Cambria Math" panose="02040503050406030204" pitchFamily="18" charset="0"/>
                        </a:rPr>
                        <m:t>∸</m:t>
                      </m:r>
                      <m:r>
                        <a:rPr lang="en-AU" altLang="zh-CN" sz="4000" b="0" i="1" smtClean="0">
                          <a:latin typeface="Cambria Math" panose="02040503050406030204" pitchFamily="18" charset="0"/>
                          <a:cs typeface="Cambria Math" panose="02040503050406030204" pitchFamily="18" charset="0"/>
                        </a:rPr>
                        <m:t>𝑛</m:t>
                      </m:r>
                      <m:r>
                        <a:rPr lang="en-AU" altLang="zh-CN" sz="4000" b="0" i="1" smtClean="0">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AU" altLang="zh-CN" sz="4000" b="0" i="1" smtClean="0">
                              <a:latin typeface="Cambria Math" panose="02040503050406030204" pitchFamily="18" charset="0"/>
                              <a:cs typeface="Cambria Math" panose="02040503050406030204" pitchFamily="18" charset="0"/>
                            </a:rPr>
                          </m:ctrlPr>
                        </m:dPr>
                        <m:e>
                          <m:eqArr>
                            <m:eqArrPr>
                              <m:ctrlPr>
                                <a:rPr lang="en-AU" altLang="zh-CN" sz="4000" b="0" i="1" smtClean="0">
                                  <a:latin typeface="Cambria Math" panose="02040503050406030204" pitchFamily="18" charset="0"/>
                                  <a:cs typeface="Cambria Math" panose="02040503050406030204" pitchFamily="18" charset="0"/>
                                </a:rPr>
                              </m:ctrlPr>
                            </m:eqArrPr>
                            <m:e>
                              <m:r>
                                <a:rPr lang="en-AU" altLang="zh-CN" sz="4000" b="0" i="1" smtClean="0">
                                  <a:latin typeface="Cambria Math" panose="02040503050406030204" pitchFamily="18" charset="0"/>
                                  <a:cs typeface="Cambria Math" panose="02040503050406030204" pitchFamily="18" charset="0"/>
                                </a:rPr>
                                <m:t>𝑚</m:t>
                              </m:r>
                              <m:r>
                                <a:rPr lang="en-AU" altLang="zh-CN" sz="4000" b="0" i="1" smtClean="0">
                                  <a:latin typeface="Cambria Math" panose="02040503050406030204" pitchFamily="18" charset="0"/>
                                  <a:ea typeface="MS Mincho" panose="02020609040205080304" charset="-128"/>
                                  <a:cs typeface="Cambria Math" panose="02040503050406030204" pitchFamily="18" charset="0"/>
                                </a:rPr>
                                <m:t>−</m:t>
                              </m:r>
                              <m:r>
                                <a:rPr lang="en-AU" altLang="zh-CN" sz="4000" b="0" i="1" smtClean="0">
                                  <a:latin typeface="Cambria Math" panose="02040503050406030204" pitchFamily="18" charset="0"/>
                                  <a:cs typeface="Cambria Math" panose="02040503050406030204" pitchFamily="18" charset="0"/>
                                </a:rPr>
                                <m:t>𝑛</m:t>
                              </m:r>
                              <m:r>
                                <a:rPr lang="en-AU" altLang="zh-CN" sz="4000" b="0" i="1" smtClean="0">
                                  <a:latin typeface="Cambria Math" panose="02040503050406030204" pitchFamily="18" charset="0"/>
                                  <a:ea typeface="MS Mincho" panose="02020609040205080304" charset="-128"/>
                                  <a:cs typeface="Cambria Math" panose="02040503050406030204" pitchFamily="18" charset="0"/>
                                </a:rPr>
                                <m:t>,</m:t>
                              </m:r>
                              <m:r>
                                <a:rPr lang="en-AU" altLang="zh-CN" sz="4000" b="0" i="1" smtClean="0">
                                  <a:latin typeface="Cambria Math" panose="02040503050406030204" pitchFamily="18" charset="0"/>
                                  <a:cs typeface="Cambria Math" panose="02040503050406030204" pitchFamily="18" charset="0"/>
                                </a:rPr>
                                <m:t>𝑚</m:t>
                              </m:r>
                              <m:r>
                                <a:rPr lang="en-AU" altLang="zh-CN" sz="4000" b="0" i="1" smtClean="0">
                                  <a:latin typeface="Cambria Math" panose="02040503050406030204" pitchFamily="18" charset="0"/>
                                  <a:ea typeface="MS Mincho" panose="02020609040205080304" charset="-128"/>
                                  <a:cs typeface="Cambria Math" panose="02040503050406030204" pitchFamily="18" charset="0"/>
                                </a:rPr>
                                <m:t>≥</m:t>
                              </m:r>
                              <m:r>
                                <a:rPr lang="en-AU" altLang="zh-CN" sz="4000" b="0" i="1" smtClean="0">
                                  <a:latin typeface="Cambria Math" panose="02040503050406030204" pitchFamily="18" charset="0"/>
                                  <a:ea typeface="Cambria Math" panose="02040503050406030204" pitchFamily="18" charset="0"/>
                                  <a:cs typeface="Cambria Math" panose="02040503050406030204" pitchFamily="18" charset="0"/>
                                </a:rPr>
                                <m:t>𝑛</m:t>
                              </m:r>
                            </m:e>
                            <m:e>
                              <m:r>
                                <a:rPr lang="en-AU" altLang="zh-CN" sz="4000" b="0" i="1" smtClean="0">
                                  <a:latin typeface="Cambria Math" panose="02040503050406030204" pitchFamily="18" charset="0"/>
                                  <a:ea typeface="MS Mincho" panose="02020609040205080304" charset="-128"/>
                                  <a:cs typeface="Cambria Math" panose="02040503050406030204" pitchFamily="18" charset="0"/>
                                </a:rPr>
                                <m:t>0</m:t>
                              </m:r>
                              <m:r>
                                <a:rPr lang="en-AU" altLang="zh-CN" sz="4000" b="0" i="1" smtClean="0">
                                  <a:latin typeface="Cambria Math" panose="02040503050406030204" pitchFamily="18" charset="0"/>
                                  <a:ea typeface="MS Mincho" panose="02020609040205080304" charset="-128"/>
                                  <a:cs typeface="Cambria Math" panose="02040503050406030204" pitchFamily="18" charset="0"/>
                                </a:rPr>
                                <m:t>,</m:t>
                              </m:r>
                              <m:r>
                                <a:rPr lang="en-AU" altLang="zh-CN" sz="4000" b="0" i="1" smtClean="0">
                                  <a:latin typeface="Cambria Math" panose="02040503050406030204" pitchFamily="18" charset="0"/>
                                  <a:cs typeface="Cambria Math" panose="02040503050406030204" pitchFamily="18" charset="0"/>
                                </a:rPr>
                                <m:t>𝑚</m:t>
                              </m:r>
                              <m:r>
                                <a:rPr lang="en-AU" altLang="zh-CN" sz="4000" b="0" i="1" smtClean="0">
                                  <a:latin typeface="Cambria Math" panose="02040503050406030204" pitchFamily="18" charset="0"/>
                                  <a:ea typeface="MS Mincho" panose="02020609040205080304" charset="-128"/>
                                  <a:cs typeface="Cambria Math" panose="02040503050406030204" pitchFamily="18" charset="0"/>
                                </a:rPr>
                                <m:t>&lt;</m:t>
                              </m:r>
                              <m:r>
                                <a:rPr lang="en-AU" altLang="zh-CN" sz="4000" b="0" i="1" smtClean="0">
                                  <a:latin typeface="Cambria Math" panose="02040503050406030204" pitchFamily="18" charset="0"/>
                                  <a:cs typeface="Cambria Math" panose="02040503050406030204" pitchFamily="18" charset="0"/>
                                </a:rPr>
                                <m:t>𝑛</m:t>
                              </m:r>
                            </m:e>
                          </m:eqArr>
                        </m:e>
                      </m:d>
                    </m:oMath>
                  </m:oMathPara>
                </a14:m>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914400" y="635000"/>
                <a:ext cx="7315200" cy="2143125"/>
              </a:xfrm>
              <a:prstGeom prst="rect">
                <a:avLst/>
              </a:prstGeom>
              <a:blipFill rotWithShape="1">
                <a:blip r:embed="rId3"/>
                <a:stretch>
                  <a:fillRect/>
                </a:stretch>
              </a:blipFill>
            </p:spPr>
            <p:txBody>
              <a:bodyPr/>
              <a:lstStyle/>
              <a:p>
                <a:r>
                  <a:rPr lang="zh-CN" altLang="en-US">
                    <a:noFill/>
                  </a:rPr>
                  <a:t> </a:t>
                </a:r>
              </a:p>
            </p:txBody>
          </p:sp>
        </mc:Fallback>
      </mc:AlternateContent>
      <p:sp>
        <p:nvSpPr>
          <p:cNvPr id="8" name="矩形: 圆角 7"/>
          <p:cNvSpPr/>
          <p:nvPr>
            <p:custDataLst>
              <p:tags r:id="rId4"/>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p:cNvSpPr/>
          <p:nvPr>
            <p:custDataLst>
              <p:tags r:id="rId5"/>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3" name="组合 12"/>
          <p:cNvGrpSpPr/>
          <p:nvPr>
            <p:custDataLst>
              <p:tags r:id="rId6"/>
            </p:custDataLst>
          </p:nvPr>
        </p:nvGrpSpPr>
        <p:grpSpPr>
          <a:xfrm>
            <a:off x="0" y="0"/>
            <a:ext cx="9144000" cy="635000"/>
            <a:chOff x="0" y="0"/>
            <a:chExt cx="9144000" cy="635000"/>
          </a:xfrm>
        </p:grpSpPr>
        <p:sp>
          <p:nvSpPr>
            <p:cNvPr id="9"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11"/>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3"/>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66018"/>
                <a:ext cx="8229600" cy="4525963"/>
              </a:xfrm>
            </p:spPr>
            <p:txBody>
              <a:bodyPr>
                <a:normAutofit fontScale="85000" lnSpcReduction="20000"/>
              </a:bodyPr>
              <a:lstStyle/>
              <a:p>
                <a:r>
                  <a:rPr lang="zh-CN" altLang="en-US" dirty="0">
                    <a:latin typeface="Times New Roman" panose="02020603050405020304" pitchFamily="18" charset="0"/>
                    <a:cs typeface="Times New Roman" panose="02020603050405020304" pitchFamily="18" charset="0"/>
                  </a:rPr>
                  <a:t>例：设计整数真减法的图灵机</a:t>
                </a:r>
                <a:endParaRPr lang="en-AU" altLang="zh-CN"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cs typeface="Cambria Math" panose="02040503050406030204" pitchFamily="18" charset="0"/>
                        </a:rPr>
                        <m:t>𝑚</m:t>
                      </m:r>
                      <m:r>
                        <a:rPr lang="en-AU" altLang="zh-CN" b="0" i="1" smtClean="0">
                          <a:latin typeface="Cambria Math" panose="02040503050406030204" pitchFamily="18" charset="0"/>
                          <a:ea typeface="MS Mincho" panose="02020609040205080304" charset="-128"/>
                          <a:cs typeface="Cambria Math" panose="02040503050406030204" pitchFamily="18" charset="0"/>
                        </a:rPr>
                        <m:t>∸</m:t>
                      </m:r>
                      <m:r>
                        <a:rPr lang="en-AU" altLang="zh-CN" b="0" i="1" smtClean="0">
                          <a:latin typeface="Cambria Math" panose="02040503050406030204" pitchFamily="18" charset="0"/>
                          <a:cs typeface="Cambria Math" panose="02040503050406030204" pitchFamily="18" charset="0"/>
                        </a:rPr>
                        <m:t>𝑛</m:t>
                      </m:r>
                      <m:r>
                        <a:rPr lang="en-AU" altLang="zh-CN" b="0" i="1" smtClean="0">
                          <a:latin typeface="Cambria Math" panose="02040503050406030204" pitchFamily="18" charset="0"/>
                          <a:ea typeface="MS Mincho" panose="02020609040205080304" charset="-128"/>
                          <a:cs typeface="Cambria Math" panose="02040503050406030204" pitchFamily="18" charset="0"/>
                        </a:rPr>
                        <m:t>=</m:t>
                      </m:r>
                      <m:d>
                        <m:dPr>
                          <m:begChr m:val="{"/>
                          <m:endChr m:val=""/>
                          <m:ctrlPr>
                            <a:rPr lang="en-AU" altLang="zh-CN" b="0" i="1" smtClean="0">
                              <a:latin typeface="Cambria Math" panose="02040503050406030204" pitchFamily="18" charset="0"/>
                              <a:cs typeface="Cambria Math" panose="02040503050406030204" pitchFamily="18" charset="0"/>
                            </a:rPr>
                          </m:ctrlPr>
                        </m:dPr>
                        <m:e>
                          <m:eqArr>
                            <m:eqArrPr>
                              <m:ctrlPr>
                                <a:rPr lang="en-AU" altLang="zh-CN" b="0" i="1" smtClean="0">
                                  <a:latin typeface="Cambria Math" panose="02040503050406030204" pitchFamily="18" charset="0"/>
                                  <a:cs typeface="Cambria Math" panose="02040503050406030204" pitchFamily="18" charset="0"/>
                                </a:rPr>
                              </m:ctrlPr>
                            </m:eqArrPr>
                            <m:e>
                              <m:r>
                                <a:rPr lang="en-AU" altLang="zh-CN" b="0" i="1" smtClean="0">
                                  <a:latin typeface="Cambria Math" panose="02040503050406030204" pitchFamily="18" charset="0"/>
                                  <a:cs typeface="Cambria Math" panose="02040503050406030204" pitchFamily="18" charset="0"/>
                                </a:rPr>
                                <m:t>𝑚</m:t>
                              </m:r>
                              <m:r>
                                <a:rPr lang="en-AU" altLang="zh-CN" b="0" i="1" smtClean="0">
                                  <a:latin typeface="Cambria Math" panose="02040503050406030204" pitchFamily="18" charset="0"/>
                                  <a:ea typeface="MS Mincho" panose="02020609040205080304" charset="-128"/>
                                  <a:cs typeface="Cambria Math" panose="02040503050406030204" pitchFamily="18" charset="0"/>
                                </a:rPr>
                                <m:t>−</m:t>
                              </m:r>
                              <m:r>
                                <a:rPr lang="en-AU" altLang="zh-CN" b="0" i="1" smtClean="0">
                                  <a:latin typeface="Cambria Math" panose="02040503050406030204" pitchFamily="18" charset="0"/>
                                  <a:cs typeface="Cambria Math" panose="02040503050406030204" pitchFamily="18" charset="0"/>
                                </a:rPr>
                                <m:t>𝑛</m:t>
                              </m:r>
                              <m:r>
                                <a:rPr lang="en-AU" altLang="zh-CN" b="0" i="1" smtClean="0">
                                  <a:latin typeface="Cambria Math" panose="02040503050406030204" pitchFamily="18" charset="0"/>
                                  <a:ea typeface="MS Mincho" panose="02020609040205080304" charset="-128"/>
                                  <a:cs typeface="Cambria Math" panose="02040503050406030204" pitchFamily="18" charset="0"/>
                                </a:rPr>
                                <m:t>,</m:t>
                              </m:r>
                              <m:r>
                                <a:rPr lang="en-AU" altLang="zh-CN" b="0" i="1" smtClean="0">
                                  <a:latin typeface="Cambria Math" panose="02040503050406030204" pitchFamily="18" charset="0"/>
                                  <a:cs typeface="Cambria Math" panose="02040503050406030204" pitchFamily="18" charset="0"/>
                                </a:rPr>
                                <m:t>𝑚</m:t>
                              </m:r>
                              <m:r>
                                <a:rPr lang="en-AU" altLang="zh-CN" b="0" i="1" smtClean="0">
                                  <a:latin typeface="Cambria Math" panose="02040503050406030204" pitchFamily="18" charset="0"/>
                                  <a:ea typeface="MS Mincho" panose="02020609040205080304" charset="-128"/>
                                  <a:cs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cs typeface="Cambria Math" panose="02040503050406030204" pitchFamily="18" charset="0"/>
                                </a:rPr>
                                <m:t>𝑛</m:t>
                              </m:r>
                            </m:e>
                            <m:e>
                              <m:r>
                                <a:rPr lang="en-AU" b="0" i="1" smtClean="0">
                                  <a:latin typeface="Cambria Math" panose="02040503050406030204" pitchFamily="18" charset="0"/>
                                  <a:ea typeface="MS Mincho" panose="02020609040205080304" charset="-128"/>
                                  <a:cs typeface="Cambria Math" panose="02040503050406030204" pitchFamily="18" charset="0"/>
                                </a:rPr>
                                <m:t>0</m:t>
                              </m:r>
                              <m:r>
                                <a:rPr lang="en-AU" b="0" i="1" smtClean="0">
                                  <a:latin typeface="Cambria Math" panose="02040503050406030204" pitchFamily="18" charset="0"/>
                                  <a:ea typeface="MS Mincho" panose="02020609040205080304" charset="-128"/>
                                  <a:cs typeface="Cambria Math" panose="02040503050406030204" pitchFamily="18" charset="0"/>
                                </a:rPr>
                                <m:t>,</m:t>
                              </m:r>
                              <m:r>
                                <a:rPr lang="en-AU" b="0" i="1" smtClean="0">
                                  <a:latin typeface="Cambria Math" panose="02040503050406030204" pitchFamily="18" charset="0"/>
                                  <a:cs typeface="Cambria Math" panose="02040503050406030204" pitchFamily="18" charset="0"/>
                                </a:rPr>
                                <m:t>𝑚</m:t>
                              </m:r>
                              <m:r>
                                <a:rPr lang="en-AU" b="0" i="1" smtClean="0">
                                  <a:latin typeface="Cambria Math" panose="02040503050406030204" pitchFamily="18" charset="0"/>
                                  <a:ea typeface="MS Mincho" panose="02020609040205080304" charset="-128"/>
                                  <a:cs typeface="Cambria Math" panose="02040503050406030204" pitchFamily="18" charset="0"/>
                                </a:rPr>
                                <m:t>&lt;</m:t>
                              </m:r>
                              <m:r>
                                <a:rPr lang="en-AU" b="0" i="1" smtClean="0">
                                  <a:latin typeface="Cambria Math" panose="02040503050406030204" pitchFamily="18" charset="0"/>
                                  <a:cs typeface="Cambria Math" panose="02040503050406030204" pitchFamily="18" charset="0"/>
                                </a:rPr>
                                <m:t>𝑛</m:t>
                              </m:r>
                            </m:e>
                          </m:eqArr>
                        </m:e>
                      </m:d>
                    </m:oMath>
                  </m:oMathPara>
                </a14:m>
                <a:endParaRPr lang="en-AU" altLang="zh-CN" b="0"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思路：</a:t>
                </a:r>
                <a:endParaRPr lang="en-AU"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开始时，带上符号为</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AU" altLang="zh-CN" i="1">
                            <a:latin typeface="Cambria Math" panose="02040503050406030204" pitchFamily="18" charset="0"/>
                            <a:ea typeface="MS Mincho" panose="02020609040205080304" charset="-128"/>
                            <a:cs typeface="Cambria Math" panose="02040503050406030204" pitchFamily="18" charset="0"/>
                          </a:rPr>
                          <m:t>0</m:t>
                        </m:r>
                      </m:e>
                      <m:sup>
                        <m:r>
                          <a:rPr lang="en-AU" altLang="zh-CN" b="0" i="1" smtClean="0">
                            <a:latin typeface="Cambria Math" panose="02040503050406030204" pitchFamily="18" charset="0"/>
                            <a:cs typeface="Cambria Math" panose="02040503050406030204" pitchFamily="18" charset="0"/>
                          </a:rPr>
                          <m:t>𝑚</m:t>
                        </m:r>
                      </m:sup>
                    </m:sSup>
                    <m:r>
                      <a:rPr lang="en-AU" altLang="zh-CN" b="0" i="1" smtClean="0">
                        <a:latin typeface="Cambria Math" panose="02040503050406030204" pitchFamily="18" charset="0"/>
                        <a:ea typeface="MS Mincho" panose="02020609040205080304" charset="-128"/>
                        <a:cs typeface="Cambria Math" panose="02040503050406030204" pitchFamily="18" charset="0"/>
                      </a:rPr>
                      <m:t>1</m:t>
                    </m:r>
                    <m:sSup>
                      <m:sSupPr>
                        <m:ctrlPr>
                          <a:rPr lang="en-US" altLang="zh-CN" i="1">
                            <a:latin typeface="Cambria Math" panose="02040503050406030204" pitchFamily="18" charset="0"/>
                            <a:cs typeface="Cambria Math" panose="02040503050406030204" pitchFamily="18" charset="0"/>
                          </a:rPr>
                        </m:ctrlPr>
                      </m:sSupPr>
                      <m:e>
                        <m:r>
                          <a:rPr lang="en-AU" altLang="zh-CN" i="1">
                            <a:latin typeface="Cambria Math" panose="02040503050406030204" pitchFamily="18" charset="0"/>
                            <a:ea typeface="MS Mincho" panose="02020609040205080304" charset="-128"/>
                            <a:cs typeface="Cambria Math" panose="02040503050406030204" pitchFamily="18" charset="0"/>
                          </a:rPr>
                          <m:t>0</m:t>
                        </m:r>
                      </m:e>
                      <m:sup>
                        <m:r>
                          <a:rPr lang="en-AU" altLang="zh-CN" i="1">
                            <a:latin typeface="Cambria Math" panose="02040503050406030204" pitchFamily="18" charset="0"/>
                            <a:cs typeface="Cambria Math" panose="02040503050406030204" pitchFamily="18" charset="0"/>
                          </a:rPr>
                          <m:t>𝑛</m:t>
                        </m:r>
                      </m:sup>
                    </m:sSup>
                  </m:oMath>
                </a14:m>
                <a:r>
                  <a:rPr lang="zh-CN" altLang="en-US" dirty="0">
                    <a:latin typeface="Times New Roman" panose="02020603050405020304" pitchFamily="18" charset="0"/>
                    <a:cs typeface="Times New Roman" panose="02020603050405020304" pitchFamily="18" charset="0"/>
                  </a:rPr>
                  <a:t>，结束时，带上的符号为</a:t>
                </a:r>
                <a14:m>
                  <m:oMath xmlns:m="http://schemas.openxmlformats.org/officeDocument/2006/math">
                    <m:r>
                      <a:rPr lang="en-US" altLang="zh-CN" i="1" dirty="0" smtClean="0">
                        <a:latin typeface="Cambria Math" panose="02040503050406030204" pitchFamily="18" charset="0"/>
                        <a:ea typeface="MS Mincho" panose="02020609040205080304" charset="-128"/>
                        <a:cs typeface="Cambria Math" panose="02040503050406030204" pitchFamily="18" charset="0"/>
                      </a:rPr>
                      <m:t>0</m:t>
                    </m:r>
                  </m:oMath>
                </a14:m>
                <a:r>
                  <a:rPr lang="zh-CN" altLang="en-US" dirty="0">
                    <a:latin typeface="Times New Roman" panose="02020603050405020304" pitchFamily="18" charset="0"/>
                    <a:cs typeface="Times New Roman" panose="02020603050405020304" pitchFamily="18" charset="0"/>
                  </a:rPr>
                  <a:t>（</a:t>
                </a:r>
                <a:r>
                  <a:rPr lang="en-AU" altLang="zh-CN" dirty="0">
                    <a:latin typeface="Times New Roman" panose="02020603050405020304" pitchFamily="18" charset="0"/>
                    <a:cs typeface="Times New Roman" panose="02020603050405020304" pitchFamily="18" charset="0"/>
                  </a:rPr>
                  <a:t> </a:t>
                </a:r>
                <a14:m>
                  <m:oMath xmlns:m="http://schemas.openxmlformats.org/officeDocument/2006/math">
                    <m:r>
                      <a:rPr lang="en-AU" altLang="zh-CN" i="1">
                        <a:latin typeface="Cambria Math" panose="02040503050406030204" pitchFamily="18" charset="0"/>
                        <a:cs typeface="Cambria Math" panose="02040503050406030204" pitchFamily="18" charset="0"/>
                      </a:rPr>
                      <m:t>𝑚</m:t>
                    </m:r>
                    <m:r>
                      <a:rPr lang="en-AU" altLang="zh-CN" i="1">
                        <a:latin typeface="Cambria Math" panose="02040503050406030204" pitchFamily="18" charset="0"/>
                        <a:ea typeface="MS Mincho" panose="02020609040205080304" charset="-128"/>
                        <a:cs typeface="Cambria Math" panose="02040503050406030204" pitchFamily="18" charset="0"/>
                      </a:rPr>
                      <m:t>≥</m:t>
                    </m:r>
                    <m:r>
                      <a:rPr lang="en-AU" altLang="zh-CN" i="1">
                        <a:latin typeface="Cambria Math" panose="02040503050406030204" pitchFamily="18" charset="0"/>
                        <a:ea typeface="Cambria Math" panose="02040503050406030204" pitchFamily="18" charset="0"/>
                        <a:cs typeface="Cambria Math" panose="02040503050406030204" pitchFamily="18" charset="0"/>
                      </a:rPr>
                      <m:t>𝑛</m:t>
                    </m:r>
                    <m:r>
                      <a:rPr lang="en-AU" altLang="zh-CN" i="1">
                        <a:latin typeface="Cambria Math" panose="02040503050406030204" pitchFamily="18" charset="0"/>
                        <a:ea typeface="MS Mincho" panose="02020609040205080304" charset="-128"/>
                        <a:cs typeface="Cambria Math" panose="02040503050406030204" pitchFamily="18" charset="0"/>
                      </a:rPr>
                      <m:t> </m:t>
                    </m:r>
                  </m:oMath>
                </a14:m>
                <a:r>
                  <a:rPr lang="zh-CN" altLang="en-US" dirty="0">
                    <a:latin typeface="Times New Roman" panose="02020603050405020304" pitchFamily="18" charset="0"/>
                    <a:cs typeface="Times New Roman" panose="02020603050405020304" pitchFamily="18" charset="0"/>
                  </a:rPr>
                  <a:t>）或者空格符</a:t>
                </a:r>
                <a:r>
                  <a:rPr lang="en-AU" altLang="zh-CN" dirty="0">
                    <a:latin typeface="Times New Roman" panose="02020603050405020304" pitchFamily="18" charset="0"/>
                    <a:cs typeface="Times New Roman" panose="02020603050405020304" pitchFamily="18" charset="0"/>
                  </a:rPr>
                  <a:t>(</a:t>
                </a:r>
                <a14:m>
                  <m:oMath xmlns:m="http://schemas.openxmlformats.org/officeDocument/2006/math">
                    <m:r>
                      <a:rPr lang="en-AU" altLang="zh-CN" i="1">
                        <a:latin typeface="Cambria Math" panose="02040503050406030204" pitchFamily="18" charset="0"/>
                        <a:cs typeface="Cambria Math" panose="02040503050406030204" pitchFamily="18" charset="0"/>
                      </a:rPr>
                      <m:t>𝑚</m:t>
                    </m:r>
                    <m:r>
                      <a:rPr lang="en-AU" altLang="zh-CN" b="0" i="1" smtClean="0">
                        <a:latin typeface="Cambria Math" panose="02040503050406030204" pitchFamily="18" charset="0"/>
                        <a:ea typeface="MS Mincho" panose="02020609040205080304" charset="-128"/>
                        <a:cs typeface="Cambria Math" panose="02040503050406030204" pitchFamily="18" charset="0"/>
                      </a:rPr>
                      <m:t>&lt;</m:t>
                    </m:r>
                    <m:r>
                      <a:rPr lang="en-AU" altLang="zh-CN" i="1">
                        <a:latin typeface="Cambria Math" panose="02040503050406030204" pitchFamily="18" charset="0"/>
                        <a:ea typeface="Cambria Math" panose="02040503050406030204" pitchFamily="18" charset="0"/>
                        <a:cs typeface="Cambria Math" panose="02040503050406030204" pitchFamily="18" charset="0"/>
                      </a:rPr>
                      <m:t>𝑛</m:t>
                    </m:r>
                    <m:r>
                      <a:rPr lang="en-AU" altLang="zh-CN" i="1">
                        <a:latin typeface="Cambria Math" panose="02040503050406030204" pitchFamily="18" charset="0"/>
                        <a:ea typeface="MS Mincho" panose="02020609040205080304" charset="-128"/>
                        <a:cs typeface="Cambria Math" panose="02040503050406030204" pitchFamily="18" charset="0"/>
                      </a:rPr>
                      <m:t> </m:t>
                    </m:r>
                  </m:oMath>
                </a14:m>
                <a:r>
                  <a:rPr lang="en-AU"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endParaRPr lang="en-AU"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每当在</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的左边将一个</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改变为</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，就在</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的右边将一个</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改为</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。重复以上循环，直到以下两种情况结束</a:t>
                </a:r>
                <a:r>
                  <a:rPr lang="en-AU" altLang="zh-CN" dirty="0">
                    <a:latin typeface="Times New Roman" panose="02020603050405020304" pitchFamily="18" charset="0"/>
                    <a:cs typeface="Times New Roman" panose="02020603050405020304" pitchFamily="18" charset="0"/>
                  </a:rPr>
                  <a:t>:</a:t>
                </a:r>
                <a:endParaRPr lang="en-AU" altLang="zh-CN" dirty="0">
                  <a:latin typeface="Times New Roman" panose="02020603050405020304" pitchFamily="18" charset="0"/>
                  <a:cs typeface="Times New Roman" panose="02020603050405020304" pitchFamily="18" charset="0"/>
                </a:endParaRPr>
              </a:p>
              <a:p>
                <a:pPr lvl="1"/>
                <a:r>
                  <a:rPr lang="en-AU" altLang="zh-CN" dirty="0">
                    <a:latin typeface="Times New Roman" panose="02020603050405020304" pitchFamily="18" charset="0"/>
                    <a:cs typeface="Times New Roman" panose="02020603050405020304" pitchFamily="18" charset="0"/>
                  </a:rPr>
                  <a:t>(1)1</a:t>
                </a:r>
                <a:r>
                  <a:rPr lang="zh-CN" altLang="en-US" dirty="0">
                    <a:latin typeface="Times New Roman" panose="02020603050405020304" pitchFamily="18" charset="0"/>
                    <a:cs typeface="Times New Roman" panose="02020603050405020304" pitchFamily="18" charset="0"/>
                  </a:rPr>
                  <a:t>右边的</a:t>
                </a:r>
                <a:r>
                  <a:rPr lang="en-AU"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个</a:t>
                </a:r>
                <a:r>
                  <a:rPr lang="en-AU"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全部改为了</a:t>
                </a:r>
                <a:r>
                  <a:rPr lang="en-AU"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，向右移遇到了空格符，此时把</a:t>
                </a:r>
                <a:r>
                  <a:rPr lang="en-AU" altLang="zh-CN" dirty="0">
                    <a:latin typeface="Times New Roman" panose="02020603050405020304" pitchFamily="18" charset="0"/>
                    <a:cs typeface="Times New Roman" panose="02020603050405020304" pitchFamily="18" charset="0"/>
                  </a:rPr>
                  <a:t>(</a:t>
                </a:r>
                <a:r>
                  <a:rPr lang="en-AU" altLang="zh-CN" i="1" dirty="0">
                    <a:latin typeface="Times New Roman" panose="02020603050405020304" pitchFamily="18" charset="0"/>
                    <a:cs typeface="Times New Roman" panose="02020603050405020304" pitchFamily="18" charset="0"/>
                  </a:rPr>
                  <a:t>n</a:t>
                </a:r>
                <a:r>
                  <a:rPr lang="en-AU"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个</a:t>
                </a:r>
                <a:r>
                  <a:rPr lang="en-AU" altLang="zh-CN" dirty="0">
                    <a:latin typeface="Times New Roman" panose="02020603050405020304" pitchFamily="18" charset="0"/>
                    <a:cs typeface="Times New Roman" panose="02020603050405020304" pitchFamily="18" charset="0"/>
                  </a:rPr>
                  <a:t>1</a:t>
                </a:r>
                <a:r>
                  <a:rPr lang="zh-CN" altLang="en-AU" dirty="0">
                    <a:latin typeface="Times New Roman" panose="02020603050405020304" pitchFamily="18" charset="0"/>
                    <a:cs typeface="Times New Roman" panose="02020603050405020304" pitchFamily="18" charset="0"/>
                  </a:rPr>
                  <a:t>全</a:t>
                </a:r>
                <a:r>
                  <a:rPr lang="zh-CN" altLang="en-US" dirty="0">
                    <a:latin typeface="Times New Roman" panose="02020603050405020304" pitchFamily="18" charset="0"/>
                    <a:cs typeface="Times New Roman" panose="02020603050405020304" pitchFamily="18" charset="0"/>
                  </a:rPr>
                  <a:t>改为</a:t>
                </a:r>
                <a:r>
                  <a:rPr lang="en-US" altLang="zh-CN"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。这样带上剩下</a:t>
                </a:r>
                <a:r>
                  <a:rPr lang="en-AU" altLang="zh-CN" i="1" dirty="0">
                    <a:latin typeface="Times New Roman" panose="02020603050405020304" pitchFamily="18" charset="0"/>
                    <a:cs typeface="Times New Roman" panose="02020603050405020304" pitchFamily="18" charset="0"/>
                  </a:rPr>
                  <a:t>m</a:t>
                </a:r>
                <a:r>
                  <a:rPr lang="en-AU" altLang="zh-CN" dirty="0">
                    <a:latin typeface="Times New Roman" panose="02020603050405020304" pitchFamily="18" charset="0"/>
                    <a:cs typeface="Times New Roman" panose="02020603050405020304" pitchFamily="18" charset="0"/>
                  </a:rPr>
                  <a:t>-</a:t>
                </a:r>
                <a:r>
                  <a:rPr lang="en-AU"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个</a:t>
                </a:r>
                <a:r>
                  <a:rPr lang="en-AU"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endParaRPr lang="en-AU" altLang="zh-CN" dirty="0">
                  <a:latin typeface="Times New Roman" panose="02020603050405020304" pitchFamily="18" charset="0"/>
                  <a:cs typeface="Times New Roman" panose="02020603050405020304" pitchFamily="18" charset="0"/>
                </a:endParaRPr>
              </a:p>
              <a:p>
                <a:pPr lvl="1"/>
                <a:r>
                  <a:rPr lang="en-AU"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向左已经找不到</a:t>
                </a:r>
                <a:r>
                  <a:rPr lang="en-AU"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，此时把带上剩下的</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全部变为空格符号，留下一个只有空格符的带。</a:t>
                </a:r>
                <a:endParaRPr lang="zh-CN" altLang="en-US"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66018"/>
                <a:ext cx="8229600" cy="4525963"/>
              </a:xfrm>
              <a:blipFill rotWithShape="1">
                <a:blip r:embed="rId1"/>
                <a:stretch>
                  <a:fillRect t="-88"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整数函数计算器</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50524" y="1054869"/>
                <a:ext cx="8229600" cy="4525963"/>
              </a:xfrm>
            </p:spPr>
            <p:txBody>
              <a:bodyPr>
                <a:normAutofit/>
              </a:bodyPr>
              <a:lstStyle/>
              <a:p>
                <a:r>
                  <a:rPr lang="zh-CN" altLang="en-US" dirty="0"/>
                  <a:t>例：设计整数真减法的图灵机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rPr>
                        <m:t>𝑚</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eqArr>
                            <m:eqArrPr>
                              <m:ctrlPr>
                                <a:rPr lang="en-AU" altLang="zh-CN" b="0" i="1" smtClean="0">
                                  <a:latin typeface="Cambria Math" panose="02040503050406030204" pitchFamily="18" charset="0"/>
                                </a:rPr>
                              </m:ctrlPr>
                            </m:eqArrPr>
                            <m:e>
                              <m:r>
                                <a:rPr lang="en-AU" altLang="zh-CN" b="0" i="1" smtClean="0">
                                  <a:latin typeface="Cambria Math" panose="02040503050406030204" pitchFamily="18" charset="0"/>
                                </a:rPr>
                                <m:t>𝑚</m:t>
                              </m:r>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𝑚</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𝑛</m:t>
                              </m:r>
                            </m:e>
                            <m:e>
                              <m:r>
                                <a:rPr lang="en-AU" b="0" i="1" smtClean="0">
                                  <a:latin typeface="Cambria Math" panose="02040503050406030204" pitchFamily="18" charset="0"/>
                                </a:rPr>
                                <m:t>0</m:t>
                              </m:r>
                              <m:r>
                                <a:rPr lang="en-AU" b="0" i="1" smtClean="0">
                                  <a:latin typeface="Cambria Math" panose="02040503050406030204" pitchFamily="18" charset="0"/>
                                </a:rPr>
                                <m:t>,</m:t>
                              </m:r>
                              <m:r>
                                <a:rPr lang="en-AU" b="0" i="1" smtClean="0">
                                  <a:latin typeface="Cambria Math" panose="02040503050406030204" pitchFamily="18" charset="0"/>
                                </a:rPr>
                                <m:t>𝑚</m:t>
                              </m:r>
                              <m:r>
                                <a:rPr lang="en-AU" b="0" i="1" smtClean="0">
                                  <a:latin typeface="Cambria Math" panose="02040503050406030204" pitchFamily="18" charset="0"/>
                                </a:rPr>
                                <m:t>&lt;</m:t>
                              </m:r>
                              <m:r>
                                <a:rPr lang="en-AU" b="0" i="1" smtClean="0">
                                  <a:latin typeface="Cambria Math" panose="02040503050406030204" pitchFamily="18" charset="0"/>
                                </a:rPr>
                                <m:t>𝑛</m:t>
                              </m:r>
                            </m:e>
                          </m:eqArr>
                        </m:e>
                      </m:d>
                    </m:oMath>
                  </m:oMathPara>
                </a14:m>
                <a:endParaRPr lang="zh-CN" altLang="en-US" dirty="0"/>
              </a:p>
              <a:p>
                <a:endParaRPr lang="zh-CN" alt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50524" y="1054869"/>
                <a:ext cx="8229600" cy="4525963"/>
              </a:xfrm>
              <a:blipFill rotWithShape="1">
                <a:blip r:embed="rId1"/>
                <a:stretch>
                  <a:fillRect l="-7" t="-3" r="7" b="1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pic>
        <p:nvPicPr>
          <p:cNvPr id="6" name="Picture 5" descr="Diagram&#10;&#10;Description automatically generated"/>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9587" y="2917849"/>
            <a:ext cx="7964826" cy="29987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solidFill>
                  <a:schemeClr val="bg1">
                    <a:lumMod val="65000"/>
                  </a:schemeClr>
                </a:solidFill>
              </a:rPr>
              <a:t>图灵机简介、形式化定义</a:t>
            </a:r>
            <a:endParaRPr lang="en-AU" altLang="zh-CN" dirty="0">
              <a:solidFill>
                <a:schemeClr val="bg1">
                  <a:lumMod val="65000"/>
                </a:schemeClr>
              </a:solidFill>
            </a:endParaRPr>
          </a:p>
          <a:p>
            <a:r>
              <a:rPr lang="zh-CN" altLang="en-US" dirty="0">
                <a:solidFill>
                  <a:schemeClr val="bg1">
                    <a:lumMod val="65000"/>
                  </a:schemeClr>
                </a:solidFill>
              </a:rPr>
              <a:t>图灵机的表示能力：语言、停机与整数运算</a:t>
            </a:r>
            <a:endParaRPr lang="en-AU" altLang="zh-CN" dirty="0">
              <a:solidFill>
                <a:schemeClr val="bg1">
                  <a:lumMod val="65000"/>
                </a:schemeClr>
              </a:solidFill>
            </a:endParaRPr>
          </a:p>
          <a:p>
            <a:r>
              <a:rPr lang="zh-CN" altLang="en-US" dirty="0"/>
              <a:t>扩展图灵机</a:t>
            </a:r>
            <a:endParaRPr lang="en-AU" altLang="zh-CN" dirty="0"/>
          </a:p>
          <a:p>
            <a:r>
              <a:rPr lang="zh-CN" altLang="en-US" dirty="0">
                <a:solidFill>
                  <a:schemeClr val="bg1">
                    <a:lumMod val="65000"/>
                  </a:schemeClr>
                </a:solidFill>
              </a:rPr>
              <a:t>受限图灵机</a:t>
            </a:r>
            <a:endParaRPr lang="en-AU" dirty="0">
              <a:solidFill>
                <a:schemeClr val="bg1">
                  <a:lumMod val="65000"/>
                </a:schemeClr>
              </a:solidFill>
            </a:endParaRPr>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1" dirty="0"/>
              <a:t>带状态中存储的图灵机</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035904"/>
                <a:ext cx="8229600" cy="4525963"/>
              </a:xfrm>
            </p:spPr>
            <p:txBody>
              <a:bodyPr/>
              <a:lstStyle/>
              <a:p>
                <a:r>
                  <a:rPr lang="zh-CN" altLang="en-US" b="1" dirty="0"/>
                  <a:t>状态中存储</a:t>
                </a:r>
                <a:r>
                  <a:rPr lang="en-AU" altLang="zh-CN" dirty="0"/>
                  <a:t>:</a:t>
                </a:r>
                <a:r>
                  <a:rPr lang="zh-CN" altLang="en-US" dirty="0"/>
                  <a:t>有穷制器中可以存储有限个符号的图灵机</a:t>
                </a:r>
                <a:r>
                  <a:rPr lang="en-US" altLang="zh-CN" dirty="0"/>
                  <a:t>:</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l-GR" altLang="zh-CN" i="1" dirty="0" smtClean="0">
                          <a:latin typeface="Cambria Math" panose="02040503050406030204" pitchFamily="18" charset="0"/>
                        </a:rPr>
                        <m:t>𝑀</m:t>
                      </m:r>
                      <m:r>
                        <a:rPr lang="el-GR" altLang="zh-CN" i="1" dirty="0" smtClean="0">
                          <a:latin typeface="Cambria Math" panose="02040503050406030204" pitchFamily="18" charset="0"/>
                        </a:rPr>
                        <m:t>′ = (</m:t>
                      </m:r>
                      <m:r>
                        <a:rPr lang="el-GR" altLang="zh-CN" i="1" dirty="0" smtClean="0">
                          <a:latin typeface="Cambria Math" panose="02040503050406030204" pitchFamily="18" charset="0"/>
                        </a:rPr>
                        <m:t>𝑄</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Γ</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𝛿</m:t>
                      </m:r>
                      <m:r>
                        <a:rPr lang="el-GR" altLang="zh-CN" i="1" dirty="0" smtClean="0">
                          <a:latin typeface="Cambria Math" panose="02040503050406030204" pitchFamily="18" charset="0"/>
                        </a:rPr>
                        <m:t>, </m:t>
                      </m:r>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n-AU" altLang="zh-CN" b="0" i="1" dirty="0" smtClean="0">
                          <a:latin typeface="Cambria Math" panose="02040503050406030204" pitchFamily="18" charset="0"/>
                        </a:rPr>
                        <m:t>′</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𝐵</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𝐹</m:t>
                      </m:r>
                      <m:r>
                        <a:rPr lang="el-GR" altLang="zh-CN" i="1" dirty="0" smtClean="0">
                          <a:latin typeface="Cambria Math" panose="02040503050406030204" pitchFamily="18" charset="0"/>
                        </a:rPr>
                        <m:t>′)</m:t>
                      </m:r>
                    </m:oMath>
                  </m:oMathPara>
                </a14:m>
                <a:endParaRPr lang="en-US" altLang="zh-CN" dirty="0"/>
              </a:p>
              <a:p>
                <a:pPr marL="0" indent="0">
                  <a:buNone/>
                </a:pPr>
                <a:r>
                  <a:rPr lang="zh-CN" altLang="en-US" dirty="0"/>
                  <a:t>其中</a:t>
                </a:r>
                <a14:m>
                  <m:oMath xmlns:m="http://schemas.openxmlformats.org/officeDocument/2006/math">
                    <m:sSup>
                      <m:sSupPr>
                        <m:ctrlPr>
                          <a:rPr lang="el-GR" altLang="zh-CN" i="1" dirty="0" smtClean="0">
                            <a:latin typeface="Cambria Math" panose="02040503050406030204" pitchFamily="18" charset="0"/>
                          </a:rPr>
                        </m:ctrlPr>
                      </m:sSupPr>
                      <m:e>
                        <m:r>
                          <a:rPr lang="el-GR" altLang="zh-CN" i="1" dirty="0" smtClean="0">
                            <a:latin typeface="Cambria Math" panose="02040503050406030204" pitchFamily="18" charset="0"/>
                          </a:rPr>
                          <m:t>𝑄</m:t>
                        </m:r>
                      </m:e>
                      <m:sup>
                        <m:r>
                          <a:rPr lang="el-GR" altLang="zh-CN" i="1" dirty="0" smtClean="0">
                            <a:latin typeface="Cambria Math" panose="02040503050406030204" pitchFamily="18" charset="0"/>
                          </a:rPr>
                          <m:t>′</m:t>
                        </m:r>
                      </m:sup>
                    </m:sSup>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𝑄</m:t>
                    </m:r>
                    <m:r>
                      <a:rPr lang="en-AU" altLang="zh-CN" b="0" i="1" dirty="0" smtClean="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r>
                      <a:rPr lang="en-AU" altLang="zh-CN" i="1" dirty="0">
                        <a:latin typeface="Cambria Math" panose="02040503050406030204" pitchFamily="18" charset="0"/>
                        <a:ea typeface="Cambria Math" panose="02040503050406030204" pitchFamily="18" charset="0"/>
                      </a:rPr>
                      <m:t>×</m:t>
                    </m:r>
                    <m:r>
                      <a:rPr lang="en-AU" altLang="zh-CN" i="1" dirty="0" smtClean="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oMath>
                </a14:m>
                <a:r>
                  <a:rPr lang="en-US" altLang="zh-CN" dirty="0"/>
                  <a:t>,</a:t>
                </a:r>
                <a:r>
                  <a:rPr lang="el-GR" altLang="zh-CN" dirty="0"/>
                  <a:t> </a:t>
                </a:r>
                <a14:m>
                  <m:oMath xmlns:m="http://schemas.openxmlformats.org/officeDocument/2006/math">
                    <m:sSubSup>
                      <m:sSubSupPr>
                        <m:ctrlPr>
                          <a:rPr lang="en-AU" altLang="zh-CN" i="1" dirty="0">
                            <a:latin typeface="Cambria Math" panose="02040503050406030204" pitchFamily="18" charset="0"/>
                          </a:rPr>
                        </m:ctrlPr>
                      </m:sSubSupPr>
                      <m:e>
                        <m:r>
                          <a:rPr lang="en-AU" altLang="zh-CN" i="1" dirty="0">
                            <a:latin typeface="Cambria Math" panose="02040503050406030204" pitchFamily="18" charset="0"/>
                          </a:rPr>
                          <m:t>𝑞</m:t>
                        </m:r>
                      </m:e>
                      <m:sub>
                        <m:r>
                          <a:rPr lang="en-AU" altLang="zh-CN" i="1" dirty="0">
                            <a:latin typeface="Cambria Math" panose="02040503050406030204" pitchFamily="18" charset="0"/>
                          </a:rPr>
                          <m:t>0</m:t>
                        </m:r>
                      </m:sub>
                      <m:sup>
                        <m:r>
                          <a:rPr lang="en-AU" altLang="zh-CN" i="1" dirty="0">
                            <a:latin typeface="Cambria Math" panose="02040503050406030204" pitchFamily="18" charset="0"/>
                          </a:rPr>
                          <m:t>′</m:t>
                        </m:r>
                      </m:sup>
                    </m:sSubSup>
                    <m:r>
                      <a:rPr lang="en-AU" altLang="zh-CN" b="0" i="1" dirty="0" smtClean="0">
                        <a:latin typeface="Cambria Math" panose="02040503050406030204" pitchFamily="18" charset="0"/>
                      </a:rPr>
                      <m:t>=[</m:t>
                    </m:r>
                    <m:sSub>
                      <m:sSubPr>
                        <m:ctrlPr>
                          <a:rPr lang="en-AU" altLang="zh-CN" b="0"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𝐵</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ea typeface="Cambria Math" panose="02040503050406030204" pitchFamily="18" charset="0"/>
                      </a:rPr>
                      <m:t>𝐵</m:t>
                    </m:r>
                    <m:r>
                      <a:rPr lang="en-AU" altLang="zh-CN" b="0" i="1" dirty="0" smtClean="0">
                        <a:latin typeface="Cambria Math" panose="02040503050406030204" pitchFamily="18" charset="0"/>
                      </a:rPr>
                      <m:t>]</m:t>
                    </m:r>
                  </m:oMath>
                </a14:m>
                <a:r>
                  <a:rPr lang="zh-CN" altLang="en-US" dirty="0"/>
                  <a:t>。</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035904"/>
                <a:ext cx="8229600" cy="4525963"/>
              </a:xfrm>
              <a:blipFill rotWithShape="1">
                <a:blip r:embed="rId1"/>
                <a:stretch>
                  <a:fillRect t="-5" b="12"/>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39" name="Rectangle 4"/>
          <p:cNvSpPr>
            <a:spLocks noChangeArrowheads="1"/>
          </p:cNvSpPr>
          <p:nvPr/>
        </p:nvSpPr>
        <p:spPr bwMode="auto">
          <a:xfrm>
            <a:off x="2376404" y="3429000"/>
            <a:ext cx="1447800" cy="457200"/>
          </a:xfrm>
          <a:prstGeom prst="rect">
            <a:avLst/>
          </a:prstGeom>
          <a:solidFill>
            <a:srgbClr val="92D050"/>
          </a:solidFill>
          <a:ln w="9525">
            <a:solidFill>
              <a:schemeClr val="tx1"/>
            </a:solidFill>
            <a:miter lim="800000"/>
          </a:ln>
        </p:spPr>
        <p:txBody>
          <a:bodyPr wrap="none" anchor="ctr"/>
          <a:lstStyle/>
          <a:p>
            <a:pPr algn="ctr"/>
            <a:r>
              <a:rPr lang="zh-CN" altLang="en-US" sz="2400" dirty="0"/>
              <a:t>状态</a:t>
            </a:r>
            <a:r>
              <a:rPr lang="en-US" sz="2400" dirty="0"/>
              <a:t>q</a:t>
            </a:r>
            <a:endParaRPr lang="en-US" sz="2400" dirty="0"/>
          </a:p>
        </p:txBody>
      </p:sp>
      <p:sp>
        <p:nvSpPr>
          <p:cNvPr id="40" name="Rectangle 6"/>
          <p:cNvSpPr>
            <a:spLocks noChangeArrowheads="1"/>
          </p:cNvSpPr>
          <p:nvPr/>
        </p:nvSpPr>
        <p:spPr bwMode="auto">
          <a:xfrm>
            <a:off x="2376404" y="3886200"/>
            <a:ext cx="1447800" cy="304800"/>
          </a:xfrm>
          <a:prstGeom prst="rect">
            <a:avLst/>
          </a:prstGeom>
          <a:solidFill>
            <a:srgbClr val="FFFF00"/>
          </a:solidFill>
          <a:ln w="9525">
            <a:solidFill>
              <a:schemeClr val="tx1"/>
            </a:solidFill>
            <a:miter lim="800000"/>
          </a:ln>
        </p:spPr>
        <p:txBody>
          <a:bodyPr wrap="none" anchor="ctr"/>
          <a:lstStyle/>
          <a:p>
            <a:pPr algn="ctr"/>
            <a:r>
              <a:rPr lang="zh-CN" altLang="en-US" sz="2400" dirty="0"/>
              <a:t>存储</a:t>
            </a:r>
            <a:endParaRPr lang="en-US" sz="2400" dirty="0"/>
          </a:p>
        </p:txBody>
      </p:sp>
      <p:sp>
        <p:nvSpPr>
          <p:cNvPr id="41" name="Freeform 42"/>
          <p:cNvSpPr/>
          <p:nvPr/>
        </p:nvSpPr>
        <p:spPr bwMode="auto">
          <a:xfrm>
            <a:off x="2757404" y="4191000"/>
            <a:ext cx="152400" cy="914400"/>
          </a:xfrm>
          <a:custGeom>
            <a:avLst/>
            <a:gdLst>
              <a:gd name="T0" fmla="*/ 2147483647 w 189"/>
              <a:gd name="T1" fmla="*/ 0 h 568"/>
              <a:gd name="T2" fmla="*/ 2147483647 w 189"/>
              <a:gd name="T3" fmla="*/ 2147483647 h 568"/>
              <a:gd name="T4" fmla="*/ 2147483647 w 189"/>
              <a:gd name="T5" fmla="*/ 2147483647 h 568"/>
              <a:gd name="T6" fmla="*/ 2147483647 w 189"/>
              <a:gd name="T7" fmla="*/ 2147483647 h 568"/>
              <a:gd name="T8" fmla="*/ 2147483647 w 189"/>
              <a:gd name="T9" fmla="*/ 2147483647 h 568"/>
              <a:gd name="T10" fmla="*/ 2147483647 w 189"/>
              <a:gd name="T11" fmla="*/ 2147483647 h 568"/>
              <a:gd name="T12" fmla="*/ 0 60000 65536"/>
              <a:gd name="T13" fmla="*/ 0 60000 65536"/>
              <a:gd name="T14" fmla="*/ 0 60000 65536"/>
              <a:gd name="T15" fmla="*/ 0 60000 65536"/>
              <a:gd name="T16" fmla="*/ 0 60000 65536"/>
              <a:gd name="T17" fmla="*/ 0 60000 65536"/>
              <a:gd name="T18" fmla="*/ 0 w 189"/>
              <a:gd name="T19" fmla="*/ 0 h 568"/>
              <a:gd name="T20" fmla="*/ 189 w 189"/>
              <a:gd name="T21" fmla="*/ 568 h 568"/>
            </a:gdLst>
            <a:ahLst/>
            <a:cxnLst>
              <a:cxn ang="T12">
                <a:pos x="T0" y="T1"/>
              </a:cxn>
              <a:cxn ang="T13">
                <a:pos x="T2" y="T3"/>
              </a:cxn>
              <a:cxn ang="T14">
                <a:pos x="T4" y="T5"/>
              </a:cxn>
              <a:cxn ang="T15">
                <a:pos x="T6" y="T7"/>
              </a:cxn>
              <a:cxn ang="T16">
                <a:pos x="T8" y="T9"/>
              </a:cxn>
              <a:cxn ang="T17">
                <a:pos x="T10" y="T11"/>
              </a:cxn>
            </a:cxnLst>
            <a:rect l="T18" t="T19" r="T20" b="T21"/>
            <a:pathLst>
              <a:path w="189" h="568">
                <a:moveTo>
                  <a:pt x="29" y="0"/>
                </a:moveTo>
                <a:cubicBezTo>
                  <a:pt x="21" y="46"/>
                  <a:pt x="0" y="105"/>
                  <a:pt x="21" y="152"/>
                </a:cubicBezTo>
                <a:cubicBezTo>
                  <a:pt x="24" y="159"/>
                  <a:pt x="37" y="156"/>
                  <a:pt x="45" y="160"/>
                </a:cubicBezTo>
                <a:cubicBezTo>
                  <a:pt x="105" y="190"/>
                  <a:pt x="98" y="184"/>
                  <a:pt x="189" y="192"/>
                </a:cubicBezTo>
                <a:cubicBezTo>
                  <a:pt x="180" y="245"/>
                  <a:pt x="164" y="264"/>
                  <a:pt x="149" y="312"/>
                </a:cubicBezTo>
                <a:cubicBezTo>
                  <a:pt x="140" y="562"/>
                  <a:pt x="141" y="477"/>
                  <a:pt x="141" y="568"/>
                </a:cubicBezTo>
              </a:path>
            </a:pathLst>
          </a:custGeom>
          <a:noFill/>
          <a:ln w="9525">
            <a:solidFill>
              <a:schemeClr val="tx1"/>
            </a:solidFill>
            <a:round/>
            <a:tailEnd type="arrow" w="med" len="med"/>
          </a:ln>
        </p:spPr>
        <p:txBody>
          <a:bodyPr wrap="none" anchor="ctr"/>
          <a:lstStyle/>
          <a:p>
            <a:endParaRPr lang="en-US"/>
          </a:p>
        </p:txBody>
      </p:sp>
      <p:grpSp>
        <p:nvGrpSpPr>
          <p:cNvPr id="43" name="Group 44"/>
          <p:cNvGrpSpPr/>
          <p:nvPr/>
        </p:nvGrpSpPr>
        <p:grpSpPr bwMode="auto">
          <a:xfrm>
            <a:off x="1531854" y="5105400"/>
            <a:ext cx="4502150" cy="438150"/>
            <a:chOff x="3164" y="3024"/>
            <a:chExt cx="2836" cy="276"/>
          </a:xfrm>
        </p:grpSpPr>
        <p:sp>
          <p:nvSpPr>
            <p:cNvPr id="44" name="Rectangle 45"/>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endParaRPr lang="en-US" sz="1600">
                <a:solidFill>
                  <a:schemeClr val="folHlink"/>
                </a:solidFill>
              </a:endParaRPr>
            </a:p>
          </p:txBody>
        </p:sp>
        <p:sp>
          <p:nvSpPr>
            <p:cNvPr id="45" name="Rectangle 46"/>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endParaRPr lang="en-US" sz="1600">
                <a:solidFill>
                  <a:schemeClr val="folHlink"/>
                </a:solidFill>
              </a:endParaRPr>
            </a:p>
          </p:txBody>
        </p:sp>
        <p:sp>
          <p:nvSpPr>
            <p:cNvPr id="46" name="Rectangle 47"/>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endParaRPr lang="en-US" sz="1600">
                <a:solidFill>
                  <a:schemeClr val="folHlink"/>
                </a:solidFill>
              </a:endParaRPr>
            </a:p>
          </p:txBody>
        </p:sp>
        <p:sp>
          <p:nvSpPr>
            <p:cNvPr id="47" name="Rectangle 48"/>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endParaRPr lang="en-US" sz="1600">
                <a:solidFill>
                  <a:schemeClr val="folHlink"/>
                </a:solidFill>
              </a:endParaRPr>
            </a:p>
          </p:txBody>
        </p:sp>
        <p:sp>
          <p:nvSpPr>
            <p:cNvPr id="48" name="Rectangle 49"/>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folHlink"/>
                  </a:solidFill>
                </a:rPr>
                <a:t>1</a:t>
              </a:r>
              <a:endParaRPr lang="en-US" sz="1600">
                <a:solidFill>
                  <a:schemeClr val="folHlink"/>
                </a:solidFill>
              </a:endParaRPr>
            </a:p>
          </p:txBody>
        </p:sp>
        <p:sp>
          <p:nvSpPr>
            <p:cNvPr id="49" name="Rectangle 50"/>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chemeClr val="hlink"/>
                  </a:solidFill>
                </a:rPr>
                <a:t>0</a:t>
              </a:r>
              <a:endParaRPr lang="en-US" sz="1600"/>
            </a:p>
          </p:txBody>
        </p:sp>
        <p:sp>
          <p:nvSpPr>
            <p:cNvPr id="50" name="Rectangle 51"/>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51" name="Rectangle 52"/>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52" name="Rectangle 53"/>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53" name="Rectangle 54"/>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54" name="Line 55"/>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55" name="Line 56"/>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56" name="Line 57"/>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57" name="Line 58"/>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58" name="Line 59"/>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59" name="Line 60"/>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60" name="Line 61"/>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61" name="Line 62"/>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62" name="Line 63"/>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63" name="Line 64"/>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64" name="Line 65"/>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65" name="Line 66"/>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66" name="Line 67"/>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67" name="Line 68"/>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68" name="Line 69"/>
            <p:cNvSpPr>
              <a:spLocks noChangeShapeType="1"/>
            </p:cNvSpPr>
            <p:nvPr/>
          </p:nvSpPr>
          <p:spPr bwMode="auto">
            <a:xfrm>
              <a:off x="3164" y="3300"/>
              <a:ext cx="384" cy="0"/>
            </a:xfrm>
            <a:prstGeom prst="line">
              <a:avLst/>
            </a:prstGeom>
            <a:noFill/>
            <a:ln w="9525">
              <a:solidFill>
                <a:schemeClr val="tx1"/>
              </a:solidFill>
              <a:round/>
            </a:ln>
          </p:spPr>
          <p:txBody>
            <a:bodyPr wrap="none" anchor="ctr"/>
            <a:lstStyle/>
            <a:p>
              <a:endParaRPr lang="en-US"/>
            </a:p>
          </p:txBody>
        </p:sp>
        <p:sp>
          <p:nvSpPr>
            <p:cNvPr id="69" name="Line 70"/>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70" name="Line 71"/>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71" name="Text Box 72"/>
            <p:cNvSpPr txBox="1">
              <a:spLocks noChangeArrowheads="1"/>
            </p:cNvSpPr>
            <p:nvPr/>
          </p:nvSpPr>
          <p:spPr bwMode="auto">
            <a:xfrm>
              <a:off x="5676" y="3053"/>
              <a:ext cx="244" cy="212"/>
            </a:xfrm>
            <a:prstGeom prst="rect">
              <a:avLst/>
            </a:prstGeom>
            <a:noFill/>
            <a:ln w="9525">
              <a:noFill/>
              <a:miter lim="800000"/>
            </a:ln>
          </p:spPr>
          <p:txBody>
            <a:bodyPr wrap="none">
              <a:spAutoFit/>
            </a:bodyPr>
            <a:lstStyle/>
            <a:p>
              <a:r>
                <a:rPr lang="en-US" sz="1600"/>
                <a:t>…</a:t>
              </a:r>
              <a:endParaRPr lang="en-US" sz="1600"/>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多道图灵机</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71500" y="968373"/>
                <a:ext cx="8229600" cy="4525963"/>
              </a:xfrm>
            </p:spPr>
            <p:txBody>
              <a:bodyPr/>
              <a:lstStyle/>
              <a:p>
                <a:pPr marL="0" indent="0">
                  <a:buNone/>
                </a:pPr>
                <a:r>
                  <a:rPr lang="zh-CN" altLang="en-US" b="1" dirty="0"/>
                  <a:t>多道</a:t>
                </a:r>
                <a:r>
                  <a:rPr lang="en-AU" altLang="zh-CN" b="1" dirty="0"/>
                  <a:t>(</a:t>
                </a:r>
                <a:r>
                  <a:rPr lang="en-AU" altLang="zh-CN" b="1" dirty="0">
                    <a:latin typeface="Times New Roman" panose="02020603050405020304" pitchFamily="18" charset="0"/>
                    <a:cs typeface="Times New Roman" panose="02020603050405020304" pitchFamily="18" charset="0"/>
                  </a:rPr>
                  <a:t>multi-track</a:t>
                </a:r>
                <a:r>
                  <a:rPr lang="en-AU" altLang="zh-CN" b="1" dirty="0"/>
                  <a:t>)</a:t>
                </a:r>
                <a:r>
                  <a:rPr lang="zh-CN" altLang="en-US" dirty="0"/>
                  <a:t>图灵机：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l-GR" altLang="zh-CN" i="1" dirty="0" smtClean="0">
                          <a:latin typeface="Cambria Math" panose="02040503050406030204" pitchFamily="18" charset="0"/>
                        </a:rPr>
                        <m:t>𝑀</m:t>
                      </m:r>
                      <m:r>
                        <a:rPr lang="el-GR" altLang="zh-CN" i="1" dirty="0" smtClean="0">
                          <a:latin typeface="Cambria Math" panose="02040503050406030204" pitchFamily="18" charset="0"/>
                        </a:rPr>
                        <m:t>′ = (</m:t>
                      </m:r>
                      <m:r>
                        <a:rPr lang="el-GR" altLang="zh-CN" i="1" dirty="0" smtClean="0">
                          <a:latin typeface="Cambria Math" panose="02040503050406030204" pitchFamily="18" charset="0"/>
                        </a:rPr>
                        <m:t>𝑄</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Σ</m:t>
                      </m:r>
                      <m:r>
                        <a:rPr lang="el-GR" altLang="zh-CN" i="1" dirty="0" smtClean="0">
                          <a:latin typeface="Cambria Math" panose="02040503050406030204" pitchFamily="18" charset="0"/>
                        </a:rPr>
                        <m:t>, </m:t>
                      </m:r>
                      <m:r>
                        <m:rPr>
                          <m:sty m:val="p"/>
                        </m:rPr>
                        <a:rPr lang="el-GR" altLang="zh-CN" i="0" dirty="0" smtClean="0">
                          <a:latin typeface="Cambria Math" panose="02040503050406030204" pitchFamily="18" charset="0"/>
                        </a:rPr>
                        <m:t>Γ</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𝛿</m:t>
                      </m:r>
                      <m:r>
                        <a:rPr lang="el-GR" altLang="zh-CN" i="1" dirty="0" smtClean="0">
                          <a:latin typeface="Cambria Math" panose="02040503050406030204" pitchFamily="18" charset="0"/>
                        </a:rPr>
                        <m:t>, </m:t>
                      </m:r>
                      <m:sSub>
                        <m:sSubPr>
                          <m:ctrlPr>
                            <a:rPr lang="el-GR" altLang="zh-CN" i="1" dirty="0" smtClean="0">
                              <a:latin typeface="Cambria Math" panose="02040503050406030204" pitchFamily="18" charset="0"/>
                            </a:rPr>
                          </m:ctrlPr>
                        </m:sSubPr>
                        <m:e>
                          <m:r>
                            <a:rPr lang="en-AU" altLang="zh-CN" b="0" i="1" dirty="0" smtClean="0">
                              <a:latin typeface="Cambria Math" panose="02040503050406030204" pitchFamily="18" charset="0"/>
                            </a:rPr>
                            <m:t>𝑞</m:t>
                          </m:r>
                        </m:e>
                        <m:sub>
                          <m:r>
                            <a:rPr lang="en-AU" altLang="zh-CN" b="0" i="1" dirty="0" smtClean="0">
                              <a:latin typeface="Cambria Math" panose="02040503050406030204" pitchFamily="18" charset="0"/>
                            </a:rPr>
                            <m:t>0</m:t>
                          </m:r>
                        </m:sub>
                      </m:sSub>
                      <m:r>
                        <a:rPr lang="el-GR" altLang="zh-CN" i="1" dirty="0" smtClean="0">
                          <a:latin typeface="Cambria Math" panose="02040503050406030204" pitchFamily="18" charset="0"/>
                        </a:rPr>
                        <m:t>, </m:t>
                      </m:r>
                      <m:r>
                        <a:rPr lang="el-GR" altLang="zh-CN" i="1" dirty="0" smtClean="0">
                          <a:latin typeface="Cambria Math" panose="02040503050406030204" pitchFamily="18" charset="0"/>
                        </a:rPr>
                        <m:t>𝐵</m:t>
                      </m:r>
                      <m:r>
                        <a:rPr lang="en-AU" altLang="zh-CN" b="0" i="1" dirty="0" smtClean="0">
                          <a:latin typeface="Cambria Math" panose="02040503050406030204" pitchFamily="18" charset="0"/>
                        </a:rPr>
                        <m:t>′</m:t>
                      </m:r>
                      <m:r>
                        <a:rPr lang="el-GR" altLang="zh-CN" i="1" dirty="0" smtClean="0">
                          <a:latin typeface="Cambria Math" panose="02040503050406030204" pitchFamily="18" charset="0"/>
                        </a:rPr>
                        <m:t>, </m:t>
                      </m:r>
                      <m:r>
                        <a:rPr lang="el-GR" altLang="zh-CN" i="1" dirty="0" smtClean="0">
                          <a:latin typeface="Cambria Math" panose="02040503050406030204" pitchFamily="18" charset="0"/>
                        </a:rPr>
                        <m:t>𝐹</m:t>
                      </m:r>
                      <m:r>
                        <a:rPr lang="el-GR" altLang="zh-CN" i="1" dirty="0" smtClean="0">
                          <a:latin typeface="Cambria Math" panose="02040503050406030204" pitchFamily="18" charset="0"/>
                        </a:rPr>
                        <m:t>)</m:t>
                      </m:r>
                    </m:oMath>
                  </m:oMathPara>
                </a14:m>
                <a:endParaRPr lang="en-US" altLang="zh-CN" dirty="0"/>
              </a:p>
              <a:p>
                <a:pPr marL="0" indent="0">
                  <a:buNone/>
                </a:pPr>
                <a:r>
                  <a:rPr lang="zh-CN" altLang="en-US" dirty="0"/>
                  <a:t>其中</a:t>
                </a:r>
                <a14:m>
                  <m:oMath xmlns:m="http://schemas.openxmlformats.org/officeDocument/2006/math">
                    <m:sSup>
                      <m:sSupPr>
                        <m:ctrlPr>
                          <a:rPr lang="el-GR" altLang="zh-CN" i="1" dirty="0" smtClean="0">
                            <a:latin typeface="Cambria Math" panose="02040503050406030204" pitchFamily="18" charset="0"/>
                          </a:rPr>
                        </m:ctrlPr>
                      </m:sSupPr>
                      <m:e>
                        <m:r>
                          <m:rPr>
                            <m:sty m:val="p"/>
                          </m:rPr>
                          <a:rPr lang="el-GR" altLang="zh-CN" dirty="0">
                            <a:latin typeface="Cambria Math" panose="02040503050406030204" pitchFamily="18" charset="0"/>
                          </a:rPr>
                          <m:t>Γ</m:t>
                        </m:r>
                      </m:e>
                      <m:sup>
                        <m:r>
                          <a:rPr lang="el-GR" altLang="zh-CN" i="1" dirty="0" smtClean="0">
                            <a:latin typeface="Cambria Math" panose="02040503050406030204" pitchFamily="18" charset="0"/>
                          </a:rPr>
                          <m:t>′</m:t>
                        </m:r>
                      </m:sup>
                    </m:sSup>
                    <m:r>
                      <a:rPr lang="en-AU" altLang="zh-CN" b="0" i="1" dirty="0" smtClean="0">
                        <a:latin typeface="Cambria Math" panose="02040503050406030204" pitchFamily="18" charset="0"/>
                      </a:rPr>
                      <m:t>=</m:t>
                    </m:r>
                    <m:r>
                      <m:rPr>
                        <m:sty m:val="p"/>
                      </m:rPr>
                      <a:rPr lang="el-GR" altLang="zh-CN" dirty="0">
                        <a:latin typeface="Cambria Math" panose="02040503050406030204" pitchFamily="18" charset="0"/>
                      </a:rPr>
                      <m:t>Γ</m:t>
                    </m:r>
                    <m:r>
                      <a:rPr lang="en-AU" altLang="zh-CN" b="0" i="1" dirty="0" smtClean="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r>
                      <a:rPr lang="en-AU" altLang="zh-CN" i="1" dirty="0">
                        <a:latin typeface="Cambria Math" panose="02040503050406030204" pitchFamily="18" charset="0"/>
                        <a:ea typeface="Cambria Math" panose="02040503050406030204" pitchFamily="18" charset="0"/>
                      </a:rPr>
                      <m:t>×</m:t>
                    </m:r>
                    <m:r>
                      <a:rPr lang="en-AU" altLang="zh-CN" i="1" dirty="0" smtClean="0">
                        <a:latin typeface="Cambria Math" panose="02040503050406030204" pitchFamily="18" charset="0"/>
                        <a:ea typeface="Cambria Math" panose="02040503050406030204" pitchFamily="18" charset="0"/>
                      </a:rPr>
                      <m:t>⋯</m:t>
                    </m:r>
                    <m:r>
                      <a:rPr lang="en-AU" altLang="zh-CN" i="1" dirty="0">
                        <a:latin typeface="Cambria Math" panose="02040503050406030204" pitchFamily="18" charset="0"/>
                        <a:ea typeface="Cambria Math" panose="02040503050406030204" pitchFamily="18" charset="0"/>
                      </a:rPr>
                      <m:t>×</m:t>
                    </m:r>
                    <m:r>
                      <m:rPr>
                        <m:sty m:val="p"/>
                      </m:rPr>
                      <a:rPr lang="el-GR" altLang="zh-CN" dirty="0">
                        <a:latin typeface="Cambria Math" panose="02040503050406030204" pitchFamily="18" charset="0"/>
                      </a:rPr>
                      <m:t>Γ</m:t>
                    </m:r>
                  </m:oMath>
                </a14:m>
                <a:r>
                  <a:rPr lang="zh-CN" altLang="en-US" dirty="0"/>
                  <a:t>。</a:t>
                </a:r>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71500" y="968373"/>
                <a:ext cx="8229600" cy="4525963"/>
              </a:xfrm>
              <a:blipFill rotWithShape="1">
                <a:blip r:embed="rId1"/>
                <a:stretch>
                  <a:fillRect t="-14"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Rectangle 4"/>
          <p:cNvSpPr>
            <a:spLocks noChangeArrowheads="1"/>
          </p:cNvSpPr>
          <p:nvPr/>
        </p:nvSpPr>
        <p:spPr bwMode="auto">
          <a:xfrm>
            <a:off x="3505200" y="2971800"/>
            <a:ext cx="2133600" cy="914399"/>
          </a:xfrm>
          <a:prstGeom prst="rect">
            <a:avLst/>
          </a:prstGeom>
          <a:solidFill>
            <a:srgbClr val="92D050"/>
          </a:solidFill>
          <a:ln w="9525">
            <a:solidFill>
              <a:schemeClr val="tx1"/>
            </a:solidFill>
            <a:miter lim="800000"/>
          </a:ln>
        </p:spPr>
        <p:txBody>
          <a:bodyPr wrap="none" anchor="ctr"/>
          <a:lstStyle/>
          <a:p>
            <a:pPr algn="ctr"/>
            <a:r>
              <a:rPr lang="zh-CN" altLang="en-US" sz="2400" dirty="0"/>
              <a:t>有穷控制器</a:t>
            </a:r>
            <a:endParaRPr lang="en-US" sz="2400" dirty="0"/>
          </a:p>
        </p:txBody>
      </p:sp>
      <p:graphicFrame>
        <p:nvGraphicFramePr>
          <p:cNvPr id="6" name="Group 25"/>
          <p:cNvGraphicFramePr>
            <a:graphicFrameLocks noGrp="1"/>
          </p:cNvGraphicFramePr>
          <p:nvPr/>
        </p:nvGraphicFramePr>
        <p:xfrm>
          <a:off x="3124200" y="4485323"/>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Text Box 26"/>
          <p:cNvSpPr txBox="1">
            <a:spLocks noChangeArrowheads="1"/>
          </p:cNvSpPr>
          <p:nvPr/>
        </p:nvSpPr>
        <p:spPr bwMode="auto">
          <a:xfrm>
            <a:off x="2609850" y="4428173"/>
            <a:ext cx="438150" cy="396875"/>
          </a:xfrm>
          <a:prstGeom prst="rect">
            <a:avLst/>
          </a:prstGeom>
          <a:noFill/>
          <a:ln w="9525">
            <a:noFill/>
            <a:miter lim="800000"/>
          </a:ln>
        </p:spPr>
        <p:txBody>
          <a:bodyPr wrap="none">
            <a:spAutoFit/>
          </a:bodyPr>
          <a:lstStyle/>
          <a:p>
            <a:r>
              <a:rPr lang="en-US"/>
              <a:t>…</a:t>
            </a:r>
            <a:endParaRPr lang="en-US"/>
          </a:p>
        </p:txBody>
      </p:sp>
      <p:sp>
        <p:nvSpPr>
          <p:cNvPr id="8" name="Line 28"/>
          <p:cNvSpPr>
            <a:spLocks noChangeShapeType="1"/>
          </p:cNvSpPr>
          <p:nvPr/>
        </p:nvSpPr>
        <p:spPr bwMode="auto">
          <a:xfrm>
            <a:off x="2514600" y="4485323"/>
            <a:ext cx="609600" cy="0"/>
          </a:xfrm>
          <a:prstGeom prst="line">
            <a:avLst/>
          </a:prstGeom>
          <a:noFill/>
          <a:ln w="9525">
            <a:solidFill>
              <a:schemeClr val="tx1"/>
            </a:solidFill>
            <a:round/>
          </a:ln>
        </p:spPr>
        <p:txBody>
          <a:bodyPr wrap="none" anchor="ctr"/>
          <a:lstStyle/>
          <a:p>
            <a:endParaRPr lang="en-US"/>
          </a:p>
        </p:txBody>
      </p:sp>
      <p:sp>
        <p:nvSpPr>
          <p:cNvPr id="9" name="Line 29"/>
          <p:cNvSpPr>
            <a:spLocks noChangeShapeType="1"/>
          </p:cNvSpPr>
          <p:nvPr/>
        </p:nvSpPr>
        <p:spPr bwMode="auto">
          <a:xfrm>
            <a:off x="2514600" y="4866323"/>
            <a:ext cx="609600" cy="0"/>
          </a:xfrm>
          <a:prstGeom prst="line">
            <a:avLst/>
          </a:prstGeom>
          <a:noFill/>
          <a:ln w="9525">
            <a:solidFill>
              <a:schemeClr val="tx1"/>
            </a:solidFill>
            <a:round/>
          </a:ln>
        </p:spPr>
        <p:txBody>
          <a:bodyPr wrap="none" anchor="ctr"/>
          <a:lstStyle/>
          <a:p>
            <a:endParaRPr lang="en-US"/>
          </a:p>
        </p:txBody>
      </p:sp>
      <p:sp>
        <p:nvSpPr>
          <p:cNvPr id="10" name="Text Box 30"/>
          <p:cNvSpPr txBox="1">
            <a:spLocks noChangeArrowheads="1"/>
          </p:cNvSpPr>
          <p:nvPr/>
        </p:nvSpPr>
        <p:spPr bwMode="auto">
          <a:xfrm>
            <a:off x="6267450" y="4409123"/>
            <a:ext cx="438150" cy="396875"/>
          </a:xfrm>
          <a:prstGeom prst="rect">
            <a:avLst/>
          </a:prstGeom>
          <a:noFill/>
          <a:ln w="9525">
            <a:noFill/>
            <a:miter lim="800000"/>
          </a:ln>
        </p:spPr>
        <p:txBody>
          <a:bodyPr wrap="none">
            <a:spAutoFit/>
          </a:bodyPr>
          <a:lstStyle/>
          <a:p>
            <a:r>
              <a:rPr lang="en-US"/>
              <a:t>…</a:t>
            </a:r>
            <a:endParaRPr lang="en-US"/>
          </a:p>
        </p:txBody>
      </p:sp>
      <p:sp>
        <p:nvSpPr>
          <p:cNvPr id="11" name="Line 31"/>
          <p:cNvSpPr>
            <a:spLocks noChangeShapeType="1"/>
          </p:cNvSpPr>
          <p:nvPr/>
        </p:nvSpPr>
        <p:spPr bwMode="auto">
          <a:xfrm>
            <a:off x="6172200" y="4466273"/>
            <a:ext cx="609600" cy="0"/>
          </a:xfrm>
          <a:prstGeom prst="line">
            <a:avLst/>
          </a:prstGeom>
          <a:noFill/>
          <a:ln w="9525">
            <a:solidFill>
              <a:schemeClr val="tx1"/>
            </a:solidFill>
            <a:round/>
          </a:ln>
        </p:spPr>
        <p:txBody>
          <a:bodyPr wrap="none" anchor="ctr"/>
          <a:lstStyle/>
          <a:p>
            <a:endParaRPr lang="en-US"/>
          </a:p>
        </p:txBody>
      </p:sp>
      <p:sp>
        <p:nvSpPr>
          <p:cNvPr id="12" name="Line 32"/>
          <p:cNvSpPr>
            <a:spLocks noChangeShapeType="1"/>
          </p:cNvSpPr>
          <p:nvPr/>
        </p:nvSpPr>
        <p:spPr bwMode="auto">
          <a:xfrm>
            <a:off x="6172200" y="4847273"/>
            <a:ext cx="609600" cy="0"/>
          </a:xfrm>
          <a:prstGeom prst="line">
            <a:avLst/>
          </a:prstGeom>
          <a:noFill/>
          <a:ln w="9525">
            <a:solidFill>
              <a:schemeClr val="tx1"/>
            </a:solidFill>
            <a:round/>
          </a:ln>
        </p:spPr>
        <p:txBody>
          <a:bodyPr wrap="none" anchor="ctr"/>
          <a:lstStyle/>
          <a:p>
            <a:endParaRPr lang="en-US"/>
          </a:p>
        </p:txBody>
      </p:sp>
      <p:graphicFrame>
        <p:nvGraphicFramePr>
          <p:cNvPr id="13" name="Group 33"/>
          <p:cNvGraphicFramePr>
            <a:graphicFrameLocks noGrp="1"/>
          </p:cNvGraphicFramePr>
          <p:nvPr/>
        </p:nvGraphicFramePr>
        <p:xfrm>
          <a:off x="3124200" y="4866323"/>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 name="Text Box 49"/>
          <p:cNvSpPr txBox="1">
            <a:spLocks noChangeArrowheads="1"/>
          </p:cNvSpPr>
          <p:nvPr/>
        </p:nvSpPr>
        <p:spPr bwMode="auto">
          <a:xfrm>
            <a:off x="2609850" y="4885373"/>
            <a:ext cx="438150" cy="396875"/>
          </a:xfrm>
          <a:prstGeom prst="rect">
            <a:avLst/>
          </a:prstGeom>
          <a:noFill/>
          <a:ln w="9525">
            <a:noFill/>
            <a:miter lim="800000"/>
          </a:ln>
        </p:spPr>
        <p:txBody>
          <a:bodyPr wrap="none">
            <a:spAutoFit/>
          </a:bodyPr>
          <a:lstStyle/>
          <a:p>
            <a:r>
              <a:rPr lang="en-US"/>
              <a:t>…</a:t>
            </a:r>
            <a:endParaRPr lang="en-US"/>
          </a:p>
        </p:txBody>
      </p:sp>
      <p:sp>
        <p:nvSpPr>
          <p:cNvPr id="15" name="Line 50"/>
          <p:cNvSpPr>
            <a:spLocks noChangeShapeType="1"/>
          </p:cNvSpPr>
          <p:nvPr/>
        </p:nvSpPr>
        <p:spPr bwMode="auto">
          <a:xfrm>
            <a:off x="2514600" y="4866323"/>
            <a:ext cx="609600" cy="0"/>
          </a:xfrm>
          <a:prstGeom prst="line">
            <a:avLst/>
          </a:prstGeom>
          <a:noFill/>
          <a:ln w="9525">
            <a:solidFill>
              <a:schemeClr val="tx1"/>
            </a:solidFill>
            <a:round/>
          </a:ln>
        </p:spPr>
        <p:txBody>
          <a:bodyPr wrap="none" anchor="ctr"/>
          <a:lstStyle/>
          <a:p>
            <a:endParaRPr lang="en-US"/>
          </a:p>
        </p:txBody>
      </p:sp>
      <p:sp>
        <p:nvSpPr>
          <p:cNvPr id="16" name="Line 51"/>
          <p:cNvSpPr>
            <a:spLocks noChangeShapeType="1"/>
          </p:cNvSpPr>
          <p:nvPr/>
        </p:nvSpPr>
        <p:spPr bwMode="auto">
          <a:xfrm>
            <a:off x="2514600" y="5247323"/>
            <a:ext cx="609600" cy="0"/>
          </a:xfrm>
          <a:prstGeom prst="line">
            <a:avLst/>
          </a:prstGeom>
          <a:noFill/>
          <a:ln w="9525">
            <a:solidFill>
              <a:schemeClr val="tx1"/>
            </a:solidFill>
            <a:round/>
          </a:ln>
        </p:spPr>
        <p:txBody>
          <a:bodyPr wrap="none" anchor="ctr"/>
          <a:lstStyle/>
          <a:p>
            <a:endParaRPr lang="en-US"/>
          </a:p>
        </p:txBody>
      </p:sp>
      <p:sp>
        <p:nvSpPr>
          <p:cNvPr id="17" name="Text Box 52"/>
          <p:cNvSpPr txBox="1">
            <a:spLocks noChangeArrowheads="1"/>
          </p:cNvSpPr>
          <p:nvPr/>
        </p:nvSpPr>
        <p:spPr bwMode="auto">
          <a:xfrm>
            <a:off x="6267450" y="4790123"/>
            <a:ext cx="438150" cy="396875"/>
          </a:xfrm>
          <a:prstGeom prst="rect">
            <a:avLst/>
          </a:prstGeom>
          <a:noFill/>
          <a:ln w="9525">
            <a:noFill/>
            <a:miter lim="800000"/>
          </a:ln>
        </p:spPr>
        <p:txBody>
          <a:bodyPr wrap="none">
            <a:spAutoFit/>
          </a:bodyPr>
          <a:lstStyle/>
          <a:p>
            <a:r>
              <a:rPr lang="en-US"/>
              <a:t>…</a:t>
            </a:r>
            <a:endParaRPr lang="en-US"/>
          </a:p>
        </p:txBody>
      </p:sp>
      <p:sp>
        <p:nvSpPr>
          <p:cNvPr id="18" name="Line 53"/>
          <p:cNvSpPr>
            <a:spLocks noChangeShapeType="1"/>
          </p:cNvSpPr>
          <p:nvPr/>
        </p:nvSpPr>
        <p:spPr bwMode="auto">
          <a:xfrm>
            <a:off x="6172200" y="4866323"/>
            <a:ext cx="609600" cy="0"/>
          </a:xfrm>
          <a:prstGeom prst="line">
            <a:avLst/>
          </a:prstGeom>
          <a:noFill/>
          <a:ln w="9525">
            <a:solidFill>
              <a:schemeClr val="tx1"/>
            </a:solidFill>
            <a:round/>
          </a:ln>
        </p:spPr>
        <p:txBody>
          <a:bodyPr wrap="none" anchor="ctr"/>
          <a:lstStyle/>
          <a:p>
            <a:endParaRPr lang="en-US"/>
          </a:p>
        </p:txBody>
      </p:sp>
      <p:sp>
        <p:nvSpPr>
          <p:cNvPr id="19" name="Line 54"/>
          <p:cNvSpPr>
            <a:spLocks noChangeShapeType="1"/>
          </p:cNvSpPr>
          <p:nvPr/>
        </p:nvSpPr>
        <p:spPr bwMode="auto">
          <a:xfrm>
            <a:off x="6172200" y="5228273"/>
            <a:ext cx="609600" cy="0"/>
          </a:xfrm>
          <a:prstGeom prst="line">
            <a:avLst/>
          </a:prstGeom>
          <a:noFill/>
          <a:ln w="9525">
            <a:solidFill>
              <a:schemeClr val="tx1"/>
            </a:solidFill>
            <a:round/>
          </a:ln>
        </p:spPr>
        <p:txBody>
          <a:bodyPr wrap="none" anchor="ctr"/>
          <a:lstStyle/>
          <a:p>
            <a:endParaRPr lang="en-US"/>
          </a:p>
        </p:txBody>
      </p:sp>
      <p:graphicFrame>
        <p:nvGraphicFramePr>
          <p:cNvPr id="20" name="Group 55"/>
          <p:cNvGraphicFramePr>
            <a:graphicFrameLocks noGrp="1"/>
          </p:cNvGraphicFramePr>
          <p:nvPr/>
        </p:nvGraphicFramePr>
        <p:xfrm>
          <a:off x="3124200" y="5628323"/>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 name="Text Box 71"/>
          <p:cNvSpPr txBox="1">
            <a:spLocks noChangeArrowheads="1"/>
          </p:cNvSpPr>
          <p:nvPr/>
        </p:nvSpPr>
        <p:spPr bwMode="auto">
          <a:xfrm>
            <a:off x="2609850" y="5571173"/>
            <a:ext cx="438150" cy="396875"/>
          </a:xfrm>
          <a:prstGeom prst="rect">
            <a:avLst/>
          </a:prstGeom>
          <a:noFill/>
          <a:ln w="9525">
            <a:noFill/>
            <a:miter lim="800000"/>
          </a:ln>
        </p:spPr>
        <p:txBody>
          <a:bodyPr wrap="none">
            <a:spAutoFit/>
          </a:bodyPr>
          <a:lstStyle/>
          <a:p>
            <a:r>
              <a:rPr lang="en-US"/>
              <a:t>…</a:t>
            </a:r>
            <a:endParaRPr lang="en-US"/>
          </a:p>
        </p:txBody>
      </p:sp>
      <p:sp>
        <p:nvSpPr>
          <p:cNvPr id="22" name="Line 72"/>
          <p:cNvSpPr>
            <a:spLocks noChangeShapeType="1"/>
          </p:cNvSpPr>
          <p:nvPr/>
        </p:nvSpPr>
        <p:spPr bwMode="auto">
          <a:xfrm>
            <a:off x="2514600" y="5628323"/>
            <a:ext cx="609600" cy="0"/>
          </a:xfrm>
          <a:prstGeom prst="line">
            <a:avLst/>
          </a:prstGeom>
          <a:noFill/>
          <a:ln w="9525">
            <a:solidFill>
              <a:schemeClr val="tx1"/>
            </a:solidFill>
            <a:round/>
          </a:ln>
        </p:spPr>
        <p:txBody>
          <a:bodyPr wrap="none" anchor="ctr"/>
          <a:lstStyle/>
          <a:p>
            <a:endParaRPr lang="en-US"/>
          </a:p>
        </p:txBody>
      </p:sp>
      <p:sp>
        <p:nvSpPr>
          <p:cNvPr id="23" name="Line 73"/>
          <p:cNvSpPr>
            <a:spLocks noChangeShapeType="1"/>
          </p:cNvSpPr>
          <p:nvPr/>
        </p:nvSpPr>
        <p:spPr bwMode="auto">
          <a:xfrm>
            <a:off x="2514600" y="6009323"/>
            <a:ext cx="609600" cy="0"/>
          </a:xfrm>
          <a:prstGeom prst="line">
            <a:avLst/>
          </a:prstGeom>
          <a:noFill/>
          <a:ln w="9525">
            <a:solidFill>
              <a:schemeClr val="tx1"/>
            </a:solidFill>
            <a:round/>
          </a:ln>
        </p:spPr>
        <p:txBody>
          <a:bodyPr wrap="none" anchor="ctr"/>
          <a:lstStyle/>
          <a:p>
            <a:endParaRPr lang="en-US"/>
          </a:p>
        </p:txBody>
      </p:sp>
      <p:sp>
        <p:nvSpPr>
          <p:cNvPr id="24" name="Text Box 74"/>
          <p:cNvSpPr txBox="1">
            <a:spLocks noChangeArrowheads="1"/>
          </p:cNvSpPr>
          <p:nvPr/>
        </p:nvSpPr>
        <p:spPr bwMode="auto">
          <a:xfrm>
            <a:off x="6267450" y="5552123"/>
            <a:ext cx="438150" cy="396875"/>
          </a:xfrm>
          <a:prstGeom prst="rect">
            <a:avLst/>
          </a:prstGeom>
          <a:noFill/>
          <a:ln w="9525">
            <a:noFill/>
            <a:miter lim="800000"/>
          </a:ln>
        </p:spPr>
        <p:txBody>
          <a:bodyPr wrap="none">
            <a:spAutoFit/>
          </a:bodyPr>
          <a:lstStyle/>
          <a:p>
            <a:r>
              <a:rPr lang="en-US"/>
              <a:t>…</a:t>
            </a:r>
            <a:endParaRPr lang="en-US"/>
          </a:p>
        </p:txBody>
      </p:sp>
      <p:sp>
        <p:nvSpPr>
          <p:cNvPr id="25" name="Line 75"/>
          <p:cNvSpPr>
            <a:spLocks noChangeShapeType="1"/>
          </p:cNvSpPr>
          <p:nvPr/>
        </p:nvSpPr>
        <p:spPr bwMode="auto">
          <a:xfrm>
            <a:off x="6172200" y="5609273"/>
            <a:ext cx="609600" cy="0"/>
          </a:xfrm>
          <a:prstGeom prst="line">
            <a:avLst/>
          </a:prstGeom>
          <a:noFill/>
          <a:ln w="9525">
            <a:solidFill>
              <a:schemeClr val="tx1"/>
            </a:solidFill>
            <a:round/>
          </a:ln>
        </p:spPr>
        <p:txBody>
          <a:bodyPr wrap="none" anchor="ctr"/>
          <a:lstStyle/>
          <a:p>
            <a:endParaRPr lang="en-US"/>
          </a:p>
        </p:txBody>
      </p:sp>
      <p:sp>
        <p:nvSpPr>
          <p:cNvPr id="26" name="Line 76"/>
          <p:cNvSpPr>
            <a:spLocks noChangeShapeType="1"/>
          </p:cNvSpPr>
          <p:nvPr/>
        </p:nvSpPr>
        <p:spPr bwMode="auto">
          <a:xfrm>
            <a:off x="6172200" y="5990273"/>
            <a:ext cx="609600" cy="0"/>
          </a:xfrm>
          <a:prstGeom prst="line">
            <a:avLst/>
          </a:prstGeom>
          <a:noFill/>
          <a:ln w="9525">
            <a:solidFill>
              <a:schemeClr val="tx1"/>
            </a:solidFill>
            <a:round/>
          </a:ln>
        </p:spPr>
        <p:txBody>
          <a:bodyPr wrap="none" anchor="ctr"/>
          <a:lstStyle/>
          <a:p>
            <a:endParaRPr lang="en-US"/>
          </a:p>
        </p:txBody>
      </p:sp>
      <p:sp>
        <p:nvSpPr>
          <p:cNvPr id="27" name="Freeform 79"/>
          <p:cNvSpPr/>
          <p:nvPr/>
        </p:nvSpPr>
        <p:spPr bwMode="auto">
          <a:xfrm>
            <a:off x="3886200" y="3902709"/>
            <a:ext cx="514351" cy="1878014"/>
          </a:xfrm>
          <a:custGeom>
            <a:avLst/>
            <a:gdLst>
              <a:gd name="T0" fmla="*/ 2147483647 w 392"/>
              <a:gd name="T1" fmla="*/ 0 h 1120"/>
              <a:gd name="T2" fmla="*/ 2147483647 w 392"/>
              <a:gd name="T3" fmla="*/ 2147483647 h 1120"/>
              <a:gd name="T4" fmla="*/ 2147483647 w 392"/>
              <a:gd name="T5" fmla="*/ 2147483647 h 1120"/>
              <a:gd name="T6" fmla="*/ 2147483647 w 392"/>
              <a:gd name="T7" fmla="*/ 2147483647 h 1120"/>
              <a:gd name="T8" fmla="*/ 2147483647 w 392"/>
              <a:gd name="T9" fmla="*/ 2147483647 h 1120"/>
              <a:gd name="T10" fmla="*/ 2147483647 w 392"/>
              <a:gd name="T11" fmla="*/ 2147483647 h 1120"/>
              <a:gd name="T12" fmla="*/ 2147483647 w 392"/>
              <a:gd name="T13" fmla="*/ 2147483647 h 1120"/>
              <a:gd name="T14" fmla="*/ 2147483647 w 392"/>
              <a:gd name="T15" fmla="*/ 2147483647 h 1120"/>
              <a:gd name="T16" fmla="*/ 2147483647 w 392"/>
              <a:gd name="T17" fmla="*/ 2147483647 h 1120"/>
              <a:gd name="T18" fmla="*/ 0 w 392"/>
              <a:gd name="T19" fmla="*/ 2147483647 h 1120"/>
              <a:gd name="T20" fmla="*/ 2147483647 w 392"/>
              <a:gd name="T21" fmla="*/ 2147483647 h 1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2"/>
              <a:gd name="T34" fmla="*/ 0 h 1120"/>
              <a:gd name="T35" fmla="*/ 392 w 392"/>
              <a:gd name="T36" fmla="*/ 1120 h 1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2" h="1120">
                <a:moveTo>
                  <a:pt x="392" y="0"/>
                </a:moveTo>
                <a:cubicBezTo>
                  <a:pt x="373" y="6"/>
                  <a:pt x="352" y="6"/>
                  <a:pt x="336" y="16"/>
                </a:cubicBezTo>
                <a:cubicBezTo>
                  <a:pt x="326" y="21"/>
                  <a:pt x="321" y="33"/>
                  <a:pt x="312" y="40"/>
                </a:cubicBezTo>
                <a:cubicBezTo>
                  <a:pt x="304" y="44"/>
                  <a:pt x="295" y="43"/>
                  <a:pt x="288" y="48"/>
                </a:cubicBezTo>
                <a:cubicBezTo>
                  <a:pt x="271" y="57"/>
                  <a:pt x="240" y="80"/>
                  <a:pt x="240" y="80"/>
                </a:cubicBezTo>
                <a:cubicBezTo>
                  <a:pt x="220" y="138"/>
                  <a:pt x="178" y="188"/>
                  <a:pt x="144" y="240"/>
                </a:cubicBezTo>
                <a:cubicBezTo>
                  <a:pt x="121" y="274"/>
                  <a:pt x="136" y="267"/>
                  <a:pt x="112" y="296"/>
                </a:cubicBezTo>
                <a:cubicBezTo>
                  <a:pt x="102" y="307"/>
                  <a:pt x="89" y="316"/>
                  <a:pt x="80" y="328"/>
                </a:cubicBezTo>
                <a:cubicBezTo>
                  <a:pt x="62" y="348"/>
                  <a:pt x="32" y="392"/>
                  <a:pt x="32" y="392"/>
                </a:cubicBezTo>
                <a:cubicBezTo>
                  <a:pt x="19" y="428"/>
                  <a:pt x="9" y="466"/>
                  <a:pt x="0" y="504"/>
                </a:cubicBezTo>
                <a:cubicBezTo>
                  <a:pt x="6" y="709"/>
                  <a:pt x="16" y="914"/>
                  <a:pt x="16" y="1120"/>
                </a:cubicBezTo>
              </a:path>
            </a:pathLst>
          </a:custGeom>
          <a:noFill/>
          <a:ln w="9525">
            <a:solidFill>
              <a:schemeClr val="tx1"/>
            </a:solidFill>
            <a:round/>
            <a:tailEnd type="arrow" w="med" len="med"/>
          </a:ln>
        </p:spPr>
        <p:txBody>
          <a:bodyPr wrap="none" anchor="ctr"/>
          <a:lstStyle/>
          <a:p>
            <a:endParaRPr lang="en-US"/>
          </a:p>
        </p:txBody>
      </p:sp>
      <p:sp>
        <p:nvSpPr>
          <p:cNvPr id="28" name="Text Box 80"/>
          <p:cNvSpPr txBox="1">
            <a:spLocks noChangeArrowheads="1"/>
          </p:cNvSpPr>
          <p:nvPr/>
        </p:nvSpPr>
        <p:spPr bwMode="auto">
          <a:xfrm>
            <a:off x="1431925" y="4428173"/>
            <a:ext cx="1030288" cy="400050"/>
          </a:xfrm>
          <a:prstGeom prst="rect">
            <a:avLst/>
          </a:prstGeom>
          <a:noFill/>
          <a:ln w="9525">
            <a:noFill/>
            <a:miter lim="800000"/>
          </a:ln>
        </p:spPr>
        <p:txBody>
          <a:bodyPr wrap="none">
            <a:spAutoFit/>
          </a:bodyPr>
          <a:lstStyle/>
          <a:p>
            <a:r>
              <a:rPr lang="en-US" dirty="0"/>
              <a:t>Track 1</a:t>
            </a:r>
            <a:endParaRPr lang="en-US" dirty="0"/>
          </a:p>
        </p:txBody>
      </p:sp>
      <p:sp>
        <p:nvSpPr>
          <p:cNvPr id="29" name="Text Box 81"/>
          <p:cNvSpPr txBox="1">
            <a:spLocks noChangeArrowheads="1"/>
          </p:cNvSpPr>
          <p:nvPr/>
        </p:nvSpPr>
        <p:spPr bwMode="auto">
          <a:xfrm>
            <a:off x="1371600" y="5002848"/>
            <a:ext cx="1030288" cy="400050"/>
          </a:xfrm>
          <a:prstGeom prst="rect">
            <a:avLst/>
          </a:prstGeom>
          <a:noFill/>
          <a:ln w="9525">
            <a:noFill/>
            <a:miter lim="800000"/>
          </a:ln>
        </p:spPr>
        <p:txBody>
          <a:bodyPr wrap="none">
            <a:spAutoFit/>
          </a:bodyPr>
          <a:lstStyle/>
          <a:p>
            <a:r>
              <a:rPr lang="en-US"/>
              <a:t>Track 2</a:t>
            </a:r>
            <a:endParaRPr lang="en-US"/>
          </a:p>
        </p:txBody>
      </p:sp>
      <p:sp>
        <p:nvSpPr>
          <p:cNvPr id="30" name="Text Box 82"/>
          <p:cNvSpPr txBox="1">
            <a:spLocks noChangeArrowheads="1"/>
          </p:cNvSpPr>
          <p:nvPr/>
        </p:nvSpPr>
        <p:spPr bwMode="auto">
          <a:xfrm>
            <a:off x="1387475" y="5612448"/>
            <a:ext cx="1014413" cy="400050"/>
          </a:xfrm>
          <a:prstGeom prst="rect">
            <a:avLst/>
          </a:prstGeom>
          <a:noFill/>
          <a:ln w="9525">
            <a:noFill/>
            <a:miter lim="800000"/>
          </a:ln>
        </p:spPr>
        <p:txBody>
          <a:bodyPr wrap="none">
            <a:spAutoFit/>
          </a:bodyPr>
          <a:lstStyle/>
          <a:p>
            <a:r>
              <a:rPr lang="en-US"/>
              <a:t>Track k</a:t>
            </a:r>
            <a:endParaRPr lang="en-US"/>
          </a:p>
        </p:txBody>
      </p:sp>
      <p:sp>
        <p:nvSpPr>
          <p:cNvPr id="31" name="Text Box 83"/>
          <p:cNvSpPr txBox="1">
            <a:spLocks noChangeArrowheads="1"/>
          </p:cNvSpPr>
          <p:nvPr/>
        </p:nvSpPr>
        <p:spPr bwMode="auto">
          <a:xfrm rot="5400000">
            <a:off x="2097088" y="5287010"/>
            <a:ext cx="438150" cy="396875"/>
          </a:xfrm>
          <a:prstGeom prst="rect">
            <a:avLst/>
          </a:prstGeom>
          <a:noFill/>
          <a:ln w="9525">
            <a:noFill/>
            <a:miter lim="800000"/>
          </a:ln>
        </p:spPr>
        <p:txBody>
          <a:bodyPr wrap="none">
            <a:spAutoFit/>
          </a:bodyPr>
          <a:lstStyle/>
          <a:p>
            <a:r>
              <a:rPr lang="en-US"/>
              <a:t>…</a:t>
            </a:r>
            <a:endParaRPr lang="en-US"/>
          </a:p>
        </p:txBody>
      </p:sp>
      <mc:AlternateContent xmlns:mc="http://schemas.openxmlformats.org/markup-compatibility/2006">
        <mc:Choice xmlns:a14="http://schemas.microsoft.com/office/drawing/2010/main" Requires="a14">
          <p:sp>
            <p:nvSpPr>
              <p:cNvPr id="32" name="Text Box 84"/>
              <p:cNvSpPr txBox="1">
                <a:spLocks noChangeArrowheads="1"/>
              </p:cNvSpPr>
              <p:nvPr/>
            </p:nvSpPr>
            <p:spPr bwMode="auto">
              <a:xfrm>
                <a:off x="6172200" y="3467636"/>
                <a:ext cx="2495550" cy="830997"/>
              </a:xfrm>
              <a:prstGeom prst="rect">
                <a:avLst/>
              </a:prstGeom>
              <a:noFill/>
              <a:ln w="9525">
                <a:noFill/>
                <a:miter lim="800000"/>
              </a:ln>
            </p:spPr>
            <p:txBody>
              <a:bodyPr wrap="square">
                <a:spAutoFit/>
              </a:bodyPr>
              <a:lstStyle/>
              <a:p>
                <a14:m>
                  <m:oMath xmlns:m="http://schemas.openxmlformats.org/officeDocument/2006/math">
                    <m:r>
                      <a:rPr lang="en-AU" altLang="zh-CN" sz="2400" i="1" dirty="0" smtClean="0">
                        <a:latin typeface="Cambria Math" panose="02040503050406030204" pitchFamily="18" charset="0"/>
                      </a:rPr>
                      <m:t>𝑘</m:t>
                    </m:r>
                  </m:oMath>
                </a14:m>
                <a:r>
                  <a:rPr lang="zh-CN" altLang="en-US" sz="2400" dirty="0">
                    <a:latin typeface="楷体" panose="02010609060101010101" pitchFamily="49" charset="-122"/>
                    <a:ea typeface="楷体" panose="02010609060101010101" pitchFamily="49" charset="-122"/>
                  </a:rPr>
                  <a:t>条道，读头一次读入</a:t>
                </a:r>
                <a14:m>
                  <m:oMath xmlns:m="http://schemas.openxmlformats.org/officeDocument/2006/math">
                    <m:r>
                      <a:rPr lang="en-AU" altLang="zh-CN" sz="2400" i="1" dirty="0" smtClean="0">
                        <a:latin typeface="Cambria Math" panose="02040503050406030204" pitchFamily="18" charset="0"/>
                        <a:ea typeface="楷体" panose="02010609060101010101" pitchFamily="49" charset="-122"/>
                      </a:rPr>
                      <m:t>𝑘</m:t>
                    </m:r>
                  </m:oMath>
                </a14:m>
                <a:r>
                  <a:rPr lang="zh-CN" altLang="en-US" sz="2400" dirty="0">
                    <a:latin typeface="楷体" panose="02010609060101010101" pitchFamily="49" charset="-122"/>
                    <a:ea typeface="楷体" panose="02010609060101010101" pitchFamily="49" charset="-122"/>
                  </a:rPr>
                  <a:t>个符号。</a:t>
                </a:r>
                <a:endParaRPr lang="en-US" sz="2400" dirty="0">
                  <a:latin typeface="楷体" panose="02010609060101010101" pitchFamily="49" charset="-122"/>
                  <a:ea typeface="楷体" panose="02010609060101010101" pitchFamily="49" charset="-122"/>
                </a:endParaRPr>
              </a:p>
            </p:txBody>
          </p:sp>
        </mc:Choice>
        <mc:Fallback>
          <p:sp>
            <p:nvSpPr>
              <p:cNvPr id="32" name="Text Box 84"/>
              <p:cNvSpPr txBox="1">
                <a:spLocks noRot="1" noChangeAspect="1" noMove="1" noResize="1" noEditPoints="1" noAdjustHandles="1" noChangeArrowheads="1" noChangeShapeType="1" noTextEdit="1"/>
              </p:cNvSpPr>
              <p:nvPr/>
            </p:nvSpPr>
            <p:spPr bwMode="auto">
              <a:xfrm>
                <a:off x="6172200" y="3467636"/>
                <a:ext cx="2495550" cy="830997"/>
              </a:xfrm>
              <a:prstGeom prst="rect">
                <a:avLst/>
              </a:prstGeom>
              <a:blipFill rotWithShape="1">
                <a:blip r:embed="rId2"/>
                <a:stretch>
                  <a:fillRect t="-65" b="38"/>
                </a:stretch>
              </a:blipFill>
              <a:ln w="9525">
                <a:noFill/>
                <a:miter lim="800000"/>
              </a:ln>
            </p:spPr>
            <p:txBody>
              <a:bodyPr/>
              <a:lstStyle/>
              <a:p>
                <a:r>
                  <a:rPr lang="zh-CN" altLang="en-US">
                    <a:noFill/>
                  </a:rPr>
                  <a:t> </a:t>
                </a:r>
              </a:p>
            </p:txBody>
          </p:sp>
        </mc:Fallback>
      </mc:AlternateContent>
      <p:sp>
        <p:nvSpPr>
          <p:cNvPr id="33" name="Rectangle 35"/>
          <p:cNvSpPr>
            <a:spLocks noChangeArrowheads="1"/>
          </p:cNvSpPr>
          <p:nvPr/>
        </p:nvSpPr>
        <p:spPr bwMode="auto">
          <a:xfrm>
            <a:off x="3505200" y="4180523"/>
            <a:ext cx="762000" cy="1981200"/>
          </a:xfrm>
          <a:prstGeom prst="rect">
            <a:avLst/>
          </a:prstGeom>
          <a:noFill/>
          <a:ln w="9525" algn="ctr">
            <a:solidFill>
              <a:schemeClr val="tx1"/>
            </a:solidFill>
            <a:prstDash val="dash"/>
            <a:round/>
          </a:ln>
        </p:spPr>
        <p:txBody>
          <a:bodyPr/>
          <a:lstStyle/>
          <a:p>
            <a:endParaRPr lang="en-US"/>
          </a:p>
        </p:txBody>
      </p:sp>
      <p:sp>
        <p:nvSpPr>
          <p:cNvPr id="34" name="Text Box 83"/>
          <p:cNvSpPr txBox="1">
            <a:spLocks noChangeArrowheads="1"/>
          </p:cNvSpPr>
          <p:nvPr/>
        </p:nvSpPr>
        <p:spPr bwMode="auto">
          <a:xfrm rot="5400000">
            <a:off x="3941763" y="5267960"/>
            <a:ext cx="438150" cy="396875"/>
          </a:xfrm>
          <a:prstGeom prst="rect">
            <a:avLst/>
          </a:prstGeom>
          <a:noFill/>
          <a:ln w="9525">
            <a:noFill/>
            <a:miter lim="800000"/>
          </a:ln>
        </p:spPr>
        <p:txBody>
          <a:bodyPr wrap="none">
            <a:spAutoFit/>
          </a:bodyPr>
          <a:lstStyle/>
          <a:p>
            <a:r>
              <a:rPr lang="en-US"/>
              <a:t>…</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m:t>
                      </m:r>
                      <m:r>
                        <a:rPr lang="en-AU" sz="2400" b="0" i="1" smtClean="0">
                          <a:latin typeface="Cambria Math" panose="02040503050406030204" pitchFamily="18" charset="0"/>
                        </a:rPr>
                        <m:t>𝑤𝑐𝑤</m:t>
                      </m:r>
                      <m:r>
                        <a:rPr lang="en-AU" sz="2400" b="0" i="1" smtClean="0">
                          <a:latin typeface="Cambria Math" panose="02040503050406030204" pitchFamily="18" charset="0"/>
                        </a:rPr>
                        <m:t>|</m:t>
                      </m:r>
                      <m:r>
                        <a:rPr lang="en-AU" sz="2400" b="0" i="1" smtClean="0">
                          <a:latin typeface="Cambria Math" panose="02040503050406030204" pitchFamily="18" charset="0"/>
                        </a:rPr>
                        <m:t>𝑤</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m:t>
                          </m:r>
                        </m:sup>
                      </m:sSup>
                      <m:r>
                        <a:rPr lang="en-AU" sz="2400" b="0" i="1" smtClean="0">
                          <a:latin typeface="Cambria Math" panose="02040503050406030204" pitchFamily="18" charset="0"/>
                        </a:rPr>
                        <m:t>}</m:t>
                      </m:r>
                    </m:oMath>
                  </m:oMathPara>
                </a14:m>
                <a:endParaRPr lang="en-AU" sz="24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3" name="Group 241"/>
          <p:cNvGrpSpPr/>
          <p:nvPr/>
        </p:nvGrpSpPr>
        <p:grpSpPr bwMode="auto">
          <a:xfrm>
            <a:off x="927098" y="3024822"/>
            <a:ext cx="4687889" cy="3311526"/>
            <a:chOff x="-121" y="2256"/>
            <a:chExt cx="295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endParaRPr lang="en-US" sz="1600" dirty="0">
                  <a:solidFill>
                    <a:srgbClr val="FF0000"/>
                  </a:solidFill>
                </a:endParaRP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77" name="Text Box 124"/>
            <p:cNvSpPr txBox="1">
              <a:spLocks noChangeArrowheads="1"/>
            </p:cNvSpPr>
            <p:nvPr/>
          </p:nvSpPr>
          <p:spPr bwMode="auto">
            <a:xfrm>
              <a:off x="-36" y="3324"/>
              <a:ext cx="276" cy="250"/>
            </a:xfrm>
            <a:prstGeom prst="rect">
              <a:avLst/>
            </a:prstGeom>
            <a:noFill/>
            <a:ln w="9525">
              <a:noFill/>
              <a:miter lim="800000"/>
            </a:ln>
          </p:spPr>
          <p:txBody>
            <a:bodyPr wrap="none">
              <a:spAutoFit/>
            </a:bodyPr>
            <a:lstStyle/>
            <a:p>
              <a:r>
                <a:rPr lang="en-US"/>
                <a:t>…</a:t>
              </a:r>
              <a:endParaRPr lang="en-US"/>
            </a:p>
          </p:txBody>
        </p:sp>
        <p:sp>
          <p:nvSpPr>
            <p:cNvPr id="78" name="Text Box 127"/>
            <p:cNvSpPr txBox="1">
              <a:spLocks noChangeArrowheads="1"/>
            </p:cNvSpPr>
            <p:nvPr/>
          </p:nvSpPr>
          <p:spPr bwMode="auto">
            <a:xfrm>
              <a:off x="2279" y="3312"/>
              <a:ext cx="543" cy="212"/>
            </a:xfrm>
            <a:prstGeom prst="rect">
              <a:avLst/>
            </a:prstGeom>
            <a:noFill/>
            <a:ln w="9525">
              <a:noFill/>
              <a:miter lim="800000"/>
            </a:ln>
          </p:spPr>
          <p:txBody>
            <a:bodyPr wrap="none">
              <a:spAutoFit/>
            </a:bodyPr>
            <a:lstStyle/>
            <a:p>
              <a:r>
                <a:rPr lang="en-US" sz="1600"/>
                <a:t>Track 1</a:t>
              </a:r>
              <a:endParaRPr lang="en-US" sz="1600"/>
            </a:p>
          </p:txBody>
        </p:sp>
        <p:sp>
          <p:nvSpPr>
            <p:cNvPr id="79" name="Rectangle 130"/>
            <p:cNvSpPr>
              <a:spLocks noChangeArrowheads="1"/>
            </p:cNvSpPr>
            <p:nvPr/>
          </p:nvSpPr>
          <p:spPr bwMode="auto">
            <a:xfrm>
              <a:off x="551" y="3216"/>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81" name="Text Box 164"/>
            <p:cNvSpPr txBox="1">
              <a:spLocks noChangeArrowheads="1"/>
            </p:cNvSpPr>
            <p:nvPr/>
          </p:nvSpPr>
          <p:spPr bwMode="auto">
            <a:xfrm>
              <a:off x="-36" y="3612"/>
              <a:ext cx="276" cy="250"/>
            </a:xfrm>
            <a:prstGeom prst="rect">
              <a:avLst/>
            </a:prstGeom>
            <a:noFill/>
            <a:ln w="9525">
              <a:noFill/>
              <a:miter lim="800000"/>
            </a:ln>
          </p:spPr>
          <p:txBody>
            <a:bodyPr wrap="none">
              <a:spAutoFit/>
            </a:bodyPr>
            <a:lstStyle/>
            <a:p>
              <a:r>
                <a:rPr lang="en-US"/>
                <a:t>…</a:t>
              </a:r>
              <a:endParaRPr lang="en-US"/>
            </a:p>
          </p:txBody>
        </p:sp>
        <p:sp>
          <p:nvSpPr>
            <p:cNvPr id="82" name="Text Box 165"/>
            <p:cNvSpPr txBox="1">
              <a:spLocks noChangeArrowheads="1"/>
            </p:cNvSpPr>
            <p:nvPr/>
          </p:nvSpPr>
          <p:spPr bwMode="auto">
            <a:xfrm>
              <a:off x="2289" y="3600"/>
              <a:ext cx="543" cy="212"/>
            </a:xfrm>
            <a:prstGeom prst="rect">
              <a:avLst/>
            </a:prstGeom>
            <a:noFill/>
            <a:ln w="9525">
              <a:noFill/>
              <a:miter lim="800000"/>
            </a:ln>
          </p:spPr>
          <p:txBody>
            <a:bodyPr wrap="none">
              <a:spAutoFit/>
            </a:bodyPr>
            <a:lstStyle/>
            <a:p>
              <a:r>
                <a:rPr lang="en-US" sz="1600"/>
                <a:t>Track 2</a:t>
              </a:r>
              <a:endParaRPr lang="en-US" sz="1600"/>
            </a:p>
          </p:txBody>
        </p:sp>
        <p:sp>
          <p:nvSpPr>
            <p:cNvPr id="83" name="Freeform 166"/>
            <p:cNvSpPr/>
            <p:nvPr/>
          </p:nvSpPr>
          <p:spPr bwMode="auto">
            <a:xfrm>
              <a:off x="663" y="2736"/>
              <a:ext cx="352"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m:t>
                      </m:r>
                      <m:r>
                        <a:rPr lang="en-AU" sz="2400" b="0" i="1" smtClean="0">
                          <a:latin typeface="Cambria Math" panose="02040503050406030204" pitchFamily="18" charset="0"/>
                        </a:rPr>
                        <m:t>𝑤𝑐𝑤</m:t>
                      </m:r>
                      <m:r>
                        <a:rPr lang="en-AU" sz="2400" b="0" i="1" smtClean="0">
                          <a:latin typeface="Cambria Math" panose="02040503050406030204" pitchFamily="18" charset="0"/>
                        </a:rPr>
                        <m:t>|</m:t>
                      </m:r>
                      <m:r>
                        <a:rPr lang="en-AU" sz="2400" b="0" i="1" smtClean="0">
                          <a:latin typeface="Cambria Math" panose="02040503050406030204" pitchFamily="18" charset="0"/>
                        </a:rPr>
                        <m:t>𝑤</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m:t>
                          </m:r>
                        </m:sup>
                      </m:sSup>
                      <m:r>
                        <a:rPr lang="en-AU" sz="2400" b="0" i="1" smtClean="0">
                          <a:latin typeface="Cambria Math" panose="02040503050406030204" pitchFamily="18" charset="0"/>
                        </a:rPr>
                        <m:t>}</m:t>
                      </m:r>
                    </m:oMath>
                  </m:oMathPara>
                </a14:m>
                <a:endParaRPr lang="en-AU" sz="24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3" name="Group 241"/>
          <p:cNvGrpSpPr/>
          <p:nvPr/>
        </p:nvGrpSpPr>
        <p:grpSpPr bwMode="auto">
          <a:xfrm>
            <a:off x="927098" y="3024822"/>
            <a:ext cx="4687889" cy="3311526"/>
            <a:chOff x="-121" y="2256"/>
            <a:chExt cx="295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sz="1800" dirty="0"/>
                <a:t>有穷控制器</a:t>
              </a:r>
              <a:endParaRPr lang="en-US" sz="1800"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endParaRPr lang="en-US" sz="1600" dirty="0">
                  <a:solidFill>
                    <a:srgbClr val="FF0000"/>
                  </a:solidFill>
                </a:endParaRP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77" name="Text Box 124"/>
            <p:cNvSpPr txBox="1">
              <a:spLocks noChangeArrowheads="1"/>
            </p:cNvSpPr>
            <p:nvPr/>
          </p:nvSpPr>
          <p:spPr bwMode="auto">
            <a:xfrm>
              <a:off x="-36" y="3324"/>
              <a:ext cx="276" cy="250"/>
            </a:xfrm>
            <a:prstGeom prst="rect">
              <a:avLst/>
            </a:prstGeom>
            <a:noFill/>
            <a:ln w="9525">
              <a:noFill/>
              <a:miter lim="800000"/>
            </a:ln>
          </p:spPr>
          <p:txBody>
            <a:bodyPr wrap="none">
              <a:spAutoFit/>
            </a:bodyPr>
            <a:lstStyle/>
            <a:p>
              <a:r>
                <a:rPr lang="en-US"/>
                <a:t>…</a:t>
              </a:r>
              <a:endParaRPr lang="en-US"/>
            </a:p>
          </p:txBody>
        </p:sp>
        <p:sp>
          <p:nvSpPr>
            <p:cNvPr id="78" name="Text Box 127"/>
            <p:cNvSpPr txBox="1">
              <a:spLocks noChangeArrowheads="1"/>
            </p:cNvSpPr>
            <p:nvPr/>
          </p:nvSpPr>
          <p:spPr bwMode="auto">
            <a:xfrm>
              <a:off x="2279" y="3312"/>
              <a:ext cx="543" cy="212"/>
            </a:xfrm>
            <a:prstGeom prst="rect">
              <a:avLst/>
            </a:prstGeom>
            <a:noFill/>
            <a:ln w="9525">
              <a:noFill/>
              <a:miter lim="800000"/>
            </a:ln>
          </p:spPr>
          <p:txBody>
            <a:bodyPr wrap="none">
              <a:spAutoFit/>
            </a:bodyPr>
            <a:lstStyle/>
            <a:p>
              <a:r>
                <a:rPr lang="en-US" sz="1600"/>
                <a:t>Track 1</a:t>
              </a:r>
              <a:endParaRPr lang="en-US" sz="1600"/>
            </a:p>
          </p:txBody>
        </p:sp>
        <p:sp>
          <p:nvSpPr>
            <p:cNvPr id="79" name="Rectangle 130"/>
            <p:cNvSpPr>
              <a:spLocks noChangeArrowheads="1"/>
            </p:cNvSpPr>
            <p:nvPr/>
          </p:nvSpPr>
          <p:spPr bwMode="auto">
            <a:xfrm>
              <a:off x="551" y="3216"/>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81" name="Text Box 164"/>
            <p:cNvSpPr txBox="1">
              <a:spLocks noChangeArrowheads="1"/>
            </p:cNvSpPr>
            <p:nvPr/>
          </p:nvSpPr>
          <p:spPr bwMode="auto">
            <a:xfrm>
              <a:off x="-36" y="3612"/>
              <a:ext cx="276" cy="250"/>
            </a:xfrm>
            <a:prstGeom prst="rect">
              <a:avLst/>
            </a:prstGeom>
            <a:noFill/>
            <a:ln w="9525">
              <a:noFill/>
              <a:miter lim="800000"/>
            </a:ln>
          </p:spPr>
          <p:txBody>
            <a:bodyPr wrap="none">
              <a:spAutoFit/>
            </a:bodyPr>
            <a:lstStyle/>
            <a:p>
              <a:r>
                <a:rPr lang="en-US"/>
                <a:t>…</a:t>
              </a:r>
              <a:endParaRPr lang="en-US"/>
            </a:p>
          </p:txBody>
        </p:sp>
        <p:sp>
          <p:nvSpPr>
            <p:cNvPr id="82" name="Text Box 165"/>
            <p:cNvSpPr txBox="1">
              <a:spLocks noChangeArrowheads="1"/>
            </p:cNvSpPr>
            <p:nvPr/>
          </p:nvSpPr>
          <p:spPr bwMode="auto">
            <a:xfrm>
              <a:off x="2289" y="3600"/>
              <a:ext cx="543" cy="212"/>
            </a:xfrm>
            <a:prstGeom prst="rect">
              <a:avLst/>
            </a:prstGeom>
            <a:noFill/>
            <a:ln w="9525">
              <a:noFill/>
              <a:miter lim="800000"/>
            </a:ln>
          </p:spPr>
          <p:txBody>
            <a:bodyPr wrap="none">
              <a:spAutoFit/>
            </a:bodyPr>
            <a:lstStyle/>
            <a:p>
              <a:r>
                <a:rPr lang="en-US" sz="1600"/>
                <a:t>Track 2</a:t>
              </a:r>
              <a:endParaRPr lang="en-US" sz="1600"/>
            </a:p>
          </p:txBody>
        </p:sp>
        <p:sp>
          <p:nvSpPr>
            <p:cNvPr id="83" name="Freeform 166"/>
            <p:cNvSpPr/>
            <p:nvPr/>
          </p:nvSpPr>
          <p:spPr bwMode="auto">
            <a:xfrm>
              <a:off x="663" y="2736"/>
              <a:ext cx="352"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144" name="TextBox 143"/>
          <p:cNvSpPr txBox="1"/>
          <p:nvPr/>
        </p:nvSpPr>
        <p:spPr>
          <a:xfrm>
            <a:off x="3381294" y="3392092"/>
            <a:ext cx="365204"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sz="1800" dirty="0">
                <a:solidFill>
                  <a:schemeClr val="hlink"/>
                </a:solidFill>
              </a:rPr>
              <a:t>a</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m:t>
                      </m:r>
                      <m:r>
                        <a:rPr lang="en-AU" sz="2400" b="0" i="1" smtClean="0">
                          <a:latin typeface="Cambria Math" panose="02040503050406030204" pitchFamily="18" charset="0"/>
                        </a:rPr>
                        <m:t>𝑤𝑐𝑤</m:t>
                      </m:r>
                      <m:r>
                        <a:rPr lang="en-AU" sz="2400" b="0" i="1" smtClean="0">
                          <a:latin typeface="Cambria Math" panose="02040503050406030204" pitchFamily="18" charset="0"/>
                        </a:rPr>
                        <m:t>|</m:t>
                      </m:r>
                      <m:r>
                        <a:rPr lang="en-AU" sz="2400" b="0" i="1" smtClean="0">
                          <a:latin typeface="Cambria Math" panose="02040503050406030204" pitchFamily="18" charset="0"/>
                        </a:rPr>
                        <m:t>𝑤</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m:t>
                          </m:r>
                        </m:sup>
                      </m:sSup>
                      <m:r>
                        <a:rPr lang="en-AU" sz="2400" b="0" i="1" smtClean="0">
                          <a:latin typeface="Cambria Math" panose="02040503050406030204" pitchFamily="18" charset="0"/>
                        </a:rPr>
                        <m:t>}</m:t>
                      </m:r>
                    </m:oMath>
                  </m:oMathPara>
                </a14:m>
                <a:endParaRPr lang="en-AU" sz="24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3" name="Group 241"/>
          <p:cNvGrpSpPr/>
          <p:nvPr/>
        </p:nvGrpSpPr>
        <p:grpSpPr bwMode="auto">
          <a:xfrm>
            <a:off x="927098" y="3024822"/>
            <a:ext cx="4687889" cy="3311526"/>
            <a:chOff x="-121" y="2256"/>
            <a:chExt cx="295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sz="1800" dirty="0"/>
                <a:t>有穷控制器</a:t>
              </a:r>
              <a:endParaRPr lang="en-US" sz="1800"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endParaRPr lang="en-US" sz="1600" dirty="0">
                  <a:solidFill>
                    <a:srgbClr val="FF0000"/>
                  </a:solidFill>
                </a:endParaRP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77" name="Text Box 124"/>
            <p:cNvSpPr txBox="1">
              <a:spLocks noChangeArrowheads="1"/>
            </p:cNvSpPr>
            <p:nvPr/>
          </p:nvSpPr>
          <p:spPr bwMode="auto">
            <a:xfrm>
              <a:off x="-36" y="3324"/>
              <a:ext cx="276" cy="250"/>
            </a:xfrm>
            <a:prstGeom prst="rect">
              <a:avLst/>
            </a:prstGeom>
            <a:noFill/>
            <a:ln w="9525">
              <a:noFill/>
              <a:miter lim="800000"/>
            </a:ln>
          </p:spPr>
          <p:txBody>
            <a:bodyPr wrap="none">
              <a:spAutoFit/>
            </a:bodyPr>
            <a:lstStyle/>
            <a:p>
              <a:r>
                <a:rPr lang="en-US"/>
                <a:t>…</a:t>
              </a:r>
              <a:endParaRPr lang="en-US"/>
            </a:p>
          </p:txBody>
        </p:sp>
        <p:sp>
          <p:nvSpPr>
            <p:cNvPr id="78" name="Text Box 127"/>
            <p:cNvSpPr txBox="1">
              <a:spLocks noChangeArrowheads="1"/>
            </p:cNvSpPr>
            <p:nvPr/>
          </p:nvSpPr>
          <p:spPr bwMode="auto">
            <a:xfrm>
              <a:off x="2279" y="3312"/>
              <a:ext cx="543" cy="212"/>
            </a:xfrm>
            <a:prstGeom prst="rect">
              <a:avLst/>
            </a:prstGeom>
            <a:noFill/>
            <a:ln w="9525">
              <a:noFill/>
              <a:miter lim="800000"/>
            </a:ln>
          </p:spPr>
          <p:txBody>
            <a:bodyPr wrap="none">
              <a:spAutoFit/>
            </a:bodyPr>
            <a:lstStyle/>
            <a:p>
              <a:r>
                <a:rPr lang="en-US" sz="1600"/>
                <a:t>Track 1</a:t>
              </a:r>
              <a:endParaRPr lang="en-US" sz="1600"/>
            </a:p>
          </p:txBody>
        </p:sp>
        <p:sp>
          <p:nvSpPr>
            <p:cNvPr id="79" name="Rectangle 130"/>
            <p:cNvSpPr>
              <a:spLocks noChangeArrowheads="1"/>
            </p:cNvSpPr>
            <p:nvPr/>
          </p:nvSpPr>
          <p:spPr bwMode="auto">
            <a:xfrm>
              <a:off x="1291" y="3240"/>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endParaRPr lang="en-US" sz="1600" b="1" dirty="0"/>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endParaRPr lang="en-US" sz="1600" b="1" dirty="0"/>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81" name="Text Box 164"/>
            <p:cNvSpPr txBox="1">
              <a:spLocks noChangeArrowheads="1"/>
            </p:cNvSpPr>
            <p:nvPr/>
          </p:nvSpPr>
          <p:spPr bwMode="auto">
            <a:xfrm>
              <a:off x="-36" y="3612"/>
              <a:ext cx="276" cy="250"/>
            </a:xfrm>
            <a:prstGeom prst="rect">
              <a:avLst/>
            </a:prstGeom>
            <a:noFill/>
            <a:ln w="9525">
              <a:noFill/>
              <a:miter lim="800000"/>
            </a:ln>
          </p:spPr>
          <p:txBody>
            <a:bodyPr wrap="none">
              <a:spAutoFit/>
            </a:bodyPr>
            <a:lstStyle/>
            <a:p>
              <a:r>
                <a:rPr lang="en-US"/>
                <a:t>…</a:t>
              </a:r>
              <a:endParaRPr lang="en-US"/>
            </a:p>
          </p:txBody>
        </p:sp>
        <p:sp>
          <p:nvSpPr>
            <p:cNvPr id="82" name="Text Box 165"/>
            <p:cNvSpPr txBox="1">
              <a:spLocks noChangeArrowheads="1"/>
            </p:cNvSpPr>
            <p:nvPr/>
          </p:nvSpPr>
          <p:spPr bwMode="auto">
            <a:xfrm>
              <a:off x="2289" y="3600"/>
              <a:ext cx="543" cy="212"/>
            </a:xfrm>
            <a:prstGeom prst="rect">
              <a:avLst/>
            </a:prstGeom>
            <a:noFill/>
            <a:ln w="9525">
              <a:noFill/>
              <a:miter lim="800000"/>
            </a:ln>
          </p:spPr>
          <p:txBody>
            <a:bodyPr wrap="none">
              <a:spAutoFit/>
            </a:bodyPr>
            <a:lstStyle/>
            <a:p>
              <a:r>
                <a:rPr lang="en-US" sz="1600"/>
                <a:t>Track 2</a:t>
              </a:r>
              <a:endParaRPr lang="en-US" sz="1600"/>
            </a:p>
          </p:txBody>
        </p:sp>
        <p:sp>
          <p:nvSpPr>
            <p:cNvPr id="83" name="Freeform 166"/>
            <p:cNvSpPr/>
            <p:nvPr/>
          </p:nvSpPr>
          <p:spPr bwMode="auto">
            <a:xfrm flipH="1">
              <a:off x="1015" y="2736"/>
              <a:ext cx="410"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144" name="TextBox 143"/>
          <p:cNvSpPr txBox="1"/>
          <p:nvPr/>
        </p:nvSpPr>
        <p:spPr>
          <a:xfrm>
            <a:off x="3381294" y="3392092"/>
            <a:ext cx="365204"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sz="1800" dirty="0">
                <a:solidFill>
                  <a:schemeClr val="hlink"/>
                </a:solidFill>
              </a:rPr>
              <a:t>a</a:t>
            </a:r>
            <a:endParaRPr lang="en-US" sz="1800" dirty="0"/>
          </a:p>
        </p:txBody>
      </p:sp>
      <p:sp>
        <p:nvSpPr>
          <p:cNvPr id="5" name="TextBox 4"/>
          <p:cNvSpPr txBox="1"/>
          <p:nvPr/>
        </p:nvSpPr>
        <p:spPr>
          <a:xfrm>
            <a:off x="2920174" y="4190088"/>
            <a:ext cx="343364" cy="369332"/>
          </a:xfrm>
          <a:prstGeom prst="rect">
            <a:avLst/>
          </a:prstGeom>
          <a:noFill/>
        </p:spPr>
        <p:txBody>
          <a:bodyPr wrap="none" rtlCol="0">
            <a:spAutoFit/>
          </a:bodyPr>
          <a:lstStyle/>
          <a:p>
            <a:r>
              <a:rPr lang="en-AU" dirty="0"/>
              <a:t>…</a:t>
            </a:r>
            <a:endParaRPr lang="en-AU"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m:t>
                      </m:r>
                      <m:r>
                        <a:rPr lang="en-AU" sz="2400" b="0" i="1" smtClean="0">
                          <a:latin typeface="Cambria Math" panose="02040503050406030204" pitchFamily="18" charset="0"/>
                        </a:rPr>
                        <m:t>𝑤𝑐𝑤</m:t>
                      </m:r>
                      <m:r>
                        <a:rPr lang="en-AU" sz="2400" b="0" i="1" smtClean="0">
                          <a:latin typeface="Cambria Math" panose="02040503050406030204" pitchFamily="18" charset="0"/>
                        </a:rPr>
                        <m:t>|</m:t>
                      </m:r>
                      <m:r>
                        <a:rPr lang="en-AU" sz="2400" b="0" i="1" smtClean="0">
                          <a:latin typeface="Cambria Math" panose="02040503050406030204" pitchFamily="18" charset="0"/>
                        </a:rPr>
                        <m:t>𝑤</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m:t>
                          </m:r>
                        </m:sup>
                      </m:sSup>
                      <m:r>
                        <a:rPr lang="en-AU" sz="2400" b="0" i="1" smtClean="0">
                          <a:latin typeface="Cambria Math" panose="02040503050406030204" pitchFamily="18" charset="0"/>
                        </a:rPr>
                        <m:t>}</m:t>
                      </m:r>
                    </m:oMath>
                  </m:oMathPara>
                </a14:m>
                <a:endParaRPr lang="en-AU" sz="24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3" name="Group 241"/>
          <p:cNvGrpSpPr/>
          <p:nvPr/>
        </p:nvGrpSpPr>
        <p:grpSpPr bwMode="auto">
          <a:xfrm>
            <a:off x="927098" y="3024822"/>
            <a:ext cx="4687889" cy="3311526"/>
            <a:chOff x="-121" y="2256"/>
            <a:chExt cx="295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sz="1800" dirty="0"/>
                <a:t>有穷控制器</a:t>
              </a:r>
              <a:endParaRPr lang="en-US" sz="1800"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endParaRPr lang="en-US" sz="1600" dirty="0">
                  <a:solidFill>
                    <a:srgbClr val="FF0000"/>
                  </a:solidFill>
                </a:endParaRP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77" name="Text Box 124"/>
            <p:cNvSpPr txBox="1">
              <a:spLocks noChangeArrowheads="1"/>
            </p:cNvSpPr>
            <p:nvPr/>
          </p:nvSpPr>
          <p:spPr bwMode="auto">
            <a:xfrm>
              <a:off x="-36" y="3324"/>
              <a:ext cx="276" cy="250"/>
            </a:xfrm>
            <a:prstGeom prst="rect">
              <a:avLst/>
            </a:prstGeom>
            <a:noFill/>
            <a:ln w="9525">
              <a:noFill/>
              <a:miter lim="800000"/>
            </a:ln>
          </p:spPr>
          <p:txBody>
            <a:bodyPr wrap="none">
              <a:spAutoFit/>
            </a:bodyPr>
            <a:lstStyle/>
            <a:p>
              <a:r>
                <a:rPr lang="en-US"/>
                <a:t>…</a:t>
              </a:r>
              <a:endParaRPr lang="en-US"/>
            </a:p>
          </p:txBody>
        </p:sp>
        <p:sp>
          <p:nvSpPr>
            <p:cNvPr id="78" name="Text Box 127"/>
            <p:cNvSpPr txBox="1">
              <a:spLocks noChangeArrowheads="1"/>
            </p:cNvSpPr>
            <p:nvPr/>
          </p:nvSpPr>
          <p:spPr bwMode="auto">
            <a:xfrm>
              <a:off x="2279" y="3312"/>
              <a:ext cx="543" cy="212"/>
            </a:xfrm>
            <a:prstGeom prst="rect">
              <a:avLst/>
            </a:prstGeom>
            <a:noFill/>
            <a:ln w="9525">
              <a:noFill/>
              <a:miter lim="800000"/>
            </a:ln>
          </p:spPr>
          <p:txBody>
            <a:bodyPr wrap="none">
              <a:spAutoFit/>
            </a:bodyPr>
            <a:lstStyle/>
            <a:p>
              <a:r>
                <a:rPr lang="en-US" sz="1600"/>
                <a:t>Track 1</a:t>
              </a:r>
              <a:endParaRPr lang="en-US" sz="1600"/>
            </a:p>
          </p:txBody>
        </p:sp>
        <p:sp>
          <p:nvSpPr>
            <p:cNvPr id="79" name="Rectangle 130"/>
            <p:cNvSpPr>
              <a:spLocks noChangeArrowheads="1"/>
            </p:cNvSpPr>
            <p:nvPr/>
          </p:nvSpPr>
          <p:spPr bwMode="auto">
            <a:xfrm>
              <a:off x="726" y="3215"/>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endParaRPr lang="en-US" sz="1600" b="1" dirty="0"/>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endParaRPr lang="en-US" sz="1600" b="1" dirty="0"/>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81" name="Text Box 164"/>
            <p:cNvSpPr txBox="1">
              <a:spLocks noChangeArrowheads="1"/>
            </p:cNvSpPr>
            <p:nvPr/>
          </p:nvSpPr>
          <p:spPr bwMode="auto">
            <a:xfrm>
              <a:off x="-36" y="3612"/>
              <a:ext cx="276" cy="250"/>
            </a:xfrm>
            <a:prstGeom prst="rect">
              <a:avLst/>
            </a:prstGeom>
            <a:noFill/>
            <a:ln w="9525">
              <a:noFill/>
              <a:miter lim="800000"/>
            </a:ln>
          </p:spPr>
          <p:txBody>
            <a:bodyPr wrap="none">
              <a:spAutoFit/>
            </a:bodyPr>
            <a:lstStyle/>
            <a:p>
              <a:r>
                <a:rPr lang="en-US"/>
                <a:t>…</a:t>
              </a:r>
              <a:endParaRPr lang="en-US"/>
            </a:p>
          </p:txBody>
        </p:sp>
        <p:sp>
          <p:nvSpPr>
            <p:cNvPr id="82" name="Text Box 165"/>
            <p:cNvSpPr txBox="1">
              <a:spLocks noChangeArrowheads="1"/>
            </p:cNvSpPr>
            <p:nvPr/>
          </p:nvSpPr>
          <p:spPr bwMode="auto">
            <a:xfrm>
              <a:off x="2289" y="3600"/>
              <a:ext cx="543" cy="212"/>
            </a:xfrm>
            <a:prstGeom prst="rect">
              <a:avLst/>
            </a:prstGeom>
            <a:noFill/>
            <a:ln w="9525">
              <a:noFill/>
              <a:miter lim="800000"/>
            </a:ln>
          </p:spPr>
          <p:txBody>
            <a:bodyPr wrap="none">
              <a:spAutoFit/>
            </a:bodyPr>
            <a:lstStyle/>
            <a:p>
              <a:r>
                <a:rPr lang="en-US" sz="1600"/>
                <a:t>Track 2</a:t>
              </a:r>
              <a:endParaRPr lang="en-US" sz="1600"/>
            </a:p>
          </p:txBody>
        </p:sp>
        <p:sp>
          <p:nvSpPr>
            <p:cNvPr id="83" name="Freeform 166"/>
            <p:cNvSpPr/>
            <p:nvPr/>
          </p:nvSpPr>
          <p:spPr bwMode="auto">
            <a:xfrm>
              <a:off x="868" y="2736"/>
              <a:ext cx="147"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144" name="TextBox 143"/>
          <p:cNvSpPr txBox="1"/>
          <p:nvPr/>
        </p:nvSpPr>
        <p:spPr>
          <a:xfrm>
            <a:off x="3381294" y="3392092"/>
            <a:ext cx="365204"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sz="1800" dirty="0">
                <a:solidFill>
                  <a:schemeClr val="hlink"/>
                </a:solidFill>
              </a:rPr>
              <a:t>a</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m:t>
                      </m:r>
                      <m:r>
                        <a:rPr lang="en-AU" sz="2400" b="0" i="1" smtClean="0">
                          <a:latin typeface="Cambria Math" panose="02040503050406030204" pitchFamily="18" charset="0"/>
                        </a:rPr>
                        <m:t>𝑤𝑐𝑤</m:t>
                      </m:r>
                      <m:r>
                        <a:rPr lang="en-AU" sz="2400" b="0" i="1" smtClean="0">
                          <a:latin typeface="Cambria Math" panose="02040503050406030204" pitchFamily="18" charset="0"/>
                        </a:rPr>
                        <m:t>|</m:t>
                      </m:r>
                      <m:r>
                        <a:rPr lang="en-AU" sz="2400" b="0" i="1" smtClean="0">
                          <a:latin typeface="Cambria Math" panose="02040503050406030204" pitchFamily="18" charset="0"/>
                        </a:rPr>
                        <m:t>𝑤</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m:t>
                          </m:r>
                        </m:sup>
                      </m:sSup>
                      <m:r>
                        <a:rPr lang="en-AU" sz="2400" b="0" i="1" smtClean="0">
                          <a:latin typeface="Cambria Math" panose="02040503050406030204" pitchFamily="18" charset="0"/>
                        </a:rPr>
                        <m:t>}</m:t>
                      </m:r>
                    </m:oMath>
                  </m:oMathPara>
                </a14:m>
                <a:endParaRPr lang="en-AU" sz="24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3" name="Group 241"/>
          <p:cNvGrpSpPr/>
          <p:nvPr/>
        </p:nvGrpSpPr>
        <p:grpSpPr bwMode="auto">
          <a:xfrm>
            <a:off x="927098" y="3024822"/>
            <a:ext cx="4687889" cy="3311526"/>
            <a:chOff x="-121" y="2256"/>
            <a:chExt cx="295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sz="1800" dirty="0"/>
                <a:t>有穷控制器</a:t>
              </a:r>
              <a:endParaRPr lang="en-US" sz="1800"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endParaRPr lang="en-US" sz="1600" dirty="0">
                  <a:solidFill>
                    <a:srgbClr val="FF0000"/>
                  </a:solidFill>
                </a:endParaRP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77" name="Text Box 124"/>
            <p:cNvSpPr txBox="1">
              <a:spLocks noChangeArrowheads="1"/>
            </p:cNvSpPr>
            <p:nvPr/>
          </p:nvSpPr>
          <p:spPr bwMode="auto">
            <a:xfrm>
              <a:off x="-36" y="3324"/>
              <a:ext cx="276" cy="250"/>
            </a:xfrm>
            <a:prstGeom prst="rect">
              <a:avLst/>
            </a:prstGeom>
            <a:noFill/>
            <a:ln w="9525">
              <a:noFill/>
              <a:miter lim="800000"/>
            </a:ln>
          </p:spPr>
          <p:txBody>
            <a:bodyPr wrap="none">
              <a:spAutoFit/>
            </a:bodyPr>
            <a:lstStyle/>
            <a:p>
              <a:r>
                <a:rPr lang="en-US"/>
                <a:t>…</a:t>
              </a:r>
              <a:endParaRPr lang="en-US"/>
            </a:p>
          </p:txBody>
        </p:sp>
        <p:sp>
          <p:nvSpPr>
            <p:cNvPr id="78" name="Text Box 127"/>
            <p:cNvSpPr txBox="1">
              <a:spLocks noChangeArrowheads="1"/>
            </p:cNvSpPr>
            <p:nvPr/>
          </p:nvSpPr>
          <p:spPr bwMode="auto">
            <a:xfrm>
              <a:off x="2279" y="3312"/>
              <a:ext cx="543" cy="212"/>
            </a:xfrm>
            <a:prstGeom prst="rect">
              <a:avLst/>
            </a:prstGeom>
            <a:noFill/>
            <a:ln w="9525">
              <a:noFill/>
              <a:miter lim="800000"/>
            </a:ln>
          </p:spPr>
          <p:txBody>
            <a:bodyPr wrap="none">
              <a:spAutoFit/>
            </a:bodyPr>
            <a:lstStyle/>
            <a:p>
              <a:r>
                <a:rPr lang="en-US" sz="1600"/>
                <a:t>Track 1</a:t>
              </a:r>
              <a:endParaRPr lang="en-US" sz="1600"/>
            </a:p>
          </p:txBody>
        </p:sp>
        <p:sp>
          <p:nvSpPr>
            <p:cNvPr id="79" name="Rectangle 130"/>
            <p:cNvSpPr>
              <a:spLocks noChangeArrowheads="1"/>
            </p:cNvSpPr>
            <p:nvPr/>
          </p:nvSpPr>
          <p:spPr bwMode="auto">
            <a:xfrm>
              <a:off x="726" y="3215"/>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endParaRPr lang="en-US" sz="1600" b="1" dirty="0"/>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endParaRPr lang="en-US" sz="1600" b="1" dirty="0"/>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81" name="Text Box 164"/>
            <p:cNvSpPr txBox="1">
              <a:spLocks noChangeArrowheads="1"/>
            </p:cNvSpPr>
            <p:nvPr/>
          </p:nvSpPr>
          <p:spPr bwMode="auto">
            <a:xfrm>
              <a:off x="-36" y="3612"/>
              <a:ext cx="276" cy="250"/>
            </a:xfrm>
            <a:prstGeom prst="rect">
              <a:avLst/>
            </a:prstGeom>
            <a:noFill/>
            <a:ln w="9525">
              <a:noFill/>
              <a:miter lim="800000"/>
            </a:ln>
          </p:spPr>
          <p:txBody>
            <a:bodyPr wrap="none">
              <a:spAutoFit/>
            </a:bodyPr>
            <a:lstStyle/>
            <a:p>
              <a:r>
                <a:rPr lang="en-US"/>
                <a:t>…</a:t>
              </a:r>
              <a:endParaRPr lang="en-US"/>
            </a:p>
          </p:txBody>
        </p:sp>
        <p:sp>
          <p:nvSpPr>
            <p:cNvPr id="82" name="Text Box 165"/>
            <p:cNvSpPr txBox="1">
              <a:spLocks noChangeArrowheads="1"/>
            </p:cNvSpPr>
            <p:nvPr/>
          </p:nvSpPr>
          <p:spPr bwMode="auto">
            <a:xfrm>
              <a:off x="2289" y="3600"/>
              <a:ext cx="543" cy="212"/>
            </a:xfrm>
            <a:prstGeom prst="rect">
              <a:avLst/>
            </a:prstGeom>
            <a:noFill/>
            <a:ln w="9525">
              <a:noFill/>
              <a:miter lim="800000"/>
            </a:ln>
          </p:spPr>
          <p:txBody>
            <a:bodyPr wrap="none">
              <a:spAutoFit/>
            </a:bodyPr>
            <a:lstStyle/>
            <a:p>
              <a:r>
                <a:rPr lang="en-US" sz="1600"/>
                <a:t>Track 2</a:t>
              </a:r>
              <a:endParaRPr lang="en-US" sz="1600"/>
            </a:p>
          </p:txBody>
        </p:sp>
        <p:sp>
          <p:nvSpPr>
            <p:cNvPr id="83" name="Freeform 166"/>
            <p:cNvSpPr/>
            <p:nvPr/>
          </p:nvSpPr>
          <p:spPr bwMode="auto">
            <a:xfrm>
              <a:off x="868" y="2736"/>
              <a:ext cx="147"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75" name="TextBox 74"/>
          <p:cNvSpPr txBox="1"/>
          <p:nvPr/>
        </p:nvSpPr>
        <p:spPr>
          <a:xfrm>
            <a:off x="3383366" y="3405609"/>
            <a:ext cx="442911"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sz="1800" dirty="0">
                <a:solidFill>
                  <a:schemeClr val="folHlink"/>
                </a:solidFill>
              </a:rPr>
              <a:t>b</a:t>
            </a:r>
            <a:endParaRPr lang="en-US" sz="1800" dirty="0">
              <a:solidFill>
                <a:schemeClr val="folHlink"/>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m:t>
                      </m:r>
                      <m:r>
                        <a:rPr lang="en-AU" sz="2400" b="0" i="1" smtClean="0">
                          <a:latin typeface="Cambria Math" panose="02040503050406030204" pitchFamily="18" charset="0"/>
                        </a:rPr>
                        <m:t>𝑤𝑐𝑤</m:t>
                      </m:r>
                      <m:r>
                        <a:rPr lang="en-AU" sz="2400" b="0" i="1" smtClean="0">
                          <a:latin typeface="Cambria Math" panose="02040503050406030204" pitchFamily="18" charset="0"/>
                        </a:rPr>
                        <m:t>|</m:t>
                      </m:r>
                      <m:r>
                        <a:rPr lang="en-AU" sz="2400" b="0" i="1" smtClean="0">
                          <a:latin typeface="Cambria Math" panose="02040503050406030204" pitchFamily="18" charset="0"/>
                        </a:rPr>
                        <m:t>𝑤</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m:t>
                          </m:r>
                        </m:sup>
                      </m:sSup>
                      <m:r>
                        <a:rPr lang="en-AU" sz="2400" b="0" i="1" smtClean="0">
                          <a:latin typeface="Cambria Math" panose="02040503050406030204" pitchFamily="18" charset="0"/>
                        </a:rPr>
                        <m:t>}</m:t>
                      </m:r>
                    </m:oMath>
                  </m:oMathPara>
                </a14:m>
                <a:endParaRPr lang="en-AU" sz="24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3" name="Group 241"/>
          <p:cNvGrpSpPr/>
          <p:nvPr/>
        </p:nvGrpSpPr>
        <p:grpSpPr bwMode="auto">
          <a:xfrm>
            <a:off x="927098" y="3024822"/>
            <a:ext cx="4687889" cy="3311526"/>
            <a:chOff x="-121" y="2256"/>
            <a:chExt cx="295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sz="1800" dirty="0"/>
                <a:t>有穷控制器</a:t>
              </a:r>
              <a:endParaRPr lang="en-US" sz="1800"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endParaRPr lang="en-US" sz="1600" dirty="0">
                  <a:solidFill>
                    <a:srgbClr val="FF0000"/>
                  </a:solidFill>
                </a:endParaRP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006600"/>
                    </a:solidFill>
                  </a:rPr>
                  <a:t>B</a:t>
                </a:r>
                <a:endParaRPr lang="en-US" sz="1600" dirty="0">
                  <a:solidFill>
                    <a:srgbClr val="006600"/>
                  </a:solidFill>
                </a:endParaRP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77" name="Text Box 124"/>
            <p:cNvSpPr txBox="1">
              <a:spLocks noChangeArrowheads="1"/>
            </p:cNvSpPr>
            <p:nvPr/>
          </p:nvSpPr>
          <p:spPr bwMode="auto">
            <a:xfrm>
              <a:off x="-36" y="3324"/>
              <a:ext cx="276" cy="250"/>
            </a:xfrm>
            <a:prstGeom prst="rect">
              <a:avLst/>
            </a:prstGeom>
            <a:noFill/>
            <a:ln w="9525">
              <a:noFill/>
              <a:miter lim="800000"/>
            </a:ln>
          </p:spPr>
          <p:txBody>
            <a:bodyPr wrap="none">
              <a:spAutoFit/>
            </a:bodyPr>
            <a:lstStyle/>
            <a:p>
              <a:r>
                <a:rPr lang="en-US"/>
                <a:t>…</a:t>
              </a:r>
              <a:endParaRPr lang="en-US"/>
            </a:p>
          </p:txBody>
        </p:sp>
        <p:sp>
          <p:nvSpPr>
            <p:cNvPr id="78" name="Text Box 127"/>
            <p:cNvSpPr txBox="1">
              <a:spLocks noChangeArrowheads="1"/>
            </p:cNvSpPr>
            <p:nvPr/>
          </p:nvSpPr>
          <p:spPr bwMode="auto">
            <a:xfrm>
              <a:off x="2279" y="3312"/>
              <a:ext cx="543" cy="212"/>
            </a:xfrm>
            <a:prstGeom prst="rect">
              <a:avLst/>
            </a:prstGeom>
            <a:noFill/>
            <a:ln w="9525">
              <a:noFill/>
              <a:miter lim="800000"/>
            </a:ln>
          </p:spPr>
          <p:txBody>
            <a:bodyPr wrap="none">
              <a:spAutoFit/>
            </a:bodyPr>
            <a:lstStyle/>
            <a:p>
              <a:r>
                <a:rPr lang="en-US" sz="1600"/>
                <a:t>Track 1</a:t>
              </a:r>
              <a:endParaRPr lang="en-US" sz="1600"/>
            </a:p>
          </p:txBody>
        </p:sp>
        <p:sp>
          <p:nvSpPr>
            <p:cNvPr id="79" name="Rectangle 130"/>
            <p:cNvSpPr>
              <a:spLocks noChangeArrowheads="1"/>
            </p:cNvSpPr>
            <p:nvPr/>
          </p:nvSpPr>
          <p:spPr bwMode="auto">
            <a:xfrm>
              <a:off x="1461" y="3214"/>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endParaRPr lang="en-US" sz="1600" b="1" dirty="0"/>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endParaRPr lang="en-US" sz="1600" b="1" dirty="0"/>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endParaRPr lang="en-US" sz="1600" b="1" dirty="0"/>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81" name="Text Box 164"/>
            <p:cNvSpPr txBox="1">
              <a:spLocks noChangeArrowheads="1"/>
            </p:cNvSpPr>
            <p:nvPr/>
          </p:nvSpPr>
          <p:spPr bwMode="auto">
            <a:xfrm>
              <a:off x="-36" y="3612"/>
              <a:ext cx="276" cy="250"/>
            </a:xfrm>
            <a:prstGeom prst="rect">
              <a:avLst/>
            </a:prstGeom>
            <a:noFill/>
            <a:ln w="9525">
              <a:noFill/>
              <a:miter lim="800000"/>
            </a:ln>
          </p:spPr>
          <p:txBody>
            <a:bodyPr wrap="none">
              <a:spAutoFit/>
            </a:bodyPr>
            <a:lstStyle/>
            <a:p>
              <a:r>
                <a:rPr lang="en-US"/>
                <a:t>…</a:t>
              </a:r>
              <a:endParaRPr lang="en-US"/>
            </a:p>
          </p:txBody>
        </p:sp>
        <p:sp>
          <p:nvSpPr>
            <p:cNvPr id="82" name="Text Box 165"/>
            <p:cNvSpPr txBox="1">
              <a:spLocks noChangeArrowheads="1"/>
            </p:cNvSpPr>
            <p:nvPr/>
          </p:nvSpPr>
          <p:spPr bwMode="auto">
            <a:xfrm>
              <a:off x="2289" y="3600"/>
              <a:ext cx="543" cy="212"/>
            </a:xfrm>
            <a:prstGeom prst="rect">
              <a:avLst/>
            </a:prstGeom>
            <a:noFill/>
            <a:ln w="9525">
              <a:noFill/>
              <a:miter lim="800000"/>
            </a:ln>
          </p:spPr>
          <p:txBody>
            <a:bodyPr wrap="none">
              <a:spAutoFit/>
            </a:bodyPr>
            <a:lstStyle/>
            <a:p>
              <a:r>
                <a:rPr lang="en-US" sz="1600"/>
                <a:t>Track 2</a:t>
              </a:r>
              <a:endParaRPr lang="en-US" sz="1600"/>
            </a:p>
          </p:txBody>
        </p:sp>
        <p:sp>
          <p:nvSpPr>
            <p:cNvPr id="83" name="Freeform 166"/>
            <p:cNvSpPr/>
            <p:nvPr/>
          </p:nvSpPr>
          <p:spPr bwMode="auto">
            <a:xfrm flipH="1">
              <a:off x="1015" y="2736"/>
              <a:ext cx="604"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75" name="TextBox 74"/>
          <p:cNvSpPr txBox="1"/>
          <p:nvPr/>
        </p:nvSpPr>
        <p:spPr>
          <a:xfrm>
            <a:off x="3383366" y="3405609"/>
            <a:ext cx="442911"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sz="1800" dirty="0">
                <a:solidFill>
                  <a:schemeClr val="folHlink"/>
                </a:solidFill>
              </a:rPr>
              <a:t>b</a:t>
            </a:r>
            <a:endParaRPr lang="en-US" sz="1800" dirty="0">
              <a:solidFill>
                <a:schemeClr val="folHlink"/>
              </a:solidFill>
            </a:endParaRPr>
          </a:p>
        </p:txBody>
      </p:sp>
      <p:sp>
        <p:nvSpPr>
          <p:cNvPr id="84" name="TextBox 83"/>
          <p:cNvSpPr txBox="1"/>
          <p:nvPr/>
        </p:nvSpPr>
        <p:spPr>
          <a:xfrm>
            <a:off x="3211684" y="4164434"/>
            <a:ext cx="343364" cy="369332"/>
          </a:xfrm>
          <a:prstGeom prst="rect">
            <a:avLst/>
          </a:prstGeom>
          <a:noFill/>
        </p:spPr>
        <p:txBody>
          <a:bodyPr wrap="none" rtlCol="0">
            <a:spAutoFit/>
          </a:bodyPr>
          <a:lstStyle/>
          <a:p>
            <a:r>
              <a:rPr lang="en-AU" dirty="0"/>
              <a:t>…</a:t>
            </a:r>
            <a:endParaRPr lang="en-AU"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示例</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sz="2400" dirty="0"/>
                  <a:t>例</a:t>
                </a:r>
                <a:r>
                  <a:rPr lang="en-AU" altLang="zh-CN" sz="2400" dirty="0"/>
                  <a:t>:</a:t>
                </a:r>
                <a:r>
                  <a:rPr lang="zh-CN" altLang="en-US" sz="2400" dirty="0"/>
                  <a:t>利用状态中存储与多道设计</a:t>
                </a:r>
                <a:r>
                  <a:rPr lang="en-AU" altLang="zh-CN" sz="2400" dirty="0">
                    <a:latin typeface="Times New Roman" panose="02020603050405020304" pitchFamily="18" charset="0"/>
                    <a:cs typeface="Times New Roman" panose="02020603050405020304" pitchFamily="18" charset="0"/>
                  </a:rPr>
                  <a:t>TM</a:t>
                </a:r>
                <a:r>
                  <a:rPr lang="zh-CN" altLang="en-US" sz="2400" dirty="0"/>
                  <a:t>识别</a:t>
                </a:r>
                <a:endParaRPr lang="en-AU" altLang="zh-CN" sz="2400" dirty="0"/>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m:t>
                      </m:r>
                      <m:r>
                        <a:rPr lang="en-AU" sz="2400" b="0" i="1" smtClean="0">
                          <a:latin typeface="Cambria Math" panose="02040503050406030204" pitchFamily="18" charset="0"/>
                        </a:rPr>
                        <m:t>𝑤𝑐𝑤</m:t>
                      </m:r>
                      <m:r>
                        <a:rPr lang="en-AU" sz="2400" b="0" i="1" smtClean="0">
                          <a:latin typeface="Cambria Math" panose="02040503050406030204" pitchFamily="18" charset="0"/>
                        </a:rPr>
                        <m:t>|</m:t>
                      </m:r>
                      <m:r>
                        <a:rPr lang="en-AU" sz="2400" b="0" i="1" smtClean="0">
                          <a:latin typeface="Cambria Math" panose="02040503050406030204" pitchFamily="18" charset="0"/>
                        </a:rPr>
                        <m:t>𝑤</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ea typeface="Cambria Math" panose="02040503050406030204" pitchFamily="18" charset="0"/>
                            </a:rPr>
                            <m:t>∗</m:t>
                          </m:r>
                        </m:sup>
                      </m:sSup>
                      <m:r>
                        <a:rPr lang="en-AU" sz="2400" b="0" i="1" smtClean="0">
                          <a:latin typeface="Cambria Math" panose="02040503050406030204" pitchFamily="18" charset="0"/>
                        </a:rPr>
                        <m:t>}</m:t>
                      </m:r>
                    </m:oMath>
                  </m:oMathPara>
                </a14:m>
                <a:endParaRPr lang="en-AU" sz="2400"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pSp>
        <p:nvGrpSpPr>
          <p:cNvPr id="73" name="Group 241"/>
          <p:cNvGrpSpPr/>
          <p:nvPr/>
        </p:nvGrpSpPr>
        <p:grpSpPr bwMode="auto">
          <a:xfrm>
            <a:off x="927098" y="3024822"/>
            <a:ext cx="4687889" cy="3311526"/>
            <a:chOff x="-121" y="2256"/>
            <a:chExt cx="2953" cy="2086"/>
          </a:xfrm>
        </p:grpSpPr>
        <p:sp>
          <p:nvSpPr>
            <p:cNvPr id="74" name="Rectangle 4"/>
            <p:cNvSpPr>
              <a:spLocks noChangeArrowheads="1"/>
            </p:cNvSpPr>
            <p:nvPr/>
          </p:nvSpPr>
          <p:spPr bwMode="auto">
            <a:xfrm>
              <a:off x="743" y="2256"/>
              <a:ext cx="912" cy="480"/>
            </a:xfrm>
            <a:prstGeom prst="rect">
              <a:avLst/>
            </a:prstGeom>
            <a:solidFill>
              <a:srgbClr val="92D050"/>
            </a:solidFill>
            <a:ln w="9525">
              <a:solidFill>
                <a:schemeClr val="tx1"/>
              </a:solidFill>
              <a:miter lim="800000"/>
            </a:ln>
          </p:spPr>
          <p:txBody>
            <a:bodyPr wrap="none" anchor="ctr"/>
            <a:lstStyle/>
            <a:p>
              <a:pPr algn="ctr"/>
              <a:r>
                <a:rPr lang="zh-CN" altLang="en-US" sz="1800" dirty="0"/>
                <a:t>有穷控制器</a:t>
              </a:r>
              <a:endParaRPr lang="en-US" sz="1800" dirty="0"/>
            </a:p>
          </p:txBody>
        </p:sp>
        <p:grpSp>
          <p:nvGrpSpPr>
            <p:cNvPr id="76" name="Group 8"/>
            <p:cNvGrpSpPr/>
            <p:nvPr/>
          </p:nvGrpSpPr>
          <p:grpSpPr bwMode="auto">
            <a:xfrm>
              <a:off x="-121" y="3312"/>
              <a:ext cx="2544" cy="288"/>
              <a:chOff x="3168" y="3024"/>
              <a:chExt cx="2832" cy="288"/>
            </a:xfrm>
          </p:grpSpPr>
          <p:sp>
            <p:nvSpPr>
              <p:cNvPr id="115" name="Rectangle 9"/>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6" name="Rectangle 10"/>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FF0000"/>
                    </a:solidFill>
                  </a:rPr>
                  <a:t>c</a:t>
                </a:r>
                <a:endParaRPr lang="en-US" sz="1600" dirty="0">
                  <a:solidFill>
                    <a:srgbClr val="FF0000"/>
                  </a:solidFill>
                </a:endParaRPr>
              </a:p>
            </p:txBody>
          </p:sp>
          <p:sp>
            <p:nvSpPr>
              <p:cNvPr id="117" name="Rectangle 11"/>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18" name="Rectangle 12"/>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19" name="Rectangle 13"/>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folHlink"/>
                    </a:solidFill>
                  </a:rPr>
                  <a:t>b</a:t>
                </a:r>
                <a:endParaRPr lang="en-US" sz="1600" dirty="0">
                  <a:solidFill>
                    <a:schemeClr val="folHlink"/>
                  </a:solidFill>
                </a:endParaRPr>
              </a:p>
            </p:txBody>
          </p:sp>
          <p:sp>
            <p:nvSpPr>
              <p:cNvPr id="120" name="Rectangle 14"/>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p>
            </p:txBody>
          </p:sp>
          <p:sp>
            <p:nvSpPr>
              <p:cNvPr id="121" name="Rectangle 15"/>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chemeClr val="hlink"/>
                    </a:solidFill>
                  </a:rPr>
                  <a:t>a</a:t>
                </a:r>
                <a:endParaRPr lang="en-US" sz="1600" dirty="0">
                  <a:solidFill>
                    <a:schemeClr val="hlink"/>
                  </a:solidFill>
                </a:endParaRPr>
              </a:p>
            </p:txBody>
          </p:sp>
          <p:sp>
            <p:nvSpPr>
              <p:cNvPr id="122" name="Rectangle 16"/>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dirty="0">
                    <a:solidFill>
                      <a:srgbClr val="006600"/>
                    </a:solidFill>
                  </a:rPr>
                  <a:t>B</a:t>
                </a:r>
                <a:endParaRPr lang="en-US" sz="1600" dirty="0">
                  <a:solidFill>
                    <a:srgbClr val="006600"/>
                  </a:solidFill>
                </a:endParaRPr>
              </a:p>
            </p:txBody>
          </p:sp>
          <p:sp>
            <p:nvSpPr>
              <p:cNvPr id="123" name="Rectangle 17"/>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4" name="Rectangle 18"/>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125" name="Line 19"/>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126" name="Line 20"/>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127" name="Line 21"/>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28" name="Line 22"/>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29" name="Line 23"/>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30" name="Line 24"/>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31" name="Line 25"/>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32" name="Line 26"/>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33" name="Line 27"/>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34" name="Line 28"/>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35" name="Line 29"/>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36" name="Line 30"/>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37" name="Line 31"/>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38" name="Line 32"/>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39" name="Line 33"/>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40" name="Line 34"/>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41" name="Line 35"/>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42" name="Text Box 36"/>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77" name="Text Box 124"/>
            <p:cNvSpPr txBox="1">
              <a:spLocks noChangeArrowheads="1"/>
            </p:cNvSpPr>
            <p:nvPr/>
          </p:nvSpPr>
          <p:spPr bwMode="auto">
            <a:xfrm>
              <a:off x="-36" y="3324"/>
              <a:ext cx="276" cy="250"/>
            </a:xfrm>
            <a:prstGeom prst="rect">
              <a:avLst/>
            </a:prstGeom>
            <a:noFill/>
            <a:ln w="9525">
              <a:noFill/>
              <a:miter lim="800000"/>
            </a:ln>
          </p:spPr>
          <p:txBody>
            <a:bodyPr wrap="none">
              <a:spAutoFit/>
            </a:bodyPr>
            <a:lstStyle/>
            <a:p>
              <a:r>
                <a:rPr lang="en-US"/>
                <a:t>…</a:t>
              </a:r>
              <a:endParaRPr lang="en-US"/>
            </a:p>
          </p:txBody>
        </p:sp>
        <p:sp>
          <p:nvSpPr>
            <p:cNvPr id="78" name="Text Box 127"/>
            <p:cNvSpPr txBox="1">
              <a:spLocks noChangeArrowheads="1"/>
            </p:cNvSpPr>
            <p:nvPr/>
          </p:nvSpPr>
          <p:spPr bwMode="auto">
            <a:xfrm>
              <a:off x="2279" y="3312"/>
              <a:ext cx="543" cy="212"/>
            </a:xfrm>
            <a:prstGeom prst="rect">
              <a:avLst/>
            </a:prstGeom>
            <a:noFill/>
            <a:ln w="9525">
              <a:noFill/>
              <a:miter lim="800000"/>
            </a:ln>
          </p:spPr>
          <p:txBody>
            <a:bodyPr wrap="none">
              <a:spAutoFit/>
            </a:bodyPr>
            <a:lstStyle/>
            <a:p>
              <a:r>
                <a:rPr lang="en-US" sz="1600"/>
                <a:t>Track 1</a:t>
              </a:r>
              <a:endParaRPr lang="en-US" sz="1600"/>
            </a:p>
          </p:txBody>
        </p:sp>
        <p:sp>
          <p:nvSpPr>
            <p:cNvPr id="79" name="Rectangle 130"/>
            <p:cNvSpPr>
              <a:spLocks noChangeArrowheads="1"/>
            </p:cNvSpPr>
            <p:nvPr/>
          </p:nvSpPr>
          <p:spPr bwMode="auto">
            <a:xfrm>
              <a:off x="1851" y="3218"/>
              <a:ext cx="288" cy="720"/>
            </a:xfrm>
            <a:prstGeom prst="rect">
              <a:avLst/>
            </a:prstGeom>
            <a:noFill/>
            <a:ln w="9525">
              <a:solidFill>
                <a:schemeClr val="tx1"/>
              </a:solidFill>
              <a:prstDash val="dash"/>
              <a:miter lim="800000"/>
            </a:ln>
          </p:spPr>
          <p:txBody>
            <a:bodyPr wrap="none" anchor="ctr"/>
            <a:lstStyle/>
            <a:p>
              <a:endParaRPr lang="en-US"/>
            </a:p>
          </p:txBody>
        </p:sp>
        <p:grpSp>
          <p:nvGrpSpPr>
            <p:cNvPr id="80" name="Group 135"/>
            <p:cNvGrpSpPr/>
            <p:nvPr/>
          </p:nvGrpSpPr>
          <p:grpSpPr bwMode="auto">
            <a:xfrm>
              <a:off x="-111" y="3600"/>
              <a:ext cx="2544" cy="288"/>
              <a:chOff x="3168" y="3024"/>
              <a:chExt cx="2832" cy="288"/>
            </a:xfrm>
          </p:grpSpPr>
          <p:sp>
            <p:nvSpPr>
              <p:cNvPr id="87" name="Rectangle 136"/>
              <p:cNvSpPr>
                <a:spLocks noChangeArrowheads="1"/>
              </p:cNvSpPr>
              <p:nvPr/>
            </p:nvSpPr>
            <p:spPr bwMode="auto">
              <a:xfrm>
                <a:off x="437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88" name="Rectangle 137"/>
              <p:cNvSpPr>
                <a:spLocks noChangeArrowheads="1"/>
              </p:cNvSpPr>
              <p:nvPr/>
            </p:nvSpPr>
            <p:spPr bwMode="auto">
              <a:xfrm>
                <a:off x="4583"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c</a:t>
                </a:r>
                <a:endParaRPr lang="en-US" sz="1600" b="1" dirty="0"/>
              </a:p>
            </p:txBody>
          </p:sp>
          <p:sp>
            <p:nvSpPr>
              <p:cNvPr id="89" name="Rectangle 138"/>
              <p:cNvSpPr>
                <a:spLocks noChangeArrowheads="1"/>
              </p:cNvSpPr>
              <p:nvPr/>
            </p:nvSpPr>
            <p:spPr bwMode="auto">
              <a:xfrm>
                <a:off x="478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endParaRPr lang="en-US" sz="1600" b="1" dirty="0"/>
              </a:p>
            </p:txBody>
          </p:sp>
          <p:sp>
            <p:nvSpPr>
              <p:cNvPr id="90" name="Rectangle 139"/>
              <p:cNvSpPr>
                <a:spLocks noChangeArrowheads="1"/>
              </p:cNvSpPr>
              <p:nvPr/>
            </p:nvSpPr>
            <p:spPr bwMode="auto">
              <a:xfrm>
                <a:off x="499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endParaRPr lang="en-US" sz="1600" b="1" dirty="0"/>
              </a:p>
            </p:txBody>
          </p:sp>
          <p:sp>
            <p:nvSpPr>
              <p:cNvPr id="91" name="Rectangle 140"/>
              <p:cNvSpPr>
                <a:spLocks noChangeArrowheads="1"/>
              </p:cNvSpPr>
              <p:nvPr/>
            </p:nvSpPr>
            <p:spPr bwMode="auto">
              <a:xfrm>
                <a:off x="417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2" name="Rectangle 141"/>
              <p:cNvSpPr>
                <a:spLocks noChangeArrowheads="1"/>
              </p:cNvSpPr>
              <p:nvPr/>
            </p:nvSpPr>
            <p:spPr bwMode="auto">
              <a:xfrm>
                <a:off x="3965"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X</a:t>
                </a:r>
                <a:endParaRPr lang="en-US" sz="1600" b="1" dirty="0"/>
              </a:p>
            </p:txBody>
          </p:sp>
          <p:sp>
            <p:nvSpPr>
              <p:cNvPr id="93" name="Rectangle 142"/>
              <p:cNvSpPr>
                <a:spLocks noChangeArrowheads="1"/>
              </p:cNvSpPr>
              <p:nvPr/>
            </p:nvSpPr>
            <p:spPr bwMode="auto">
              <a:xfrm>
                <a:off x="5201"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b="1" dirty="0"/>
                  <a:t>Y</a:t>
                </a:r>
                <a:endParaRPr lang="en-US" sz="1600" b="1" dirty="0"/>
              </a:p>
            </p:txBody>
          </p:sp>
          <p:sp>
            <p:nvSpPr>
              <p:cNvPr id="94" name="Rectangle 143"/>
              <p:cNvSpPr>
                <a:spLocks noChangeArrowheads="1"/>
              </p:cNvSpPr>
              <p:nvPr/>
            </p:nvSpPr>
            <p:spPr bwMode="auto">
              <a:xfrm>
                <a:off x="5407"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5" name="Rectangle 144"/>
              <p:cNvSpPr>
                <a:spLocks noChangeArrowheads="1"/>
              </p:cNvSpPr>
              <p:nvPr/>
            </p:nvSpPr>
            <p:spPr bwMode="auto">
              <a:xfrm>
                <a:off x="3759" y="3024"/>
                <a:ext cx="206"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6" name="Rectangle 145"/>
              <p:cNvSpPr>
                <a:spLocks noChangeArrowheads="1"/>
              </p:cNvSpPr>
              <p:nvPr/>
            </p:nvSpPr>
            <p:spPr bwMode="auto">
              <a:xfrm>
                <a:off x="3552" y="3024"/>
                <a:ext cx="207" cy="272"/>
              </a:xfrm>
              <a:prstGeom prst="rect">
                <a:avLst/>
              </a:prstGeom>
              <a:noFill/>
              <a:ln w="9525">
                <a:noFill/>
                <a:miter lim="800000"/>
              </a:ln>
            </p:spPr>
            <p:txBody>
              <a:bodyPr/>
              <a:lstStyle/>
              <a:p>
                <a:pPr eaLnBrk="1" hangingPunct="1">
                  <a:spcBef>
                    <a:spcPct val="20000"/>
                  </a:spcBef>
                  <a:buClr>
                    <a:schemeClr val="folHlink"/>
                  </a:buClr>
                  <a:buSzPct val="60000"/>
                  <a:buFont typeface="Wingdings" panose="05000000000000000000" pitchFamily="2" charset="2"/>
                  <a:buNone/>
                </a:pPr>
                <a:r>
                  <a:rPr lang="en-US" sz="1600">
                    <a:solidFill>
                      <a:srgbClr val="006600"/>
                    </a:solidFill>
                  </a:rPr>
                  <a:t>B</a:t>
                </a:r>
                <a:endParaRPr lang="en-US" sz="1600">
                  <a:solidFill>
                    <a:srgbClr val="006600"/>
                  </a:solidFill>
                </a:endParaRPr>
              </a:p>
            </p:txBody>
          </p:sp>
          <p:sp>
            <p:nvSpPr>
              <p:cNvPr id="97" name="Line 146"/>
              <p:cNvSpPr>
                <a:spLocks noChangeShapeType="1"/>
              </p:cNvSpPr>
              <p:nvPr/>
            </p:nvSpPr>
            <p:spPr bwMode="auto">
              <a:xfrm>
                <a:off x="3552" y="3024"/>
                <a:ext cx="2061" cy="0"/>
              </a:xfrm>
              <a:prstGeom prst="line">
                <a:avLst/>
              </a:prstGeom>
              <a:noFill/>
              <a:ln w="28575" cap="sq">
                <a:solidFill>
                  <a:schemeClr val="tx1"/>
                </a:solidFill>
                <a:round/>
              </a:ln>
            </p:spPr>
            <p:txBody>
              <a:bodyPr/>
              <a:lstStyle/>
              <a:p>
                <a:endParaRPr lang="en-US"/>
              </a:p>
            </p:txBody>
          </p:sp>
          <p:sp>
            <p:nvSpPr>
              <p:cNvPr id="98" name="Line 147"/>
              <p:cNvSpPr>
                <a:spLocks noChangeShapeType="1"/>
              </p:cNvSpPr>
              <p:nvPr/>
            </p:nvSpPr>
            <p:spPr bwMode="auto">
              <a:xfrm>
                <a:off x="3552" y="3296"/>
                <a:ext cx="2061" cy="0"/>
              </a:xfrm>
              <a:prstGeom prst="line">
                <a:avLst/>
              </a:prstGeom>
              <a:noFill/>
              <a:ln w="28575" cap="sq">
                <a:solidFill>
                  <a:schemeClr val="tx1"/>
                </a:solidFill>
                <a:round/>
              </a:ln>
            </p:spPr>
            <p:txBody>
              <a:bodyPr/>
              <a:lstStyle/>
              <a:p>
                <a:endParaRPr lang="en-US"/>
              </a:p>
            </p:txBody>
          </p:sp>
          <p:sp>
            <p:nvSpPr>
              <p:cNvPr id="99" name="Line 148"/>
              <p:cNvSpPr>
                <a:spLocks noChangeShapeType="1"/>
              </p:cNvSpPr>
              <p:nvPr/>
            </p:nvSpPr>
            <p:spPr bwMode="auto">
              <a:xfrm>
                <a:off x="3552" y="3024"/>
                <a:ext cx="0" cy="272"/>
              </a:xfrm>
              <a:prstGeom prst="line">
                <a:avLst/>
              </a:prstGeom>
              <a:noFill/>
              <a:ln w="28575" cap="sq">
                <a:solidFill>
                  <a:schemeClr val="tx1"/>
                </a:solidFill>
                <a:round/>
              </a:ln>
            </p:spPr>
            <p:txBody>
              <a:bodyPr/>
              <a:lstStyle/>
              <a:p>
                <a:endParaRPr lang="en-US"/>
              </a:p>
            </p:txBody>
          </p:sp>
          <p:sp>
            <p:nvSpPr>
              <p:cNvPr id="100" name="Line 149"/>
              <p:cNvSpPr>
                <a:spLocks noChangeShapeType="1"/>
              </p:cNvSpPr>
              <p:nvPr/>
            </p:nvSpPr>
            <p:spPr bwMode="auto">
              <a:xfrm>
                <a:off x="3759" y="3024"/>
                <a:ext cx="0" cy="272"/>
              </a:xfrm>
              <a:prstGeom prst="line">
                <a:avLst/>
              </a:prstGeom>
              <a:noFill/>
              <a:ln w="12700">
                <a:solidFill>
                  <a:schemeClr val="tx1"/>
                </a:solidFill>
                <a:round/>
              </a:ln>
            </p:spPr>
            <p:txBody>
              <a:bodyPr/>
              <a:lstStyle/>
              <a:p>
                <a:endParaRPr lang="en-US"/>
              </a:p>
            </p:txBody>
          </p:sp>
          <p:sp>
            <p:nvSpPr>
              <p:cNvPr id="101" name="Line 150"/>
              <p:cNvSpPr>
                <a:spLocks noChangeShapeType="1"/>
              </p:cNvSpPr>
              <p:nvPr/>
            </p:nvSpPr>
            <p:spPr bwMode="auto">
              <a:xfrm>
                <a:off x="3965" y="3024"/>
                <a:ext cx="0" cy="272"/>
              </a:xfrm>
              <a:prstGeom prst="line">
                <a:avLst/>
              </a:prstGeom>
              <a:noFill/>
              <a:ln w="12700">
                <a:solidFill>
                  <a:schemeClr val="tx1"/>
                </a:solidFill>
                <a:round/>
              </a:ln>
            </p:spPr>
            <p:txBody>
              <a:bodyPr/>
              <a:lstStyle/>
              <a:p>
                <a:endParaRPr lang="en-US"/>
              </a:p>
            </p:txBody>
          </p:sp>
          <p:sp>
            <p:nvSpPr>
              <p:cNvPr id="102" name="Line 151"/>
              <p:cNvSpPr>
                <a:spLocks noChangeShapeType="1"/>
              </p:cNvSpPr>
              <p:nvPr/>
            </p:nvSpPr>
            <p:spPr bwMode="auto">
              <a:xfrm>
                <a:off x="5613" y="3024"/>
                <a:ext cx="0" cy="272"/>
              </a:xfrm>
              <a:prstGeom prst="line">
                <a:avLst/>
              </a:prstGeom>
              <a:noFill/>
              <a:ln w="28575" cap="sq">
                <a:solidFill>
                  <a:schemeClr val="tx1"/>
                </a:solidFill>
                <a:round/>
              </a:ln>
            </p:spPr>
            <p:txBody>
              <a:bodyPr/>
              <a:lstStyle/>
              <a:p>
                <a:endParaRPr lang="en-US"/>
              </a:p>
            </p:txBody>
          </p:sp>
          <p:sp>
            <p:nvSpPr>
              <p:cNvPr id="103" name="Line 152"/>
              <p:cNvSpPr>
                <a:spLocks noChangeShapeType="1"/>
              </p:cNvSpPr>
              <p:nvPr/>
            </p:nvSpPr>
            <p:spPr bwMode="auto">
              <a:xfrm>
                <a:off x="5407" y="3024"/>
                <a:ext cx="0" cy="272"/>
              </a:xfrm>
              <a:prstGeom prst="line">
                <a:avLst/>
              </a:prstGeom>
              <a:noFill/>
              <a:ln w="12700">
                <a:solidFill>
                  <a:schemeClr val="tx1"/>
                </a:solidFill>
                <a:round/>
              </a:ln>
            </p:spPr>
            <p:txBody>
              <a:bodyPr/>
              <a:lstStyle/>
              <a:p>
                <a:endParaRPr lang="en-US"/>
              </a:p>
            </p:txBody>
          </p:sp>
          <p:sp>
            <p:nvSpPr>
              <p:cNvPr id="104" name="Line 153"/>
              <p:cNvSpPr>
                <a:spLocks noChangeShapeType="1"/>
              </p:cNvSpPr>
              <p:nvPr/>
            </p:nvSpPr>
            <p:spPr bwMode="auto">
              <a:xfrm>
                <a:off x="4171" y="3024"/>
                <a:ext cx="0" cy="272"/>
              </a:xfrm>
              <a:prstGeom prst="line">
                <a:avLst/>
              </a:prstGeom>
              <a:noFill/>
              <a:ln w="12700">
                <a:solidFill>
                  <a:schemeClr val="tx1"/>
                </a:solidFill>
                <a:round/>
              </a:ln>
            </p:spPr>
            <p:txBody>
              <a:bodyPr/>
              <a:lstStyle/>
              <a:p>
                <a:endParaRPr lang="en-US"/>
              </a:p>
            </p:txBody>
          </p:sp>
          <p:sp>
            <p:nvSpPr>
              <p:cNvPr id="105" name="Line 154"/>
              <p:cNvSpPr>
                <a:spLocks noChangeShapeType="1"/>
              </p:cNvSpPr>
              <p:nvPr/>
            </p:nvSpPr>
            <p:spPr bwMode="auto">
              <a:xfrm>
                <a:off x="4377" y="3024"/>
                <a:ext cx="0" cy="272"/>
              </a:xfrm>
              <a:prstGeom prst="line">
                <a:avLst/>
              </a:prstGeom>
              <a:noFill/>
              <a:ln w="12700">
                <a:solidFill>
                  <a:schemeClr val="tx1"/>
                </a:solidFill>
                <a:round/>
              </a:ln>
            </p:spPr>
            <p:txBody>
              <a:bodyPr/>
              <a:lstStyle/>
              <a:p>
                <a:endParaRPr lang="en-US"/>
              </a:p>
            </p:txBody>
          </p:sp>
          <p:sp>
            <p:nvSpPr>
              <p:cNvPr id="106" name="Line 155"/>
              <p:cNvSpPr>
                <a:spLocks noChangeShapeType="1"/>
              </p:cNvSpPr>
              <p:nvPr/>
            </p:nvSpPr>
            <p:spPr bwMode="auto">
              <a:xfrm>
                <a:off x="5201" y="3024"/>
                <a:ext cx="0" cy="272"/>
              </a:xfrm>
              <a:prstGeom prst="line">
                <a:avLst/>
              </a:prstGeom>
              <a:noFill/>
              <a:ln w="12700">
                <a:solidFill>
                  <a:schemeClr val="tx1"/>
                </a:solidFill>
                <a:round/>
              </a:ln>
            </p:spPr>
            <p:txBody>
              <a:bodyPr/>
              <a:lstStyle/>
              <a:p>
                <a:endParaRPr lang="en-US"/>
              </a:p>
            </p:txBody>
          </p:sp>
          <p:sp>
            <p:nvSpPr>
              <p:cNvPr id="107" name="Line 156"/>
              <p:cNvSpPr>
                <a:spLocks noChangeShapeType="1"/>
              </p:cNvSpPr>
              <p:nvPr/>
            </p:nvSpPr>
            <p:spPr bwMode="auto">
              <a:xfrm>
                <a:off x="4995" y="3024"/>
                <a:ext cx="0" cy="272"/>
              </a:xfrm>
              <a:prstGeom prst="line">
                <a:avLst/>
              </a:prstGeom>
              <a:noFill/>
              <a:ln w="12700">
                <a:solidFill>
                  <a:schemeClr val="tx1"/>
                </a:solidFill>
                <a:round/>
              </a:ln>
            </p:spPr>
            <p:txBody>
              <a:bodyPr/>
              <a:lstStyle/>
              <a:p>
                <a:endParaRPr lang="en-US"/>
              </a:p>
            </p:txBody>
          </p:sp>
          <p:sp>
            <p:nvSpPr>
              <p:cNvPr id="108" name="Line 157"/>
              <p:cNvSpPr>
                <a:spLocks noChangeShapeType="1"/>
              </p:cNvSpPr>
              <p:nvPr/>
            </p:nvSpPr>
            <p:spPr bwMode="auto">
              <a:xfrm>
                <a:off x="4789" y="3024"/>
                <a:ext cx="0" cy="272"/>
              </a:xfrm>
              <a:prstGeom prst="line">
                <a:avLst/>
              </a:prstGeom>
              <a:noFill/>
              <a:ln w="12700">
                <a:solidFill>
                  <a:schemeClr val="tx1"/>
                </a:solidFill>
                <a:round/>
              </a:ln>
            </p:spPr>
            <p:txBody>
              <a:bodyPr/>
              <a:lstStyle/>
              <a:p>
                <a:endParaRPr lang="en-US"/>
              </a:p>
            </p:txBody>
          </p:sp>
          <p:sp>
            <p:nvSpPr>
              <p:cNvPr id="109" name="Line 158"/>
              <p:cNvSpPr>
                <a:spLocks noChangeShapeType="1"/>
              </p:cNvSpPr>
              <p:nvPr/>
            </p:nvSpPr>
            <p:spPr bwMode="auto">
              <a:xfrm>
                <a:off x="4583" y="3024"/>
                <a:ext cx="0" cy="272"/>
              </a:xfrm>
              <a:prstGeom prst="line">
                <a:avLst/>
              </a:prstGeom>
              <a:noFill/>
              <a:ln w="12700">
                <a:solidFill>
                  <a:schemeClr val="tx1"/>
                </a:solidFill>
                <a:round/>
              </a:ln>
            </p:spPr>
            <p:txBody>
              <a:bodyPr/>
              <a:lstStyle/>
              <a:p>
                <a:endParaRPr lang="en-US"/>
              </a:p>
            </p:txBody>
          </p:sp>
          <p:sp>
            <p:nvSpPr>
              <p:cNvPr id="110" name="Line 159"/>
              <p:cNvSpPr>
                <a:spLocks noChangeShapeType="1"/>
              </p:cNvSpPr>
              <p:nvPr/>
            </p:nvSpPr>
            <p:spPr bwMode="auto">
              <a:xfrm>
                <a:off x="3168" y="3024"/>
                <a:ext cx="384" cy="0"/>
              </a:xfrm>
              <a:prstGeom prst="line">
                <a:avLst/>
              </a:prstGeom>
              <a:noFill/>
              <a:ln w="9525">
                <a:solidFill>
                  <a:schemeClr val="tx1"/>
                </a:solidFill>
                <a:round/>
              </a:ln>
            </p:spPr>
            <p:txBody>
              <a:bodyPr wrap="none" anchor="ctr"/>
              <a:lstStyle/>
              <a:p>
                <a:endParaRPr lang="en-US"/>
              </a:p>
            </p:txBody>
          </p:sp>
          <p:sp>
            <p:nvSpPr>
              <p:cNvPr id="111" name="Line 160"/>
              <p:cNvSpPr>
                <a:spLocks noChangeShapeType="1"/>
              </p:cNvSpPr>
              <p:nvPr/>
            </p:nvSpPr>
            <p:spPr bwMode="auto">
              <a:xfrm>
                <a:off x="3168" y="3312"/>
                <a:ext cx="384" cy="0"/>
              </a:xfrm>
              <a:prstGeom prst="line">
                <a:avLst/>
              </a:prstGeom>
              <a:noFill/>
              <a:ln w="9525">
                <a:solidFill>
                  <a:schemeClr val="tx1"/>
                </a:solidFill>
                <a:round/>
              </a:ln>
            </p:spPr>
            <p:txBody>
              <a:bodyPr wrap="none" anchor="ctr"/>
              <a:lstStyle/>
              <a:p>
                <a:endParaRPr lang="en-US"/>
              </a:p>
            </p:txBody>
          </p:sp>
          <p:sp>
            <p:nvSpPr>
              <p:cNvPr id="112" name="Line 161"/>
              <p:cNvSpPr>
                <a:spLocks noChangeShapeType="1"/>
              </p:cNvSpPr>
              <p:nvPr/>
            </p:nvSpPr>
            <p:spPr bwMode="auto">
              <a:xfrm>
                <a:off x="5616" y="3024"/>
                <a:ext cx="384" cy="0"/>
              </a:xfrm>
              <a:prstGeom prst="line">
                <a:avLst/>
              </a:prstGeom>
              <a:noFill/>
              <a:ln w="9525">
                <a:solidFill>
                  <a:schemeClr val="tx1"/>
                </a:solidFill>
                <a:round/>
              </a:ln>
            </p:spPr>
            <p:txBody>
              <a:bodyPr wrap="none" anchor="ctr"/>
              <a:lstStyle/>
              <a:p>
                <a:endParaRPr lang="en-US"/>
              </a:p>
            </p:txBody>
          </p:sp>
          <p:sp>
            <p:nvSpPr>
              <p:cNvPr id="113" name="Line 162"/>
              <p:cNvSpPr>
                <a:spLocks noChangeShapeType="1"/>
              </p:cNvSpPr>
              <p:nvPr/>
            </p:nvSpPr>
            <p:spPr bwMode="auto">
              <a:xfrm>
                <a:off x="5616" y="3264"/>
                <a:ext cx="384" cy="0"/>
              </a:xfrm>
              <a:prstGeom prst="line">
                <a:avLst/>
              </a:prstGeom>
              <a:noFill/>
              <a:ln w="9525">
                <a:solidFill>
                  <a:schemeClr val="tx1"/>
                </a:solidFill>
                <a:round/>
              </a:ln>
            </p:spPr>
            <p:txBody>
              <a:bodyPr wrap="none" anchor="ctr"/>
              <a:lstStyle/>
              <a:p>
                <a:endParaRPr lang="en-US"/>
              </a:p>
            </p:txBody>
          </p:sp>
          <p:sp>
            <p:nvSpPr>
              <p:cNvPr id="114" name="Text Box 163"/>
              <p:cNvSpPr txBox="1">
                <a:spLocks noChangeArrowheads="1"/>
              </p:cNvSpPr>
              <p:nvPr/>
            </p:nvSpPr>
            <p:spPr bwMode="auto">
              <a:xfrm>
                <a:off x="5676" y="3053"/>
                <a:ext cx="272" cy="212"/>
              </a:xfrm>
              <a:prstGeom prst="rect">
                <a:avLst/>
              </a:prstGeom>
              <a:noFill/>
              <a:ln w="9525">
                <a:noFill/>
                <a:miter lim="800000"/>
              </a:ln>
            </p:spPr>
            <p:txBody>
              <a:bodyPr wrap="none">
                <a:spAutoFit/>
              </a:bodyPr>
              <a:lstStyle/>
              <a:p>
                <a:r>
                  <a:rPr lang="en-US" sz="1600"/>
                  <a:t>…</a:t>
                </a:r>
                <a:endParaRPr lang="en-US" sz="1600"/>
              </a:p>
            </p:txBody>
          </p:sp>
        </p:grpSp>
        <p:sp>
          <p:nvSpPr>
            <p:cNvPr id="81" name="Text Box 164"/>
            <p:cNvSpPr txBox="1">
              <a:spLocks noChangeArrowheads="1"/>
            </p:cNvSpPr>
            <p:nvPr/>
          </p:nvSpPr>
          <p:spPr bwMode="auto">
            <a:xfrm>
              <a:off x="-36" y="3612"/>
              <a:ext cx="276" cy="250"/>
            </a:xfrm>
            <a:prstGeom prst="rect">
              <a:avLst/>
            </a:prstGeom>
            <a:noFill/>
            <a:ln w="9525">
              <a:noFill/>
              <a:miter lim="800000"/>
            </a:ln>
          </p:spPr>
          <p:txBody>
            <a:bodyPr wrap="none">
              <a:spAutoFit/>
            </a:bodyPr>
            <a:lstStyle/>
            <a:p>
              <a:r>
                <a:rPr lang="en-US"/>
                <a:t>…</a:t>
              </a:r>
              <a:endParaRPr lang="en-US"/>
            </a:p>
          </p:txBody>
        </p:sp>
        <p:sp>
          <p:nvSpPr>
            <p:cNvPr id="82" name="Text Box 165"/>
            <p:cNvSpPr txBox="1">
              <a:spLocks noChangeArrowheads="1"/>
            </p:cNvSpPr>
            <p:nvPr/>
          </p:nvSpPr>
          <p:spPr bwMode="auto">
            <a:xfrm>
              <a:off x="2289" y="3600"/>
              <a:ext cx="543" cy="212"/>
            </a:xfrm>
            <a:prstGeom prst="rect">
              <a:avLst/>
            </a:prstGeom>
            <a:noFill/>
            <a:ln w="9525">
              <a:noFill/>
              <a:miter lim="800000"/>
            </a:ln>
          </p:spPr>
          <p:txBody>
            <a:bodyPr wrap="none">
              <a:spAutoFit/>
            </a:bodyPr>
            <a:lstStyle/>
            <a:p>
              <a:r>
                <a:rPr lang="en-US" sz="1600"/>
                <a:t>Track 2</a:t>
              </a:r>
              <a:endParaRPr lang="en-US" sz="1600"/>
            </a:p>
          </p:txBody>
        </p:sp>
        <p:sp>
          <p:nvSpPr>
            <p:cNvPr id="83" name="Freeform 166"/>
            <p:cNvSpPr/>
            <p:nvPr/>
          </p:nvSpPr>
          <p:spPr bwMode="auto">
            <a:xfrm flipH="1">
              <a:off x="1015" y="2736"/>
              <a:ext cx="971" cy="560"/>
            </a:xfrm>
            <a:custGeom>
              <a:avLst/>
              <a:gdLst>
                <a:gd name="T0" fmla="*/ 352 w 352"/>
                <a:gd name="T1" fmla="*/ 0 h 560"/>
                <a:gd name="T2" fmla="*/ 344 w 352"/>
                <a:gd name="T3" fmla="*/ 96 h 560"/>
                <a:gd name="T4" fmla="*/ 152 w 352"/>
                <a:gd name="T5" fmla="*/ 176 h 560"/>
                <a:gd name="T6" fmla="*/ 88 w 352"/>
                <a:gd name="T7" fmla="*/ 184 h 560"/>
                <a:gd name="T8" fmla="*/ 0 w 352"/>
                <a:gd name="T9" fmla="*/ 240 h 560"/>
                <a:gd name="T10" fmla="*/ 8 w 352"/>
                <a:gd name="T11" fmla="*/ 472 h 560"/>
                <a:gd name="T12" fmla="*/ 16 w 352"/>
                <a:gd name="T13" fmla="*/ 560 h 560"/>
                <a:gd name="T14" fmla="*/ 0 60000 65536"/>
                <a:gd name="T15" fmla="*/ 0 60000 65536"/>
                <a:gd name="T16" fmla="*/ 0 60000 65536"/>
                <a:gd name="T17" fmla="*/ 0 60000 65536"/>
                <a:gd name="T18" fmla="*/ 0 60000 65536"/>
                <a:gd name="T19" fmla="*/ 0 60000 65536"/>
                <a:gd name="T20" fmla="*/ 0 60000 65536"/>
                <a:gd name="T21" fmla="*/ 0 w 352"/>
                <a:gd name="T22" fmla="*/ 0 h 560"/>
                <a:gd name="T23" fmla="*/ 352 w 352"/>
                <a:gd name="T24" fmla="*/ 560 h 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2" h="560">
                  <a:moveTo>
                    <a:pt x="352" y="0"/>
                  </a:moveTo>
                  <a:cubicBezTo>
                    <a:pt x="349" y="32"/>
                    <a:pt x="351" y="64"/>
                    <a:pt x="344" y="96"/>
                  </a:cubicBezTo>
                  <a:cubicBezTo>
                    <a:pt x="326" y="166"/>
                    <a:pt x="195" y="171"/>
                    <a:pt x="152" y="176"/>
                  </a:cubicBezTo>
                  <a:cubicBezTo>
                    <a:pt x="130" y="178"/>
                    <a:pt x="109" y="181"/>
                    <a:pt x="88" y="184"/>
                  </a:cubicBezTo>
                  <a:cubicBezTo>
                    <a:pt x="57" y="208"/>
                    <a:pt x="36" y="227"/>
                    <a:pt x="0" y="240"/>
                  </a:cubicBezTo>
                  <a:cubicBezTo>
                    <a:pt x="15" y="334"/>
                    <a:pt x="14" y="352"/>
                    <a:pt x="8" y="472"/>
                  </a:cubicBezTo>
                  <a:cubicBezTo>
                    <a:pt x="10" y="501"/>
                    <a:pt x="16" y="560"/>
                    <a:pt x="16" y="560"/>
                  </a:cubicBezTo>
                </a:path>
              </a:pathLst>
            </a:custGeom>
            <a:noFill/>
            <a:ln w="9525">
              <a:solidFill>
                <a:schemeClr val="tx1"/>
              </a:solidFill>
              <a:round/>
              <a:tailEnd type="arrow" w="med" len="med"/>
            </a:ln>
          </p:spPr>
          <p:txBody>
            <a:bodyPr wrap="none" anchor="ctr"/>
            <a:lstStyle/>
            <a:p>
              <a:endParaRPr lang="en-US"/>
            </a:p>
          </p:txBody>
        </p:sp>
        <p:sp>
          <p:nvSpPr>
            <p:cNvPr id="86" name="Text Box 239"/>
            <p:cNvSpPr txBox="1">
              <a:spLocks noChangeArrowheads="1"/>
            </p:cNvSpPr>
            <p:nvPr/>
          </p:nvSpPr>
          <p:spPr bwMode="auto">
            <a:xfrm>
              <a:off x="101" y="4090"/>
              <a:ext cx="2459" cy="252"/>
            </a:xfrm>
            <a:prstGeom prst="rect">
              <a:avLst/>
            </a:prstGeom>
            <a:noFill/>
            <a:ln w="9525">
              <a:noFill/>
              <a:miter lim="800000"/>
            </a:ln>
          </p:spPr>
          <p:txBody>
            <a:bodyPr wrap="none">
              <a:spAutoFit/>
            </a:bodyPr>
            <a:lstStyle/>
            <a:p>
              <a:r>
                <a:rPr lang="en-US" sz="2000" dirty="0">
                  <a:latin typeface="楷体" panose="02010609060101010101" pitchFamily="49" charset="-122"/>
                  <a:ea typeface="楷体" panose="02010609060101010101" pitchFamily="49" charset="-122"/>
                  <a:cs typeface="Times New Roman" panose="02020603050405020304" pitchFamily="18" charset="0"/>
                </a:rPr>
                <a:t>Track 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主要起到做标记的作用。</a:t>
              </a:r>
              <a:endParaRPr lang="en-US" sz="2000" dirty="0">
                <a:latin typeface="楷体" panose="02010609060101010101" pitchFamily="49" charset="-122"/>
                <a:ea typeface="楷体" panose="02010609060101010101" pitchFamily="49" charset="-122"/>
                <a:cs typeface="Times New Roman" panose="02020603050405020304" pitchFamily="18" charset="0"/>
              </a:endParaRPr>
            </a:p>
          </p:txBody>
        </p:sp>
      </p:grpSp>
      <p:sp>
        <p:nvSpPr>
          <p:cNvPr id="84" name="TextBox 83"/>
          <p:cNvSpPr txBox="1"/>
          <p:nvPr/>
        </p:nvSpPr>
        <p:spPr>
          <a:xfrm>
            <a:off x="3861937" y="4211518"/>
            <a:ext cx="343364" cy="369332"/>
          </a:xfrm>
          <a:prstGeom prst="rect">
            <a:avLst/>
          </a:prstGeom>
          <a:noFill/>
        </p:spPr>
        <p:txBody>
          <a:bodyPr wrap="none" rtlCol="0">
            <a:spAutoFit/>
          </a:bodyPr>
          <a:lstStyle/>
          <a:p>
            <a:r>
              <a:rPr lang="en-AU" dirty="0"/>
              <a:t>…</a:t>
            </a:r>
            <a:endParaRPr lang="en-AU" dirty="0"/>
          </a:p>
        </p:txBody>
      </p:sp>
      <p:sp>
        <p:nvSpPr>
          <p:cNvPr id="143" name="TextBox 142"/>
          <p:cNvSpPr txBox="1"/>
          <p:nvPr/>
        </p:nvSpPr>
        <p:spPr>
          <a:xfrm>
            <a:off x="3401500" y="3405861"/>
            <a:ext cx="381079" cy="369332"/>
          </a:xfrm>
          <a:prstGeom prst="rect">
            <a:avLst/>
          </a:prstGeom>
          <a:noFill/>
        </p:spPr>
        <p:txBody>
          <a:bodyPr wrap="square">
            <a:spAutoFit/>
          </a:bodyPr>
          <a:lstStyle/>
          <a:p>
            <a:pPr eaLnBrk="1" hangingPunct="1">
              <a:spcBef>
                <a:spcPct val="20000"/>
              </a:spcBef>
              <a:buClr>
                <a:schemeClr val="folHlink"/>
              </a:buClr>
              <a:buSzPct val="60000"/>
              <a:buFont typeface="Wingdings" panose="05000000000000000000" pitchFamily="2" charset="2"/>
              <a:buNone/>
            </a:pPr>
            <a:r>
              <a:rPr lang="en-US" sz="1800" dirty="0">
                <a:solidFill>
                  <a:srgbClr val="006600"/>
                </a:solidFill>
              </a:rPr>
              <a:t>B</a:t>
            </a:r>
            <a:endParaRPr lang="en-US" sz="1800" dirty="0">
              <a:solidFill>
                <a:srgbClr val="0066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a:t>
            </a:r>
            <a:r>
              <a:rPr lang="zh-CN" altLang="en-US" sz="4400" dirty="0"/>
              <a:t>带图灵机</a:t>
            </a:r>
            <a:endParaRPr lang="en-AU" dirty="0"/>
          </a:p>
        </p:txBody>
      </p:sp>
      <p:sp>
        <p:nvSpPr>
          <p:cNvPr id="3" name="Content Placeholder 2"/>
          <p:cNvSpPr>
            <a:spLocks noGrp="1"/>
          </p:cNvSpPr>
          <p:nvPr>
            <p:ph idx="1"/>
          </p:nvPr>
        </p:nvSpPr>
        <p:spPr>
          <a:xfrm>
            <a:off x="707815" y="1168153"/>
            <a:ext cx="8229600" cy="4525963"/>
          </a:xfrm>
        </p:spPr>
        <p:txBody>
          <a:bodyPr/>
          <a:lstStyle/>
          <a:p>
            <a:r>
              <a:rPr lang="zh-CN" altLang="en-US" sz="2400" b="1" dirty="0"/>
              <a:t>多带</a:t>
            </a:r>
            <a:r>
              <a:rPr lang="en-AU" altLang="zh-CN" sz="2400" b="1" dirty="0"/>
              <a:t>(</a:t>
            </a:r>
            <a:r>
              <a:rPr lang="en-AU" altLang="zh-CN" sz="2400" b="1" dirty="0">
                <a:latin typeface="Times New Roman" panose="02020603050405020304" pitchFamily="18" charset="0"/>
                <a:cs typeface="Times New Roman" panose="02020603050405020304" pitchFamily="18" charset="0"/>
              </a:rPr>
              <a:t>multi-tape</a:t>
            </a:r>
            <a:r>
              <a:rPr lang="en-AU" altLang="zh-CN" sz="2400" b="1" dirty="0"/>
              <a:t>)</a:t>
            </a:r>
            <a:r>
              <a:rPr lang="zh-CN" altLang="en-US" sz="2400" b="1" dirty="0"/>
              <a:t>图灵机</a:t>
            </a:r>
            <a:r>
              <a:rPr lang="zh-CN" altLang="en-US" sz="2400" dirty="0"/>
              <a:t>：有穷控制器、 </a:t>
            </a:r>
            <a:r>
              <a:rPr lang="en-US" altLang="zh-CN" sz="2400" dirty="0"/>
              <a:t>k </a:t>
            </a:r>
            <a:r>
              <a:rPr lang="zh-CN" altLang="en-US" sz="2400" dirty="0"/>
              <a:t>个带头和 </a:t>
            </a:r>
            <a:r>
              <a:rPr lang="en-US" altLang="zh-CN" sz="2400" dirty="0"/>
              <a:t>k </a:t>
            </a:r>
            <a:r>
              <a:rPr lang="zh-CN" altLang="en-US" sz="2400" dirty="0"/>
              <a:t>条带组成。每个动作</a:t>
            </a:r>
            <a:r>
              <a:rPr lang="en-US" altLang="zh-CN" sz="2400" dirty="0"/>
              <a:t>, </a:t>
            </a:r>
            <a:r>
              <a:rPr lang="zh-CN" altLang="en-US" sz="2400" dirty="0"/>
              <a:t>根据状态和每个带头符号</a:t>
            </a:r>
            <a:r>
              <a:rPr lang="en-AU" altLang="zh-CN" sz="2400" dirty="0"/>
              <a:t>:</a:t>
            </a:r>
            <a:endParaRPr lang="en-US" altLang="zh-CN" sz="2400" dirty="0"/>
          </a:p>
          <a:p>
            <a:pPr lvl="1"/>
            <a:r>
              <a:rPr lang="zh-CN" altLang="en-US" sz="2200" dirty="0"/>
              <a:t>改变控制器中的状态</a:t>
            </a:r>
            <a:r>
              <a:rPr lang="en-US" altLang="zh-CN" sz="2200" dirty="0"/>
              <a:t>;</a:t>
            </a:r>
            <a:endParaRPr lang="en-US" altLang="zh-CN" sz="2200" dirty="0"/>
          </a:p>
          <a:p>
            <a:pPr lvl="1"/>
            <a:r>
              <a:rPr lang="zh-CN" altLang="en-US" sz="2200" dirty="0"/>
              <a:t>修改每个带头单元格中的符号</a:t>
            </a:r>
            <a:r>
              <a:rPr lang="en-US" altLang="zh-CN" sz="2200" dirty="0"/>
              <a:t>;</a:t>
            </a:r>
            <a:endParaRPr lang="en-US" altLang="zh-CN" sz="2200" dirty="0"/>
          </a:p>
          <a:p>
            <a:pPr lvl="1"/>
            <a:r>
              <a:rPr lang="zh-CN" altLang="en-US" sz="2200" dirty="0"/>
              <a:t>每个带头独立的向左或右移动一个格</a:t>
            </a:r>
            <a:r>
              <a:rPr lang="en-US" altLang="zh-CN" sz="2200" dirty="0"/>
              <a:t>, </a:t>
            </a:r>
            <a:r>
              <a:rPr lang="zh-CN" altLang="en-US" sz="2200" dirty="0"/>
              <a:t>或保持不动。</a:t>
            </a:r>
            <a:endParaRPr lang="en-AU" altLang="zh-CN" sz="2200"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
        <p:nvSpPr>
          <p:cNvPr id="5" name="Rectangle 4"/>
          <p:cNvSpPr>
            <a:spLocks noChangeArrowheads="1"/>
          </p:cNvSpPr>
          <p:nvPr/>
        </p:nvSpPr>
        <p:spPr bwMode="auto">
          <a:xfrm>
            <a:off x="2146090" y="3429000"/>
            <a:ext cx="1600200" cy="614379"/>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graphicFrame>
        <p:nvGraphicFramePr>
          <p:cNvPr id="6" name="Group 25"/>
          <p:cNvGraphicFramePr>
            <a:graphicFrameLocks noGrp="1"/>
          </p:cNvGraphicFramePr>
          <p:nvPr/>
        </p:nvGraphicFramePr>
        <p:xfrm>
          <a:off x="1460290" y="4729180"/>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Text Box 26"/>
          <p:cNvSpPr txBox="1">
            <a:spLocks noChangeArrowheads="1"/>
          </p:cNvSpPr>
          <p:nvPr/>
        </p:nvSpPr>
        <p:spPr bwMode="auto">
          <a:xfrm>
            <a:off x="945940" y="4672030"/>
            <a:ext cx="438150" cy="396875"/>
          </a:xfrm>
          <a:prstGeom prst="rect">
            <a:avLst/>
          </a:prstGeom>
          <a:noFill/>
          <a:ln w="9525">
            <a:noFill/>
            <a:miter lim="800000"/>
          </a:ln>
        </p:spPr>
        <p:txBody>
          <a:bodyPr wrap="none">
            <a:spAutoFit/>
          </a:bodyPr>
          <a:lstStyle/>
          <a:p>
            <a:r>
              <a:rPr lang="en-US"/>
              <a:t>…</a:t>
            </a:r>
            <a:endParaRPr lang="en-US"/>
          </a:p>
        </p:txBody>
      </p:sp>
      <p:sp>
        <p:nvSpPr>
          <p:cNvPr id="8" name="Line 28"/>
          <p:cNvSpPr>
            <a:spLocks noChangeShapeType="1"/>
          </p:cNvSpPr>
          <p:nvPr/>
        </p:nvSpPr>
        <p:spPr bwMode="auto">
          <a:xfrm>
            <a:off x="850690" y="4729180"/>
            <a:ext cx="609600" cy="0"/>
          </a:xfrm>
          <a:prstGeom prst="line">
            <a:avLst/>
          </a:prstGeom>
          <a:noFill/>
          <a:ln w="9525">
            <a:solidFill>
              <a:schemeClr val="tx1"/>
            </a:solidFill>
            <a:round/>
          </a:ln>
        </p:spPr>
        <p:txBody>
          <a:bodyPr wrap="none" anchor="ctr"/>
          <a:lstStyle/>
          <a:p>
            <a:endParaRPr lang="en-US"/>
          </a:p>
        </p:txBody>
      </p:sp>
      <p:sp>
        <p:nvSpPr>
          <p:cNvPr id="9" name="Line 29"/>
          <p:cNvSpPr>
            <a:spLocks noChangeShapeType="1"/>
          </p:cNvSpPr>
          <p:nvPr/>
        </p:nvSpPr>
        <p:spPr bwMode="auto">
          <a:xfrm>
            <a:off x="850690" y="5186380"/>
            <a:ext cx="609600" cy="0"/>
          </a:xfrm>
          <a:prstGeom prst="line">
            <a:avLst/>
          </a:prstGeom>
          <a:noFill/>
          <a:ln w="9525">
            <a:solidFill>
              <a:schemeClr val="tx1"/>
            </a:solidFill>
            <a:round/>
          </a:ln>
        </p:spPr>
        <p:txBody>
          <a:bodyPr wrap="none" anchor="ctr"/>
          <a:lstStyle/>
          <a:p>
            <a:endParaRPr lang="en-US"/>
          </a:p>
        </p:txBody>
      </p:sp>
      <p:sp>
        <p:nvSpPr>
          <p:cNvPr id="10" name="Text Box 30"/>
          <p:cNvSpPr txBox="1">
            <a:spLocks noChangeArrowheads="1"/>
          </p:cNvSpPr>
          <p:nvPr/>
        </p:nvSpPr>
        <p:spPr bwMode="auto">
          <a:xfrm>
            <a:off x="4603540" y="4652980"/>
            <a:ext cx="438150" cy="396875"/>
          </a:xfrm>
          <a:prstGeom prst="rect">
            <a:avLst/>
          </a:prstGeom>
          <a:noFill/>
          <a:ln w="9525">
            <a:noFill/>
            <a:miter lim="800000"/>
          </a:ln>
        </p:spPr>
        <p:txBody>
          <a:bodyPr wrap="none">
            <a:spAutoFit/>
          </a:bodyPr>
          <a:lstStyle/>
          <a:p>
            <a:r>
              <a:rPr lang="en-US"/>
              <a:t>…</a:t>
            </a:r>
            <a:endParaRPr lang="en-US"/>
          </a:p>
        </p:txBody>
      </p:sp>
      <p:sp>
        <p:nvSpPr>
          <p:cNvPr id="11" name="Line 31"/>
          <p:cNvSpPr>
            <a:spLocks noChangeShapeType="1"/>
          </p:cNvSpPr>
          <p:nvPr/>
        </p:nvSpPr>
        <p:spPr bwMode="auto">
          <a:xfrm>
            <a:off x="4508290" y="4710130"/>
            <a:ext cx="609600" cy="0"/>
          </a:xfrm>
          <a:prstGeom prst="line">
            <a:avLst/>
          </a:prstGeom>
          <a:noFill/>
          <a:ln w="9525">
            <a:solidFill>
              <a:schemeClr val="tx1"/>
            </a:solidFill>
            <a:round/>
          </a:ln>
        </p:spPr>
        <p:txBody>
          <a:bodyPr wrap="none" anchor="ctr"/>
          <a:lstStyle/>
          <a:p>
            <a:endParaRPr lang="en-US"/>
          </a:p>
        </p:txBody>
      </p:sp>
      <p:sp>
        <p:nvSpPr>
          <p:cNvPr id="12" name="Line 32"/>
          <p:cNvSpPr>
            <a:spLocks noChangeShapeType="1"/>
          </p:cNvSpPr>
          <p:nvPr/>
        </p:nvSpPr>
        <p:spPr bwMode="auto">
          <a:xfrm>
            <a:off x="4508290" y="5167330"/>
            <a:ext cx="609600" cy="0"/>
          </a:xfrm>
          <a:prstGeom prst="line">
            <a:avLst/>
          </a:prstGeom>
          <a:noFill/>
          <a:ln w="9525">
            <a:solidFill>
              <a:schemeClr val="tx1"/>
            </a:solidFill>
            <a:round/>
          </a:ln>
        </p:spPr>
        <p:txBody>
          <a:bodyPr wrap="none" anchor="ctr"/>
          <a:lstStyle/>
          <a:p>
            <a:endParaRPr lang="en-US"/>
          </a:p>
        </p:txBody>
      </p:sp>
      <p:graphicFrame>
        <p:nvGraphicFramePr>
          <p:cNvPr id="13" name="Group 33"/>
          <p:cNvGraphicFramePr>
            <a:graphicFrameLocks noGrp="1"/>
          </p:cNvGraphicFramePr>
          <p:nvPr/>
        </p:nvGraphicFramePr>
        <p:xfrm>
          <a:off x="1460290" y="5186380"/>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 name="Text Box 49"/>
          <p:cNvSpPr txBox="1">
            <a:spLocks noChangeArrowheads="1"/>
          </p:cNvSpPr>
          <p:nvPr/>
        </p:nvSpPr>
        <p:spPr bwMode="auto">
          <a:xfrm>
            <a:off x="945940" y="5129230"/>
            <a:ext cx="438150" cy="396875"/>
          </a:xfrm>
          <a:prstGeom prst="rect">
            <a:avLst/>
          </a:prstGeom>
          <a:noFill/>
          <a:ln w="9525">
            <a:noFill/>
            <a:miter lim="800000"/>
          </a:ln>
        </p:spPr>
        <p:txBody>
          <a:bodyPr wrap="none">
            <a:spAutoFit/>
          </a:bodyPr>
          <a:lstStyle/>
          <a:p>
            <a:r>
              <a:rPr lang="en-US"/>
              <a:t>…</a:t>
            </a:r>
            <a:endParaRPr lang="en-US"/>
          </a:p>
        </p:txBody>
      </p:sp>
      <p:sp>
        <p:nvSpPr>
          <p:cNvPr id="15" name="Line 50"/>
          <p:cNvSpPr>
            <a:spLocks noChangeShapeType="1"/>
          </p:cNvSpPr>
          <p:nvPr/>
        </p:nvSpPr>
        <p:spPr bwMode="auto">
          <a:xfrm>
            <a:off x="850690" y="5110180"/>
            <a:ext cx="609600" cy="0"/>
          </a:xfrm>
          <a:prstGeom prst="line">
            <a:avLst/>
          </a:prstGeom>
          <a:noFill/>
          <a:ln w="9525">
            <a:solidFill>
              <a:schemeClr val="tx1"/>
            </a:solidFill>
            <a:round/>
          </a:ln>
        </p:spPr>
        <p:txBody>
          <a:bodyPr wrap="none" anchor="ctr"/>
          <a:lstStyle/>
          <a:p>
            <a:endParaRPr lang="en-US"/>
          </a:p>
        </p:txBody>
      </p:sp>
      <p:sp>
        <p:nvSpPr>
          <p:cNvPr id="16" name="Line 51"/>
          <p:cNvSpPr>
            <a:spLocks noChangeShapeType="1"/>
          </p:cNvSpPr>
          <p:nvPr/>
        </p:nvSpPr>
        <p:spPr bwMode="auto">
          <a:xfrm>
            <a:off x="850690" y="5567380"/>
            <a:ext cx="609600" cy="0"/>
          </a:xfrm>
          <a:prstGeom prst="line">
            <a:avLst/>
          </a:prstGeom>
          <a:noFill/>
          <a:ln w="9525">
            <a:solidFill>
              <a:schemeClr val="tx1"/>
            </a:solidFill>
            <a:round/>
          </a:ln>
        </p:spPr>
        <p:txBody>
          <a:bodyPr wrap="none" anchor="ctr"/>
          <a:lstStyle/>
          <a:p>
            <a:endParaRPr lang="en-US"/>
          </a:p>
        </p:txBody>
      </p:sp>
      <p:sp>
        <p:nvSpPr>
          <p:cNvPr id="17" name="Text Box 52"/>
          <p:cNvSpPr txBox="1">
            <a:spLocks noChangeArrowheads="1"/>
          </p:cNvSpPr>
          <p:nvPr/>
        </p:nvSpPr>
        <p:spPr bwMode="auto">
          <a:xfrm>
            <a:off x="4603540" y="5033980"/>
            <a:ext cx="438150" cy="396875"/>
          </a:xfrm>
          <a:prstGeom prst="rect">
            <a:avLst/>
          </a:prstGeom>
          <a:noFill/>
          <a:ln w="9525">
            <a:noFill/>
            <a:miter lim="800000"/>
          </a:ln>
        </p:spPr>
        <p:txBody>
          <a:bodyPr wrap="none">
            <a:spAutoFit/>
          </a:bodyPr>
          <a:lstStyle/>
          <a:p>
            <a:r>
              <a:rPr lang="en-US"/>
              <a:t>…</a:t>
            </a:r>
            <a:endParaRPr lang="en-US"/>
          </a:p>
        </p:txBody>
      </p:sp>
      <p:sp>
        <p:nvSpPr>
          <p:cNvPr id="18" name="Line 53"/>
          <p:cNvSpPr>
            <a:spLocks noChangeShapeType="1"/>
          </p:cNvSpPr>
          <p:nvPr/>
        </p:nvSpPr>
        <p:spPr bwMode="auto">
          <a:xfrm>
            <a:off x="4508290" y="5110180"/>
            <a:ext cx="609600" cy="0"/>
          </a:xfrm>
          <a:prstGeom prst="line">
            <a:avLst/>
          </a:prstGeom>
          <a:noFill/>
          <a:ln w="9525">
            <a:solidFill>
              <a:schemeClr val="tx1"/>
            </a:solidFill>
            <a:round/>
          </a:ln>
        </p:spPr>
        <p:txBody>
          <a:bodyPr wrap="none" anchor="ctr"/>
          <a:lstStyle/>
          <a:p>
            <a:endParaRPr lang="en-US"/>
          </a:p>
        </p:txBody>
      </p:sp>
      <p:sp>
        <p:nvSpPr>
          <p:cNvPr id="19" name="Line 54"/>
          <p:cNvSpPr>
            <a:spLocks noChangeShapeType="1"/>
          </p:cNvSpPr>
          <p:nvPr/>
        </p:nvSpPr>
        <p:spPr bwMode="auto">
          <a:xfrm>
            <a:off x="4508290" y="5548330"/>
            <a:ext cx="609600" cy="0"/>
          </a:xfrm>
          <a:prstGeom prst="line">
            <a:avLst/>
          </a:prstGeom>
          <a:noFill/>
          <a:ln w="9525">
            <a:solidFill>
              <a:schemeClr val="tx1"/>
            </a:solidFill>
            <a:round/>
          </a:ln>
        </p:spPr>
        <p:txBody>
          <a:bodyPr wrap="none" anchor="ctr"/>
          <a:lstStyle/>
          <a:p>
            <a:endParaRPr lang="en-US"/>
          </a:p>
        </p:txBody>
      </p:sp>
      <p:graphicFrame>
        <p:nvGraphicFramePr>
          <p:cNvPr id="20" name="Group 55"/>
          <p:cNvGraphicFramePr>
            <a:graphicFrameLocks noGrp="1"/>
          </p:cNvGraphicFramePr>
          <p:nvPr/>
        </p:nvGraphicFramePr>
        <p:xfrm>
          <a:off x="1460290" y="5872180"/>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 name="Text Box 71"/>
          <p:cNvSpPr txBox="1">
            <a:spLocks noChangeArrowheads="1"/>
          </p:cNvSpPr>
          <p:nvPr/>
        </p:nvSpPr>
        <p:spPr bwMode="auto">
          <a:xfrm>
            <a:off x="945940" y="5815030"/>
            <a:ext cx="438150" cy="396875"/>
          </a:xfrm>
          <a:prstGeom prst="rect">
            <a:avLst/>
          </a:prstGeom>
          <a:noFill/>
          <a:ln w="9525">
            <a:noFill/>
            <a:miter lim="800000"/>
          </a:ln>
        </p:spPr>
        <p:txBody>
          <a:bodyPr wrap="none">
            <a:spAutoFit/>
          </a:bodyPr>
          <a:lstStyle/>
          <a:p>
            <a:r>
              <a:rPr lang="en-US"/>
              <a:t>…</a:t>
            </a:r>
            <a:endParaRPr lang="en-US"/>
          </a:p>
        </p:txBody>
      </p:sp>
      <p:sp>
        <p:nvSpPr>
          <p:cNvPr id="22" name="Line 72"/>
          <p:cNvSpPr>
            <a:spLocks noChangeShapeType="1"/>
          </p:cNvSpPr>
          <p:nvPr/>
        </p:nvSpPr>
        <p:spPr bwMode="auto">
          <a:xfrm>
            <a:off x="850690" y="5872180"/>
            <a:ext cx="609600" cy="0"/>
          </a:xfrm>
          <a:prstGeom prst="line">
            <a:avLst/>
          </a:prstGeom>
          <a:noFill/>
          <a:ln w="9525">
            <a:solidFill>
              <a:schemeClr val="tx1"/>
            </a:solidFill>
            <a:round/>
          </a:ln>
        </p:spPr>
        <p:txBody>
          <a:bodyPr wrap="none" anchor="ctr"/>
          <a:lstStyle/>
          <a:p>
            <a:endParaRPr lang="en-US"/>
          </a:p>
        </p:txBody>
      </p:sp>
      <p:sp>
        <p:nvSpPr>
          <p:cNvPr id="23" name="Line 73"/>
          <p:cNvSpPr>
            <a:spLocks noChangeShapeType="1"/>
          </p:cNvSpPr>
          <p:nvPr/>
        </p:nvSpPr>
        <p:spPr bwMode="auto">
          <a:xfrm>
            <a:off x="850690" y="6253180"/>
            <a:ext cx="609600" cy="0"/>
          </a:xfrm>
          <a:prstGeom prst="line">
            <a:avLst/>
          </a:prstGeom>
          <a:noFill/>
          <a:ln w="9525">
            <a:solidFill>
              <a:schemeClr val="tx1"/>
            </a:solidFill>
            <a:round/>
          </a:ln>
        </p:spPr>
        <p:txBody>
          <a:bodyPr wrap="none" anchor="ctr"/>
          <a:lstStyle/>
          <a:p>
            <a:endParaRPr lang="en-US"/>
          </a:p>
        </p:txBody>
      </p:sp>
      <p:sp>
        <p:nvSpPr>
          <p:cNvPr id="24" name="Text Box 74"/>
          <p:cNvSpPr txBox="1">
            <a:spLocks noChangeArrowheads="1"/>
          </p:cNvSpPr>
          <p:nvPr/>
        </p:nvSpPr>
        <p:spPr bwMode="auto">
          <a:xfrm>
            <a:off x="4603540" y="5795980"/>
            <a:ext cx="438150" cy="396875"/>
          </a:xfrm>
          <a:prstGeom prst="rect">
            <a:avLst/>
          </a:prstGeom>
          <a:noFill/>
          <a:ln w="9525">
            <a:noFill/>
            <a:miter lim="800000"/>
          </a:ln>
        </p:spPr>
        <p:txBody>
          <a:bodyPr wrap="none">
            <a:spAutoFit/>
          </a:bodyPr>
          <a:lstStyle/>
          <a:p>
            <a:r>
              <a:rPr lang="en-US"/>
              <a:t>…</a:t>
            </a:r>
            <a:endParaRPr lang="en-US"/>
          </a:p>
        </p:txBody>
      </p:sp>
      <p:sp>
        <p:nvSpPr>
          <p:cNvPr id="25" name="Line 75"/>
          <p:cNvSpPr>
            <a:spLocks noChangeShapeType="1"/>
          </p:cNvSpPr>
          <p:nvPr/>
        </p:nvSpPr>
        <p:spPr bwMode="auto">
          <a:xfrm>
            <a:off x="4508290" y="5853130"/>
            <a:ext cx="609600" cy="0"/>
          </a:xfrm>
          <a:prstGeom prst="line">
            <a:avLst/>
          </a:prstGeom>
          <a:noFill/>
          <a:ln w="9525">
            <a:solidFill>
              <a:schemeClr val="tx1"/>
            </a:solidFill>
            <a:round/>
          </a:ln>
        </p:spPr>
        <p:txBody>
          <a:bodyPr wrap="none" anchor="ctr"/>
          <a:lstStyle/>
          <a:p>
            <a:endParaRPr lang="en-US"/>
          </a:p>
        </p:txBody>
      </p:sp>
      <p:sp>
        <p:nvSpPr>
          <p:cNvPr id="26" name="Line 76"/>
          <p:cNvSpPr>
            <a:spLocks noChangeShapeType="1"/>
          </p:cNvSpPr>
          <p:nvPr/>
        </p:nvSpPr>
        <p:spPr bwMode="auto">
          <a:xfrm>
            <a:off x="4508290" y="6234130"/>
            <a:ext cx="609600" cy="0"/>
          </a:xfrm>
          <a:prstGeom prst="line">
            <a:avLst/>
          </a:prstGeom>
          <a:noFill/>
          <a:ln w="9525">
            <a:solidFill>
              <a:schemeClr val="tx1"/>
            </a:solidFill>
            <a:round/>
          </a:ln>
        </p:spPr>
        <p:txBody>
          <a:bodyPr wrap="none" anchor="ctr"/>
          <a:lstStyle/>
          <a:p>
            <a:endParaRPr lang="en-US"/>
          </a:p>
        </p:txBody>
      </p:sp>
      <p:sp>
        <p:nvSpPr>
          <p:cNvPr id="27" name="Freeform 77"/>
          <p:cNvSpPr/>
          <p:nvPr/>
        </p:nvSpPr>
        <p:spPr bwMode="auto">
          <a:xfrm>
            <a:off x="2804903" y="4043380"/>
            <a:ext cx="369887" cy="685800"/>
          </a:xfrm>
          <a:custGeom>
            <a:avLst/>
            <a:gdLst>
              <a:gd name="T0" fmla="*/ 2147483647 w 233"/>
              <a:gd name="T1" fmla="*/ 0 h 432"/>
              <a:gd name="T2" fmla="*/ 2147483647 w 233"/>
              <a:gd name="T3" fmla="*/ 2147483647 h 432"/>
              <a:gd name="T4" fmla="*/ 2147483647 w 233"/>
              <a:gd name="T5" fmla="*/ 2147483647 h 432"/>
              <a:gd name="T6" fmla="*/ 2147483647 w 233"/>
              <a:gd name="T7" fmla="*/ 2147483647 h 432"/>
              <a:gd name="T8" fmla="*/ 2147483647 w 233"/>
              <a:gd name="T9" fmla="*/ 2147483647 h 432"/>
              <a:gd name="T10" fmla="*/ 2147483647 w 233"/>
              <a:gd name="T11" fmla="*/ 2147483647 h 432"/>
              <a:gd name="T12" fmla="*/ 0 60000 65536"/>
              <a:gd name="T13" fmla="*/ 0 60000 65536"/>
              <a:gd name="T14" fmla="*/ 0 60000 65536"/>
              <a:gd name="T15" fmla="*/ 0 60000 65536"/>
              <a:gd name="T16" fmla="*/ 0 60000 65536"/>
              <a:gd name="T17" fmla="*/ 0 60000 65536"/>
              <a:gd name="T18" fmla="*/ 0 w 233"/>
              <a:gd name="T19" fmla="*/ 0 h 432"/>
              <a:gd name="T20" fmla="*/ 233 w 233"/>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233" h="432">
                <a:moveTo>
                  <a:pt x="1" y="0"/>
                </a:moveTo>
                <a:cubicBezTo>
                  <a:pt x="3" y="37"/>
                  <a:pt x="0" y="75"/>
                  <a:pt x="9" y="112"/>
                </a:cubicBezTo>
                <a:cubicBezTo>
                  <a:pt x="19" y="157"/>
                  <a:pt x="112" y="171"/>
                  <a:pt x="145" y="176"/>
                </a:cubicBezTo>
                <a:cubicBezTo>
                  <a:pt x="164" y="204"/>
                  <a:pt x="180" y="205"/>
                  <a:pt x="209" y="224"/>
                </a:cubicBezTo>
                <a:cubicBezTo>
                  <a:pt x="226" y="277"/>
                  <a:pt x="227" y="336"/>
                  <a:pt x="233" y="392"/>
                </a:cubicBezTo>
                <a:cubicBezTo>
                  <a:pt x="224" y="427"/>
                  <a:pt x="217" y="416"/>
                  <a:pt x="233" y="432"/>
                </a:cubicBezTo>
              </a:path>
            </a:pathLst>
          </a:custGeom>
          <a:noFill/>
          <a:ln w="9525">
            <a:solidFill>
              <a:schemeClr val="tx1"/>
            </a:solidFill>
            <a:round/>
            <a:tailEnd type="arrow" w="med" len="med"/>
          </a:ln>
        </p:spPr>
        <p:txBody>
          <a:bodyPr wrap="none" anchor="ctr"/>
          <a:lstStyle/>
          <a:p>
            <a:endParaRPr lang="en-US"/>
          </a:p>
        </p:txBody>
      </p:sp>
      <p:sp>
        <p:nvSpPr>
          <p:cNvPr id="28" name="Freeform 78"/>
          <p:cNvSpPr/>
          <p:nvPr/>
        </p:nvSpPr>
        <p:spPr bwMode="auto">
          <a:xfrm>
            <a:off x="2869990" y="4068780"/>
            <a:ext cx="982663" cy="1206500"/>
          </a:xfrm>
          <a:custGeom>
            <a:avLst/>
            <a:gdLst>
              <a:gd name="T0" fmla="*/ 0 w 619"/>
              <a:gd name="T1" fmla="*/ 0 h 760"/>
              <a:gd name="T2" fmla="*/ 2147483647 w 619"/>
              <a:gd name="T3" fmla="*/ 2147483647 h 760"/>
              <a:gd name="T4" fmla="*/ 2147483647 w 619"/>
              <a:gd name="T5" fmla="*/ 2147483647 h 760"/>
              <a:gd name="T6" fmla="*/ 2147483647 w 619"/>
              <a:gd name="T7" fmla="*/ 2147483647 h 760"/>
              <a:gd name="T8" fmla="*/ 2147483647 w 619"/>
              <a:gd name="T9" fmla="*/ 2147483647 h 760"/>
              <a:gd name="T10" fmla="*/ 2147483647 w 619"/>
              <a:gd name="T11" fmla="*/ 2147483647 h 760"/>
              <a:gd name="T12" fmla="*/ 2147483647 w 619"/>
              <a:gd name="T13" fmla="*/ 2147483647 h 760"/>
              <a:gd name="T14" fmla="*/ 2147483647 w 619"/>
              <a:gd name="T15" fmla="*/ 2147483647 h 760"/>
              <a:gd name="T16" fmla="*/ 2147483647 w 619"/>
              <a:gd name="T17" fmla="*/ 2147483647 h 760"/>
              <a:gd name="T18" fmla="*/ 2147483647 w 619"/>
              <a:gd name="T19" fmla="*/ 2147483647 h 7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9"/>
              <a:gd name="T31" fmla="*/ 0 h 760"/>
              <a:gd name="T32" fmla="*/ 619 w 619"/>
              <a:gd name="T33" fmla="*/ 760 h 7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9" h="760">
                <a:moveTo>
                  <a:pt x="0" y="0"/>
                </a:moveTo>
                <a:cubicBezTo>
                  <a:pt x="7" y="9"/>
                  <a:pt x="40" y="53"/>
                  <a:pt x="56" y="64"/>
                </a:cubicBezTo>
                <a:cubicBezTo>
                  <a:pt x="81" y="81"/>
                  <a:pt x="123" y="91"/>
                  <a:pt x="152" y="104"/>
                </a:cubicBezTo>
                <a:cubicBezTo>
                  <a:pt x="231" y="139"/>
                  <a:pt x="313" y="163"/>
                  <a:pt x="400" y="176"/>
                </a:cubicBezTo>
                <a:cubicBezTo>
                  <a:pt x="446" y="191"/>
                  <a:pt x="481" y="198"/>
                  <a:pt x="520" y="224"/>
                </a:cubicBezTo>
                <a:cubicBezTo>
                  <a:pt x="537" y="277"/>
                  <a:pt x="508" y="317"/>
                  <a:pt x="496" y="368"/>
                </a:cubicBezTo>
                <a:cubicBezTo>
                  <a:pt x="530" y="385"/>
                  <a:pt x="548" y="405"/>
                  <a:pt x="568" y="440"/>
                </a:cubicBezTo>
                <a:cubicBezTo>
                  <a:pt x="580" y="460"/>
                  <a:pt x="600" y="504"/>
                  <a:pt x="600" y="504"/>
                </a:cubicBezTo>
                <a:cubicBezTo>
                  <a:pt x="608" y="563"/>
                  <a:pt x="619" y="597"/>
                  <a:pt x="600" y="656"/>
                </a:cubicBezTo>
                <a:cubicBezTo>
                  <a:pt x="597" y="690"/>
                  <a:pt x="592" y="760"/>
                  <a:pt x="592" y="760"/>
                </a:cubicBezTo>
              </a:path>
            </a:pathLst>
          </a:custGeom>
          <a:noFill/>
          <a:ln w="9525">
            <a:solidFill>
              <a:schemeClr val="tx1"/>
            </a:solidFill>
            <a:round/>
            <a:tailEnd type="arrow" w="med" len="med"/>
          </a:ln>
        </p:spPr>
        <p:txBody>
          <a:bodyPr wrap="none" anchor="ctr"/>
          <a:lstStyle/>
          <a:p>
            <a:endParaRPr lang="en-US"/>
          </a:p>
        </p:txBody>
      </p:sp>
      <p:sp>
        <p:nvSpPr>
          <p:cNvPr id="29" name="Freeform 79"/>
          <p:cNvSpPr/>
          <p:nvPr/>
        </p:nvSpPr>
        <p:spPr bwMode="auto">
          <a:xfrm>
            <a:off x="2209590" y="4043380"/>
            <a:ext cx="622300" cy="1778000"/>
          </a:xfrm>
          <a:custGeom>
            <a:avLst/>
            <a:gdLst>
              <a:gd name="T0" fmla="*/ 2147483647 w 392"/>
              <a:gd name="T1" fmla="*/ 0 h 1120"/>
              <a:gd name="T2" fmla="*/ 2147483647 w 392"/>
              <a:gd name="T3" fmla="*/ 2147483647 h 1120"/>
              <a:gd name="T4" fmla="*/ 2147483647 w 392"/>
              <a:gd name="T5" fmla="*/ 2147483647 h 1120"/>
              <a:gd name="T6" fmla="*/ 2147483647 w 392"/>
              <a:gd name="T7" fmla="*/ 2147483647 h 1120"/>
              <a:gd name="T8" fmla="*/ 2147483647 w 392"/>
              <a:gd name="T9" fmla="*/ 2147483647 h 1120"/>
              <a:gd name="T10" fmla="*/ 2147483647 w 392"/>
              <a:gd name="T11" fmla="*/ 2147483647 h 1120"/>
              <a:gd name="T12" fmla="*/ 2147483647 w 392"/>
              <a:gd name="T13" fmla="*/ 2147483647 h 1120"/>
              <a:gd name="T14" fmla="*/ 2147483647 w 392"/>
              <a:gd name="T15" fmla="*/ 2147483647 h 1120"/>
              <a:gd name="T16" fmla="*/ 2147483647 w 392"/>
              <a:gd name="T17" fmla="*/ 2147483647 h 1120"/>
              <a:gd name="T18" fmla="*/ 0 w 392"/>
              <a:gd name="T19" fmla="*/ 2147483647 h 1120"/>
              <a:gd name="T20" fmla="*/ 2147483647 w 392"/>
              <a:gd name="T21" fmla="*/ 2147483647 h 1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92"/>
              <a:gd name="T34" fmla="*/ 0 h 1120"/>
              <a:gd name="T35" fmla="*/ 392 w 392"/>
              <a:gd name="T36" fmla="*/ 1120 h 1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92" h="1120">
                <a:moveTo>
                  <a:pt x="392" y="0"/>
                </a:moveTo>
                <a:cubicBezTo>
                  <a:pt x="373" y="6"/>
                  <a:pt x="352" y="6"/>
                  <a:pt x="336" y="16"/>
                </a:cubicBezTo>
                <a:cubicBezTo>
                  <a:pt x="326" y="21"/>
                  <a:pt x="321" y="33"/>
                  <a:pt x="312" y="40"/>
                </a:cubicBezTo>
                <a:cubicBezTo>
                  <a:pt x="304" y="44"/>
                  <a:pt x="295" y="43"/>
                  <a:pt x="288" y="48"/>
                </a:cubicBezTo>
                <a:cubicBezTo>
                  <a:pt x="271" y="57"/>
                  <a:pt x="240" y="80"/>
                  <a:pt x="240" y="80"/>
                </a:cubicBezTo>
                <a:cubicBezTo>
                  <a:pt x="220" y="138"/>
                  <a:pt x="178" y="188"/>
                  <a:pt x="144" y="240"/>
                </a:cubicBezTo>
                <a:cubicBezTo>
                  <a:pt x="121" y="274"/>
                  <a:pt x="136" y="267"/>
                  <a:pt x="112" y="296"/>
                </a:cubicBezTo>
                <a:cubicBezTo>
                  <a:pt x="102" y="307"/>
                  <a:pt x="89" y="316"/>
                  <a:pt x="80" y="328"/>
                </a:cubicBezTo>
                <a:cubicBezTo>
                  <a:pt x="62" y="348"/>
                  <a:pt x="32" y="392"/>
                  <a:pt x="32" y="392"/>
                </a:cubicBezTo>
                <a:cubicBezTo>
                  <a:pt x="19" y="428"/>
                  <a:pt x="9" y="466"/>
                  <a:pt x="0" y="504"/>
                </a:cubicBezTo>
                <a:cubicBezTo>
                  <a:pt x="6" y="709"/>
                  <a:pt x="16" y="914"/>
                  <a:pt x="16" y="1120"/>
                </a:cubicBezTo>
              </a:path>
            </a:pathLst>
          </a:custGeom>
          <a:noFill/>
          <a:ln w="9525">
            <a:solidFill>
              <a:schemeClr val="tx1"/>
            </a:solidFill>
            <a:round/>
            <a:tailEnd type="arrow" w="med" len="med"/>
          </a:ln>
        </p:spPr>
        <p:txBody>
          <a:bodyPr wrap="none" anchor="ctr"/>
          <a:lstStyle/>
          <a:p>
            <a:endParaRPr lang="en-US"/>
          </a:p>
        </p:txBody>
      </p:sp>
      <p:sp>
        <p:nvSpPr>
          <p:cNvPr id="30" name="Text Box 80"/>
          <p:cNvSpPr txBox="1">
            <a:spLocks noChangeArrowheads="1"/>
          </p:cNvSpPr>
          <p:nvPr/>
        </p:nvSpPr>
        <p:spPr bwMode="auto">
          <a:xfrm>
            <a:off x="299122" y="4740848"/>
            <a:ext cx="532518" cy="369332"/>
          </a:xfrm>
          <a:prstGeom prst="rect">
            <a:avLst/>
          </a:prstGeom>
          <a:noFill/>
          <a:ln w="9525">
            <a:noFill/>
            <a:miter lim="800000"/>
          </a:ln>
        </p:spPr>
        <p:txBody>
          <a:bodyPr wrap="none">
            <a:spAutoFit/>
          </a:bodyPr>
          <a:lstStyle/>
          <a:p>
            <a:r>
              <a:rPr lang="zh-CN" altLang="en-US" dirty="0"/>
              <a:t>带</a:t>
            </a:r>
            <a:r>
              <a:rPr lang="en-AU" altLang="zh-CN" dirty="0"/>
              <a:t>1</a:t>
            </a:r>
            <a:endParaRPr lang="en-US" dirty="0"/>
          </a:p>
        </p:txBody>
      </p:sp>
      <p:sp>
        <p:nvSpPr>
          <p:cNvPr id="31" name="Text Box 81"/>
          <p:cNvSpPr txBox="1">
            <a:spLocks noChangeArrowheads="1"/>
          </p:cNvSpPr>
          <p:nvPr/>
        </p:nvSpPr>
        <p:spPr bwMode="auto">
          <a:xfrm>
            <a:off x="303179" y="5266580"/>
            <a:ext cx="532518" cy="369332"/>
          </a:xfrm>
          <a:prstGeom prst="rect">
            <a:avLst/>
          </a:prstGeom>
          <a:noFill/>
          <a:ln w="9525">
            <a:noFill/>
            <a:miter lim="800000"/>
          </a:ln>
        </p:spPr>
        <p:txBody>
          <a:bodyPr wrap="none">
            <a:spAutoFit/>
          </a:bodyPr>
          <a:lstStyle/>
          <a:p>
            <a:r>
              <a:rPr lang="zh-CN" altLang="en-US" dirty="0"/>
              <a:t>带</a:t>
            </a:r>
            <a:r>
              <a:rPr lang="en-AU" altLang="zh-CN" dirty="0"/>
              <a:t>2</a:t>
            </a:r>
            <a:endParaRPr lang="en-US" dirty="0"/>
          </a:p>
        </p:txBody>
      </p:sp>
      <p:sp>
        <p:nvSpPr>
          <p:cNvPr id="32" name="Text Box 82"/>
          <p:cNvSpPr txBox="1">
            <a:spLocks noChangeArrowheads="1"/>
          </p:cNvSpPr>
          <p:nvPr/>
        </p:nvSpPr>
        <p:spPr bwMode="auto">
          <a:xfrm>
            <a:off x="288967" y="5908754"/>
            <a:ext cx="519694" cy="369332"/>
          </a:xfrm>
          <a:prstGeom prst="rect">
            <a:avLst/>
          </a:prstGeom>
          <a:noFill/>
          <a:ln w="9525">
            <a:noFill/>
            <a:miter lim="800000"/>
          </a:ln>
        </p:spPr>
        <p:txBody>
          <a:bodyPr wrap="none">
            <a:spAutoFit/>
          </a:bodyPr>
          <a:lstStyle/>
          <a:p>
            <a:r>
              <a:rPr lang="zh-CN" altLang="en-US" dirty="0"/>
              <a:t>带</a:t>
            </a:r>
            <a:r>
              <a:rPr lang="en-AU" altLang="zh-CN" dirty="0"/>
              <a:t>k</a:t>
            </a:r>
            <a:endParaRPr lang="en-US" dirty="0"/>
          </a:p>
        </p:txBody>
      </p:sp>
      <p:sp>
        <p:nvSpPr>
          <p:cNvPr id="33" name="Text Box 83"/>
          <p:cNvSpPr txBox="1">
            <a:spLocks noChangeArrowheads="1"/>
          </p:cNvSpPr>
          <p:nvPr/>
        </p:nvSpPr>
        <p:spPr bwMode="auto">
          <a:xfrm rot="5400000">
            <a:off x="433178" y="5530867"/>
            <a:ext cx="438150" cy="396875"/>
          </a:xfrm>
          <a:prstGeom prst="rect">
            <a:avLst/>
          </a:prstGeom>
          <a:noFill/>
          <a:ln w="9525">
            <a:noFill/>
            <a:miter lim="800000"/>
          </a:ln>
        </p:spPr>
        <p:txBody>
          <a:bodyPr wrap="none">
            <a:spAutoFit/>
          </a:bodyPr>
          <a:lstStyle/>
          <a:p>
            <a:r>
              <a:rPr lang="en-US"/>
              <a:t>…</a:t>
            </a:r>
            <a:endParaRPr lang="en-US"/>
          </a:p>
        </p:txBody>
      </p:sp>
      <p:sp>
        <p:nvSpPr>
          <p:cNvPr id="34" name="Text Box 84"/>
          <p:cNvSpPr txBox="1">
            <a:spLocks noChangeArrowheads="1"/>
          </p:cNvSpPr>
          <p:nvPr/>
        </p:nvSpPr>
        <p:spPr bwMode="auto">
          <a:xfrm>
            <a:off x="4051090" y="3890980"/>
            <a:ext cx="1034257" cy="369332"/>
          </a:xfrm>
          <a:prstGeom prst="rect">
            <a:avLst/>
          </a:prstGeom>
          <a:noFill/>
          <a:ln w="9525">
            <a:noFill/>
            <a:miter lim="800000"/>
          </a:ln>
        </p:spPr>
        <p:txBody>
          <a:bodyPr wrap="none">
            <a:spAutoFit/>
          </a:bodyPr>
          <a:lstStyle/>
          <a:p>
            <a:r>
              <a:rPr lang="en-US" dirty="0"/>
              <a:t>k </a:t>
            </a:r>
            <a:r>
              <a:rPr lang="zh-CN" altLang="en-US" dirty="0"/>
              <a:t>个读头</a:t>
            </a:r>
            <a:endParaRPr lang="en-US" dirty="0"/>
          </a:p>
        </p:txBody>
      </p:sp>
      <p:sp>
        <p:nvSpPr>
          <p:cNvPr id="35" name="Freeform 85"/>
          <p:cNvSpPr/>
          <p:nvPr/>
        </p:nvSpPr>
        <p:spPr bwMode="auto">
          <a:xfrm>
            <a:off x="2146090" y="4195780"/>
            <a:ext cx="1828800" cy="228600"/>
          </a:xfrm>
          <a:custGeom>
            <a:avLst/>
            <a:gdLst>
              <a:gd name="T0" fmla="*/ 0 w 1152"/>
              <a:gd name="T1" fmla="*/ 0 h 144"/>
              <a:gd name="T2" fmla="*/ 2147483647 w 1152"/>
              <a:gd name="T3" fmla="*/ 2147483647 h 144"/>
              <a:gd name="T4" fmla="*/ 2147483647 w 1152"/>
              <a:gd name="T5" fmla="*/ 0 h 144"/>
              <a:gd name="T6" fmla="*/ 0 60000 65536"/>
              <a:gd name="T7" fmla="*/ 0 60000 65536"/>
              <a:gd name="T8" fmla="*/ 0 60000 65536"/>
              <a:gd name="T9" fmla="*/ 0 w 1152"/>
              <a:gd name="T10" fmla="*/ 0 h 144"/>
              <a:gd name="T11" fmla="*/ 1152 w 1152"/>
              <a:gd name="T12" fmla="*/ 144 h 144"/>
            </a:gdLst>
            <a:ahLst/>
            <a:cxnLst>
              <a:cxn ang="T6">
                <a:pos x="T0" y="T1"/>
              </a:cxn>
              <a:cxn ang="T7">
                <a:pos x="T2" y="T3"/>
              </a:cxn>
              <a:cxn ang="T8">
                <a:pos x="T4" y="T5"/>
              </a:cxn>
            </a:cxnLst>
            <a:rect l="T9" t="T10" r="T11" b="T12"/>
            <a:pathLst>
              <a:path w="1152" h="144">
                <a:moveTo>
                  <a:pt x="0" y="0"/>
                </a:moveTo>
                <a:cubicBezTo>
                  <a:pt x="144" y="72"/>
                  <a:pt x="288" y="144"/>
                  <a:pt x="480" y="144"/>
                </a:cubicBezTo>
                <a:cubicBezTo>
                  <a:pt x="672" y="144"/>
                  <a:pt x="912" y="72"/>
                  <a:pt x="1152" y="0"/>
                </a:cubicBezTo>
              </a:path>
            </a:pathLst>
          </a:custGeom>
          <a:noFill/>
          <a:ln w="9525" cap="flat">
            <a:solidFill>
              <a:schemeClr val="tx1"/>
            </a:solidFill>
            <a:prstDash val="dash"/>
            <a:round/>
          </a:ln>
        </p:spPr>
        <p:txBody>
          <a:bodyPr wrap="none" anchor="ctr"/>
          <a:lstStyle/>
          <a:p>
            <a:endParaRPr lang="en-US"/>
          </a:p>
        </p:txBody>
      </p:sp>
      <p:sp>
        <p:nvSpPr>
          <p:cNvPr id="36" name="TextBox 35"/>
          <p:cNvSpPr txBox="1"/>
          <p:nvPr/>
        </p:nvSpPr>
        <p:spPr>
          <a:xfrm>
            <a:off x="5978525" y="4224740"/>
            <a:ext cx="2609162" cy="1200329"/>
          </a:xfrm>
          <a:prstGeom prst="rect">
            <a:avLst/>
          </a:prstGeom>
          <a:solidFill>
            <a:srgbClr val="FFC000"/>
          </a:solidFill>
        </p:spPr>
        <p:txBody>
          <a:bodyPr wrap="square" rtlCol="0">
            <a:spAutoFit/>
          </a:bodyPr>
          <a:lstStyle/>
          <a:p>
            <a:r>
              <a:rPr lang="zh-CN" altLang="en-US" dirty="0"/>
              <a:t>开始时，输入在第一条带上，其他带上都是空格符。</a:t>
            </a:r>
            <a:endParaRPr lang="en-AU" altLang="zh-CN" dirty="0"/>
          </a:p>
          <a:p>
            <a:endParaRPr lang="en-AU"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a:t>
            </a:r>
            <a:r>
              <a:rPr lang="zh-CN" altLang="en-US" sz="4400" dirty="0"/>
              <a:t>带图灵机</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22074" y="984547"/>
                <a:ext cx="8229600" cy="4525963"/>
              </a:xfrm>
            </p:spPr>
            <p:txBody>
              <a:bodyPr>
                <a:normAutofit/>
              </a:bodyPr>
              <a:lstStyle/>
              <a:p>
                <a:r>
                  <a:rPr lang="zh-CN" altLang="en-US" sz="2600" dirty="0"/>
                  <a:t>定理</a:t>
                </a:r>
                <a:r>
                  <a:rPr lang="en-AU" altLang="zh-CN" sz="2600" dirty="0"/>
                  <a:t>:</a:t>
                </a:r>
                <a:r>
                  <a:rPr lang="zh-CN" altLang="en-US" sz="2600" dirty="0"/>
                  <a:t>多带图灵机接受的语言</a:t>
                </a:r>
                <a14:m>
                  <m:oMath xmlns:m="http://schemas.openxmlformats.org/officeDocument/2006/math">
                    <m:r>
                      <a:rPr lang="en-US" altLang="zh-CN" sz="2600" i="1" dirty="0" smtClean="0">
                        <a:latin typeface="Cambria Math" panose="02040503050406030204" pitchFamily="18" charset="0"/>
                      </a:rPr>
                      <m:t>𝐿</m:t>
                    </m:r>
                  </m:oMath>
                </a14:m>
                <a:r>
                  <a:rPr lang="en-US" altLang="zh-CN" sz="2600" dirty="0"/>
                  <a:t>, </a:t>
                </a:r>
                <a:r>
                  <a:rPr lang="zh-CN" altLang="en-US" sz="2600" dirty="0"/>
                  <a:t>可被单带图灵机接受。</a:t>
                </a:r>
                <a:endParaRPr lang="en-AU" altLang="zh-CN" sz="26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22074" y="984547"/>
                <a:ext cx="8229600" cy="4525963"/>
              </a:xfrm>
              <a:blipFill rotWithShape="1">
                <a:blip r:embed="rId1"/>
                <a:stretch>
                  <a:fillRect l="-5" t="-7" r="-2279" b="1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graphicFrame>
        <p:nvGraphicFramePr>
          <p:cNvPr id="8" name="Group 5"/>
          <p:cNvGraphicFramePr>
            <a:graphicFrameLocks noGrp="1"/>
          </p:cNvGraphicFramePr>
          <p:nvPr/>
        </p:nvGraphicFramePr>
        <p:xfrm>
          <a:off x="1393624" y="3819969"/>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x</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 name="Text Box 21"/>
          <p:cNvSpPr txBox="1">
            <a:spLocks noChangeArrowheads="1"/>
          </p:cNvSpPr>
          <p:nvPr/>
        </p:nvSpPr>
        <p:spPr bwMode="auto">
          <a:xfrm>
            <a:off x="879274" y="3762819"/>
            <a:ext cx="438150" cy="396875"/>
          </a:xfrm>
          <a:prstGeom prst="rect">
            <a:avLst/>
          </a:prstGeom>
          <a:noFill/>
          <a:ln w="9525">
            <a:noFill/>
            <a:miter lim="800000"/>
          </a:ln>
        </p:spPr>
        <p:txBody>
          <a:bodyPr wrap="none">
            <a:spAutoFit/>
          </a:bodyPr>
          <a:lstStyle/>
          <a:p>
            <a:r>
              <a:rPr lang="en-US"/>
              <a:t>…</a:t>
            </a:r>
            <a:endParaRPr lang="en-US"/>
          </a:p>
        </p:txBody>
      </p:sp>
      <p:sp>
        <p:nvSpPr>
          <p:cNvPr id="10" name="Line 22"/>
          <p:cNvSpPr>
            <a:spLocks noChangeShapeType="1"/>
          </p:cNvSpPr>
          <p:nvPr/>
        </p:nvSpPr>
        <p:spPr bwMode="auto">
          <a:xfrm>
            <a:off x="784024" y="3819969"/>
            <a:ext cx="609600" cy="0"/>
          </a:xfrm>
          <a:prstGeom prst="line">
            <a:avLst/>
          </a:prstGeom>
          <a:noFill/>
          <a:ln w="9525">
            <a:solidFill>
              <a:schemeClr val="tx1"/>
            </a:solidFill>
            <a:round/>
          </a:ln>
        </p:spPr>
        <p:txBody>
          <a:bodyPr wrap="none" anchor="ctr"/>
          <a:lstStyle/>
          <a:p>
            <a:endParaRPr lang="en-US"/>
          </a:p>
        </p:txBody>
      </p:sp>
      <p:sp>
        <p:nvSpPr>
          <p:cNvPr id="11" name="Line 23"/>
          <p:cNvSpPr>
            <a:spLocks noChangeShapeType="1"/>
          </p:cNvSpPr>
          <p:nvPr/>
        </p:nvSpPr>
        <p:spPr bwMode="auto">
          <a:xfrm>
            <a:off x="784024" y="4200969"/>
            <a:ext cx="609600" cy="0"/>
          </a:xfrm>
          <a:prstGeom prst="line">
            <a:avLst/>
          </a:prstGeom>
          <a:noFill/>
          <a:ln w="9525">
            <a:solidFill>
              <a:schemeClr val="tx1"/>
            </a:solidFill>
            <a:round/>
          </a:ln>
        </p:spPr>
        <p:txBody>
          <a:bodyPr wrap="none" anchor="ctr"/>
          <a:lstStyle/>
          <a:p>
            <a:endParaRPr lang="en-US"/>
          </a:p>
        </p:txBody>
      </p:sp>
      <p:sp>
        <p:nvSpPr>
          <p:cNvPr id="12" name="Text Box 24"/>
          <p:cNvSpPr txBox="1">
            <a:spLocks noChangeArrowheads="1"/>
          </p:cNvSpPr>
          <p:nvPr/>
        </p:nvSpPr>
        <p:spPr bwMode="auto">
          <a:xfrm>
            <a:off x="4536874" y="3743769"/>
            <a:ext cx="438150" cy="396875"/>
          </a:xfrm>
          <a:prstGeom prst="rect">
            <a:avLst/>
          </a:prstGeom>
          <a:noFill/>
          <a:ln w="9525">
            <a:noFill/>
            <a:miter lim="800000"/>
          </a:ln>
        </p:spPr>
        <p:txBody>
          <a:bodyPr wrap="none">
            <a:spAutoFit/>
          </a:bodyPr>
          <a:lstStyle/>
          <a:p>
            <a:r>
              <a:rPr lang="en-US"/>
              <a:t>…</a:t>
            </a:r>
            <a:endParaRPr lang="en-US"/>
          </a:p>
        </p:txBody>
      </p:sp>
      <p:sp>
        <p:nvSpPr>
          <p:cNvPr id="13" name="Line 25"/>
          <p:cNvSpPr>
            <a:spLocks noChangeShapeType="1"/>
          </p:cNvSpPr>
          <p:nvPr/>
        </p:nvSpPr>
        <p:spPr bwMode="auto">
          <a:xfrm>
            <a:off x="4441624" y="3800919"/>
            <a:ext cx="609600" cy="0"/>
          </a:xfrm>
          <a:prstGeom prst="line">
            <a:avLst/>
          </a:prstGeom>
          <a:noFill/>
          <a:ln w="9525">
            <a:solidFill>
              <a:schemeClr val="tx1"/>
            </a:solidFill>
            <a:round/>
          </a:ln>
        </p:spPr>
        <p:txBody>
          <a:bodyPr wrap="none" anchor="ctr"/>
          <a:lstStyle/>
          <a:p>
            <a:endParaRPr lang="en-US"/>
          </a:p>
        </p:txBody>
      </p:sp>
      <p:sp>
        <p:nvSpPr>
          <p:cNvPr id="14" name="Line 26"/>
          <p:cNvSpPr>
            <a:spLocks noChangeShapeType="1"/>
          </p:cNvSpPr>
          <p:nvPr/>
        </p:nvSpPr>
        <p:spPr bwMode="auto">
          <a:xfrm>
            <a:off x="4441624" y="4181919"/>
            <a:ext cx="609600" cy="0"/>
          </a:xfrm>
          <a:prstGeom prst="line">
            <a:avLst/>
          </a:prstGeom>
          <a:noFill/>
          <a:ln w="9525">
            <a:solidFill>
              <a:schemeClr val="tx1"/>
            </a:solidFill>
            <a:round/>
          </a:ln>
        </p:spPr>
        <p:txBody>
          <a:bodyPr wrap="none" anchor="ctr"/>
          <a:lstStyle/>
          <a:p>
            <a:endParaRPr lang="en-US"/>
          </a:p>
        </p:txBody>
      </p:sp>
      <p:graphicFrame>
        <p:nvGraphicFramePr>
          <p:cNvPr id="15" name="Group 27"/>
          <p:cNvGraphicFramePr>
            <a:graphicFrameLocks noGrp="1"/>
          </p:cNvGraphicFramePr>
          <p:nvPr/>
        </p:nvGraphicFramePr>
        <p:xfrm>
          <a:off x="1393624" y="4200969"/>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a:t>
                      </a:r>
                      <a:r>
                        <a:rPr kumimoji="0" lang="en-US" sz="1800" b="0" i="0" u="none" strike="noStrike" cap="none" normalizeH="0" baseline="-25000">
                          <a:ln>
                            <a:noFill/>
                          </a:ln>
                          <a:solidFill>
                            <a:schemeClr val="tx1"/>
                          </a:solidFill>
                          <a:effectLst/>
                          <a:latin typeface="Arial" panose="020B0604020202020204" pitchFamily="34" charset="0"/>
                        </a:rPr>
                        <a:t>1</a:t>
                      </a:r>
                      <a:endParaRPr kumimoji="0" lang="en-US" sz="1800" b="0" i="0" u="none" strike="noStrike" cap="none" normalizeH="0" baseline="-2500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a:t>
                      </a:r>
                      <a:r>
                        <a:rPr kumimoji="0" lang="en-US" sz="1800" b="0" i="0" u="none" strike="noStrike" cap="none" normalizeH="0" baseline="-25000">
                          <a:ln>
                            <a:noFill/>
                          </a:ln>
                          <a:solidFill>
                            <a:schemeClr val="tx1"/>
                          </a:solidFill>
                          <a:effectLst/>
                          <a:latin typeface="Arial" panose="020B0604020202020204" pitchFamily="34" charset="0"/>
                        </a:rPr>
                        <a:t>2</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a:t>
                      </a:r>
                      <a:r>
                        <a:rPr kumimoji="0" lang="en-US" sz="1800" b="0" i="0" u="none" strike="noStrike" cap="none" normalizeH="0" baseline="-25000">
                          <a:ln>
                            <a:noFill/>
                          </a:ln>
                          <a:solidFill>
                            <a:schemeClr val="tx1"/>
                          </a:solidFill>
                          <a:effectLst/>
                          <a:latin typeface="Arial" panose="020B0604020202020204" pitchFamily="34" charset="0"/>
                        </a:rPr>
                        <a:t>i</a:t>
                      </a:r>
                      <a:endParaRPr kumimoji="0" lang="en-US" sz="1800" b="0" i="0" u="none" strike="noStrike" cap="none" normalizeH="0" baseline="-2500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6" name="Text Box 43"/>
          <p:cNvSpPr txBox="1">
            <a:spLocks noChangeArrowheads="1"/>
          </p:cNvSpPr>
          <p:nvPr/>
        </p:nvSpPr>
        <p:spPr bwMode="auto">
          <a:xfrm>
            <a:off x="879274" y="4143819"/>
            <a:ext cx="438150" cy="396875"/>
          </a:xfrm>
          <a:prstGeom prst="rect">
            <a:avLst/>
          </a:prstGeom>
          <a:noFill/>
          <a:ln w="9525">
            <a:noFill/>
            <a:miter lim="800000"/>
          </a:ln>
        </p:spPr>
        <p:txBody>
          <a:bodyPr wrap="none">
            <a:spAutoFit/>
          </a:bodyPr>
          <a:lstStyle/>
          <a:p>
            <a:r>
              <a:rPr lang="en-US"/>
              <a:t>…</a:t>
            </a:r>
            <a:endParaRPr lang="en-US"/>
          </a:p>
        </p:txBody>
      </p:sp>
      <p:sp>
        <p:nvSpPr>
          <p:cNvPr id="17" name="Line 44"/>
          <p:cNvSpPr>
            <a:spLocks noChangeShapeType="1"/>
          </p:cNvSpPr>
          <p:nvPr/>
        </p:nvSpPr>
        <p:spPr bwMode="auto">
          <a:xfrm>
            <a:off x="860224" y="4200969"/>
            <a:ext cx="609600" cy="0"/>
          </a:xfrm>
          <a:prstGeom prst="line">
            <a:avLst/>
          </a:prstGeom>
          <a:noFill/>
          <a:ln w="9525">
            <a:solidFill>
              <a:schemeClr val="tx1"/>
            </a:solidFill>
            <a:round/>
          </a:ln>
        </p:spPr>
        <p:txBody>
          <a:bodyPr wrap="none" anchor="ctr"/>
          <a:lstStyle/>
          <a:p>
            <a:endParaRPr lang="en-US"/>
          </a:p>
        </p:txBody>
      </p:sp>
      <p:sp>
        <p:nvSpPr>
          <p:cNvPr id="18" name="Line 45"/>
          <p:cNvSpPr>
            <a:spLocks noChangeShapeType="1"/>
          </p:cNvSpPr>
          <p:nvPr/>
        </p:nvSpPr>
        <p:spPr bwMode="auto">
          <a:xfrm>
            <a:off x="784024" y="4581969"/>
            <a:ext cx="609600" cy="0"/>
          </a:xfrm>
          <a:prstGeom prst="line">
            <a:avLst/>
          </a:prstGeom>
          <a:noFill/>
          <a:ln w="9525">
            <a:solidFill>
              <a:schemeClr val="tx1"/>
            </a:solidFill>
            <a:round/>
          </a:ln>
        </p:spPr>
        <p:txBody>
          <a:bodyPr wrap="none" anchor="ctr"/>
          <a:lstStyle/>
          <a:p>
            <a:endParaRPr lang="en-US"/>
          </a:p>
        </p:txBody>
      </p:sp>
      <p:sp>
        <p:nvSpPr>
          <p:cNvPr id="19" name="Text Box 46"/>
          <p:cNvSpPr txBox="1">
            <a:spLocks noChangeArrowheads="1"/>
          </p:cNvSpPr>
          <p:nvPr/>
        </p:nvSpPr>
        <p:spPr bwMode="auto">
          <a:xfrm>
            <a:off x="4536874" y="4108894"/>
            <a:ext cx="438150" cy="396875"/>
          </a:xfrm>
          <a:prstGeom prst="rect">
            <a:avLst/>
          </a:prstGeom>
          <a:noFill/>
          <a:ln w="9525">
            <a:noFill/>
            <a:miter lim="800000"/>
          </a:ln>
        </p:spPr>
        <p:txBody>
          <a:bodyPr wrap="none">
            <a:spAutoFit/>
          </a:bodyPr>
          <a:lstStyle/>
          <a:p>
            <a:r>
              <a:rPr lang="en-US"/>
              <a:t>…</a:t>
            </a:r>
            <a:endParaRPr lang="en-US"/>
          </a:p>
        </p:txBody>
      </p:sp>
      <p:sp>
        <p:nvSpPr>
          <p:cNvPr id="20" name="Line 47"/>
          <p:cNvSpPr>
            <a:spLocks noChangeShapeType="1"/>
          </p:cNvSpPr>
          <p:nvPr/>
        </p:nvSpPr>
        <p:spPr bwMode="auto">
          <a:xfrm>
            <a:off x="4441624" y="4200969"/>
            <a:ext cx="609600" cy="0"/>
          </a:xfrm>
          <a:prstGeom prst="line">
            <a:avLst/>
          </a:prstGeom>
          <a:noFill/>
          <a:ln w="9525">
            <a:solidFill>
              <a:schemeClr val="tx1"/>
            </a:solidFill>
            <a:round/>
          </a:ln>
        </p:spPr>
        <p:txBody>
          <a:bodyPr wrap="none" anchor="ctr"/>
          <a:lstStyle/>
          <a:p>
            <a:endParaRPr lang="en-US"/>
          </a:p>
        </p:txBody>
      </p:sp>
      <p:sp>
        <p:nvSpPr>
          <p:cNvPr id="21" name="Line 48"/>
          <p:cNvSpPr>
            <a:spLocks noChangeShapeType="1"/>
          </p:cNvSpPr>
          <p:nvPr/>
        </p:nvSpPr>
        <p:spPr bwMode="auto">
          <a:xfrm>
            <a:off x="4441624" y="4562919"/>
            <a:ext cx="609600" cy="0"/>
          </a:xfrm>
          <a:prstGeom prst="line">
            <a:avLst/>
          </a:prstGeom>
          <a:noFill/>
          <a:ln w="9525">
            <a:solidFill>
              <a:schemeClr val="tx1"/>
            </a:solidFill>
            <a:round/>
          </a:ln>
        </p:spPr>
        <p:txBody>
          <a:bodyPr wrap="none" anchor="ctr"/>
          <a:lstStyle/>
          <a:p>
            <a:endParaRPr lang="en-US"/>
          </a:p>
        </p:txBody>
      </p:sp>
      <p:sp>
        <p:nvSpPr>
          <p:cNvPr id="22" name="Freeform 71"/>
          <p:cNvSpPr/>
          <p:nvPr/>
        </p:nvSpPr>
        <p:spPr bwMode="auto">
          <a:xfrm>
            <a:off x="2738237" y="3362769"/>
            <a:ext cx="560387" cy="457200"/>
          </a:xfrm>
          <a:custGeom>
            <a:avLst/>
            <a:gdLst>
              <a:gd name="T0" fmla="*/ 2147483647 w 233"/>
              <a:gd name="T1" fmla="*/ 0 h 432"/>
              <a:gd name="T2" fmla="*/ 2147483647 w 233"/>
              <a:gd name="T3" fmla="*/ 2147483647 h 432"/>
              <a:gd name="T4" fmla="*/ 2147483647 w 233"/>
              <a:gd name="T5" fmla="*/ 2147483647 h 432"/>
              <a:gd name="T6" fmla="*/ 2147483647 w 233"/>
              <a:gd name="T7" fmla="*/ 2147483647 h 432"/>
              <a:gd name="T8" fmla="*/ 2147483647 w 233"/>
              <a:gd name="T9" fmla="*/ 2147483647 h 432"/>
              <a:gd name="T10" fmla="*/ 2147483647 w 233"/>
              <a:gd name="T11" fmla="*/ 2147483647 h 432"/>
              <a:gd name="T12" fmla="*/ 0 60000 65536"/>
              <a:gd name="T13" fmla="*/ 0 60000 65536"/>
              <a:gd name="T14" fmla="*/ 0 60000 65536"/>
              <a:gd name="T15" fmla="*/ 0 60000 65536"/>
              <a:gd name="T16" fmla="*/ 0 60000 65536"/>
              <a:gd name="T17" fmla="*/ 0 60000 65536"/>
              <a:gd name="T18" fmla="*/ 0 w 233"/>
              <a:gd name="T19" fmla="*/ 0 h 432"/>
              <a:gd name="T20" fmla="*/ 233 w 233"/>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233" h="432">
                <a:moveTo>
                  <a:pt x="1" y="0"/>
                </a:moveTo>
                <a:cubicBezTo>
                  <a:pt x="3" y="37"/>
                  <a:pt x="0" y="75"/>
                  <a:pt x="9" y="112"/>
                </a:cubicBezTo>
                <a:cubicBezTo>
                  <a:pt x="19" y="157"/>
                  <a:pt x="112" y="171"/>
                  <a:pt x="145" y="176"/>
                </a:cubicBezTo>
                <a:cubicBezTo>
                  <a:pt x="164" y="204"/>
                  <a:pt x="180" y="205"/>
                  <a:pt x="209" y="224"/>
                </a:cubicBezTo>
                <a:cubicBezTo>
                  <a:pt x="226" y="277"/>
                  <a:pt x="227" y="336"/>
                  <a:pt x="233" y="392"/>
                </a:cubicBezTo>
                <a:cubicBezTo>
                  <a:pt x="224" y="427"/>
                  <a:pt x="217" y="416"/>
                  <a:pt x="233" y="432"/>
                </a:cubicBezTo>
              </a:path>
            </a:pathLst>
          </a:custGeom>
          <a:noFill/>
          <a:ln w="9525">
            <a:solidFill>
              <a:schemeClr val="tx1"/>
            </a:solidFill>
            <a:round/>
            <a:tailEnd type="arrow" w="med" len="med"/>
          </a:ln>
        </p:spPr>
        <p:txBody>
          <a:bodyPr wrap="none" anchor="ctr"/>
          <a:lstStyle/>
          <a:p>
            <a:endParaRPr lang="en-US"/>
          </a:p>
        </p:txBody>
      </p:sp>
      <p:sp>
        <p:nvSpPr>
          <p:cNvPr id="23" name="Text Box 74"/>
          <p:cNvSpPr txBox="1">
            <a:spLocks noChangeArrowheads="1"/>
          </p:cNvSpPr>
          <p:nvPr/>
        </p:nvSpPr>
        <p:spPr bwMode="auto">
          <a:xfrm>
            <a:off x="284332" y="3830932"/>
            <a:ext cx="585417" cy="369332"/>
          </a:xfrm>
          <a:prstGeom prst="rect">
            <a:avLst/>
          </a:prstGeom>
          <a:noFill/>
          <a:ln w="9525">
            <a:noFill/>
            <a:miter lim="800000"/>
          </a:ln>
        </p:spPr>
        <p:txBody>
          <a:bodyPr wrap="none">
            <a:spAutoFit/>
          </a:bodyPr>
          <a:lstStyle/>
          <a:p>
            <a:r>
              <a:rPr lang="zh-CN" altLang="en-US" dirty="0"/>
              <a:t>道</a:t>
            </a:r>
            <a:r>
              <a:rPr lang="en-US" dirty="0"/>
              <a:t> 1</a:t>
            </a:r>
            <a:endParaRPr lang="en-US" dirty="0"/>
          </a:p>
        </p:txBody>
      </p:sp>
      <p:sp>
        <p:nvSpPr>
          <p:cNvPr id="24" name="Text Box 75"/>
          <p:cNvSpPr txBox="1">
            <a:spLocks noChangeArrowheads="1"/>
          </p:cNvSpPr>
          <p:nvPr/>
        </p:nvSpPr>
        <p:spPr bwMode="auto">
          <a:xfrm>
            <a:off x="284331" y="4227369"/>
            <a:ext cx="585417" cy="369332"/>
          </a:xfrm>
          <a:prstGeom prst="rect">
            <a:avLst/>
          </a:prstGeom>
          <a:noFill/>
          <a:ln w="9525">
            <a:noFill/>
            <a:miter lim="800000"/>
          </a:ln>
        </p:spPr>
        <p:txBody>
          <a:bodyPr wrap="none">
            <a:spAutoFit/>
          </a:bodyPr>
          <a:lstStyle/>
          <a:p>
            <a:r>
              <a:rPr lang="zh-CN" altLang="en-US" dirty="0"/>
              <a:t>道</a:t>
            </a:r>
            <a:r>
              <a:rPr lang="en-US" dirty="0"/>
              <a:t> 2</a:t>
            </a:r>
            <a:endParaRPr lang="en-US" dirty="0"/>
          </a:p>
        </p:txBody>
      </p:sp>
      <p:sp>
        <p:nvSpPr>
          <p:cNvPr id="25" name="Text Box 77"/>
          <p:cNvSpPr txBox="1">
            <a:spLocks noChangeArrowheads="1"/>
          </p:cNvSpPr>
          <p:nvPr/>
        </p:nvSpPr>
        <p:spPr bwMode="auto">
          <a:xfrm rot="5400000">
            <a:off x="370320" y="6075362"/>
            <a:ext cx="438150" cy="396875"/>
          </a:xfrm>
          <a:prstGeom prst="rect">
            <a:avLst/>
          </a:prstGeom>
          <a:noFill/>
          <a:ln w="9525">
            <a:noFill/>
            <a:miter lim="800000"/>
          </a:ln>
        </p:spPr>
        <p:txBody>
          <a:bodyPr wrap="none">
            <a:spAutoFit/>
          </a:bodyPr>
          <a:lstStyle/>
          <a:p>
            <a:r>
              <a:rPr lang="en-US" dirty="0"/>
              <a:t>…</a:t>
            </a:r>
            <a:endParaRPr lang="en-US" dirty="0"/>
          </a:p>
        </p:txBody>
      </p:sp>
      <p:graphicFrame>
        <p:nvGraphicFramePr>
          <p:cNvPr id="26" name="Group 80"/>
          <p:cNvGraphicFramePr>
            <a:graphicFrameLocks noGrp="1"/>
          </p:cNvGraphicFramePr>
          <p:nvPr/>
        </p:nvGraphicFramePr>
        <p:xfrm>
          <a:off x="1393624" y="4581969"/>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x</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7" name="Text Box 96"/>
          <p:cNvSpPr txBox="1">
            <a:spLocks noChangeArrowheads="1"/>
          </p:cNvSpPr>
          <p:nvPr/>
        </p:nvSpPr>
        <p:spPr bwMode="auto">
          <a:xfrm>
            <a:off x="879274" y="4524819"/>
            <a:ext cx="438150" cy="396875"/>
          </a:xfrm>
          <a:prstGeom prst="rect">
            <a:avLst/>
          </a:prstGeom>
          <a:noFill/>
          <a:ln w="9525">
            <a:noFill/>
            <a:miter lim="800000"/>
          </a:ln>
        </p:spPr>
        <p:txBody>
          <a:bodyPr wrap="none">
            <a:spAutoFit/>
          </a:bodyPr>
          <a:lstStyle/>
          <a:p>
            <a:r>
              <a:rPr lang="en-US"/>
              <a:t>…</a:t>
            </a:r>
            <a:endParaRPr lang="en-US"/>
          </a:p>
        </p:txBody>
      </p:sp>
      <p:sp>
        <p:nvSpPr>
          <p:cNvPr id="28" name="Line 97"/>
          <p:cNvSpPr>
            <a:spLocks noChangeShapeType="1"/>
          </p:cNvSpPr>
          <p:nvPr/>
        </p:nvSpPr>
        <p:spPr bwMode="auto">
          <a:xfrm>
            <a:off x="784024" y="4581969"/>
            <a:ext cx="609600" cy="0"/>
          </a:xfrm>
          <a:prstGeom prst="line">
            <a:avLst/>
          </a:prstGeom>
          <a:noFill/>
          <a:ln w="9525">
            <a:solidFill>
              <a:schemeClr val="tx1"/>
            </a:solidFill>
            <a:round/>
          </a:ln>
        </p:spPr>
        <p:txBody>
          <a:bodyPr wrap="none" anchor="ctr"/>
          <a:lstStyle/>
          <a:p>
            <a:endParaRPr lang="en-US"/>
          </a:p>
        </p:txBody>
      </p:sp>
      <p:sp>
        <p:nvSpPr>
          <p:cNvPr id="29" name="Line 98"/>
          <p:cNvSpPr>
            <a:spLocks noChangeShapeType="1"/>
          </p:cNvSpPr>
          <p:nvPr/>
        </p:nvSpPr>
        <p:spPr bwMode="auto">
          <a:xfrm>
            <a:off x="784024" y="4962969"/>
            <a:ext cx="609600" cy="0"/>
          </a:xfrm>
          <a:prstGeom prst="line">
            <a:avLst/>
          </a:prstGeom>
          <a:noFill/>
          <a:ln w="9525">
            <a:solidFill>
              <a:schemeClr val="tx1"/>
            </a:solidFill>
            <a:round/>
          </a:ln>
        </p:spPr>
        <p:txBody>
          <a:bodyPr wrap="none" anchor="ctr"/>
          <a:lstStyle/>
          <a:p>
            <a:endParaRPr lang="en-US"/>
          </a:p>
        </p:txBody>
      </p:sp>
      <p:sp>
        <p:nvSpPr>
          <p:cNvPr id="30" name="Text Box 99"/>
          <p:cNvSpPr txBox="1">
            <a:spLocks noChangeArrowheads="1"/>
          </p:cNvSpPr>
          <p:nvPr/>
        </p:nvSpPr>
        <p:spPr bwMode="auto">
          <a:xfrm>
            <a:off x="4536874" y="4505769"/>
            <a:ext cx="438150" cy="396875"/>
          </a:xfrm>
          <a:prstGeom prst="rect">
            <a:avLst/>
          </a:prstGeom>
          <a:noFill/>
          <a:ln w="9525">
            <a:noFill/>
            <a:miter lim="800000"/>
          </a:ln>
        </p:spPr>
        <p:txBody>
          <a:bodyPr wrap="none">
            <a:spAutoFit/>
          </a:bodyPr>
          <a:lstStyle/>
          <a:p>
            <a:r>
              <a:rPr lang="en-US"/>
              <a:t>…</a:t>
            </a:r>
            <a:endParaRPr lang="en-US"/>
          </a:p>
        </p:txBody>
      </p:sp>
      <p:sp>
        <p:nvSpPr>
          <p:cNvPr id="31" name="Line 100"/>
          <p:cNvSpPr>
            <a:spLocks noChangeShapeType="1"/>
          </p:cNvSpPr>
          <p:nvPr/>
        </p:nvSpPr>
        <p:spPr bwMode="auto">
          <a:xfrm>
            <a:off x="4441624" y="4562919"/>
            <a:ext cx="609600" cy="0"/>
          </a:xfrm>
          <a:prstGeom prst="line">
            <a:avLst/>
          </a:prstGeom>
          <a:noFill/>
          <a:ln w="9525">
            <a:solidFill>
              <a:schemeClr val="tx1"/>
            </a:solidFill>
            <a:round/>
          </a:ln>
        </p:spPr>
        <p:txBody>
          <a:bodyPr wrap="none" anchor="ctr"/>
          <a:lstStyle/>
          <a:p>
            <a:endParaRPr lang="en-US"/>
          </a:p>
        </p:txBody>
      </p:sp>
      <p:sp>
        <p:nvSpPr>
          <p:cNvPr id="32" name="Line 101"/>
          <p:cNvSpPr>
            <a:spLocks noChangeShapeType="1"/>
          </p:cNvSpPr>
          <p:nvPr/>
        </p:nvSpPr>
        <p:spPr bwMode="auto">
          <a:xfrm>
            <a:off x="4441624" y="4943919"/>
            <a:ext cx="609600" cy="0"/>
          </a:xfrm>
          <a:prstGeom prst="line">
            <a:avLst/>
          </a:prstGeom>
          <a:noFill/>
          <a:ln w="9525">
            <a:solidFill>
              <a:schemeClr val="tx1"/>
            </a:solidFill>
            <a:round/>
          </a:ln>
        </p:spPr>
        <p:txBody>
          <a:bodyPr wrap="none" anchor="ctr"/>
          <a:lstStyle/>
          <a:p>
            <a:endParaRPr lang="en-US"/>
          </a:p>
        </p:txBody>
      </p:sp>
      <p:graphicFrame>
        <p:nvGraphicFramePr>
          <p:cNvPr id="33" name="Group 127"/>
          <p:cNvGraphicFramePr>
            <a:graphicFrameLocks noGrp="1"/>
          </p:cNvGraphicFramePr>
          <p:nvPr/>
        </p:nvGraphicFramePr>
        <p:xfrm>
          <a:off x="1393624" y="4962969"/>
          <a:ext cx="3124200" cy="365760"/>
        </p:xfrm>
        <a:graphic>
          <a:graphicData uri="http://schemas.openxmlformats.org/drawingml/2006/table">
            <a:tbl>
              <a:tblPr/>
              <a:tblGrid>
                <a:gridCol w="520700"/>
                <a:gridCol w="520700"/>
                <a:gridCol w="520700"/>
                <a:gridCol w="520700"/>
                <a:gridCol w="520700"/>
                <a:gridCol w="520700"/>
              </a:tblGrid>
              <a:tr h="203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B</a:t>
                      </a:r>
                      <a:r>
                        <a:rPr kumimoji="0" lang="en-US" sz="1800" b="0" i="0" u="none" strike="noStrike" cap="none" normalizeH="0" baseline="-25000">
                          <a:ln>
                            <a:noFill/>
                          </a:ln>
                          <a:solidFill>
                            <a:schemeClr val="tx1"/>
                          </a:solidFill>
                          <a:effectLst/>
                          <a:latin typeface="Arial" panose="020B0604020202020204" pitchFamily="34" charset="0"/>
                        </a:rPr>
                        <a:t>1</a:t>
                      </a:r>
                      <a:endParaRPr kumimoji="0" lang="en-US" sz="1800" b="0" i="0" u="none" strike="noStrike" cap="none" normalizeH="0" baseline="-2500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B</a:t>
                      </a:r>
                      <a:r>
                        <a:rPr kumimoji="0" lang="en-US" sz="1800" b="0" i="0" u="none" strike="noStrike" cap="none" normalizeH="0" baseline="-25000">
                          <a:ln>
                            <a:noFill/>
                          </a:ln>
                          <a:solidFill>
                            <a:schemeClr val="tx1"/>
                          </a:solidFill>
                          <a:effectLst/>
                          <a:latin typeface="Arial" panose="020B0604020202020204" pitchFamily="34" charset="0"/>
                        </a:rPr>
                        <a:t>2</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B</a:t>
                      </a:r>
                      <a:r>
                        <a:rPr kumimoji="0" lang="en-US" sz="1800" b="0" i="0" u="none" strike="noStrike" cap="none" normalizeH="0" baseline="-25000">
                          <a:ln>
                            <a:noFill/>
                          </a:ln>
                          <a:solidFill>
                            <a:schemeClr val="tx1"/>
                          </a:solidFill>
                          <a:effectLst/>
                          <a:latin typeface="Arial" panose="020B0604020202020204" pitchFamily="34" charset="0"/>
                        </a:rPr>
                        <a:t>i</a:t>
                      </a:r>
                      <a:endParaRPr kumimoji="0" lang="en-US" sz="1800" b="0" i="0" u="none" strike="noStrike" cap="none" normalizeH="0" baseline="-2500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1800" b="0" i="0" u="none" strike="noStrike" cap="none" normalizeH="0" baseline="0">
                          <a:ln>
                            <a:noFill/>
                          </a:ln>
                          <a:solidFill>
                            <a:schemeClr val="tx1"/>
                          </a:solidFill>
                          <a:effectLst/>
                          <a:latin typeface="Arial" panose="020B0604020202020204" pitchFamily="34" charset="0"/>
                        </a:rPr>
                        <a:t>B</a:t>
                      </a:r>
                      <a:r>
                        <a:rPr kumimoji="0" lang="en-US" sz="1800" b="0" i="0" u="none" strike="noStrike" cap="none" normalizeH="0" baseline="-25000">
                          <a:ln>
                            <a:noFill/>
                          </a:ln>
                          <a:solidFill>
                            <a:schemeClr val="tx1"/>
                          </a:solidFill>
                          <a:effectLst/>
                          <a:latin typeface="Arial" panose="020B0604020202020204" pitchFamily="34" charset="0"/>
                        </a:rPr>
                        <a:t>j</a:t>
                      </a:r>
                      <a:endParaRPr kumimoji="0" lang="en-US" sz="1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4" name="Text Box 118"/>
          <p:cNvSpPr txBox="1">
            <a:spLocks noChangeArrowheads="1"/>
          </p:cNvSpPr>
          <p:nvPr/>
        </p:nvSpPr>
        <p:spPr bwMode="auto">
          <a:xfrm>
            <a:off x="879274" y="4905819"/>
            <a:ext cx="438150" cy="396875"/>
          </a:xfrm>
          <a:prstGeom prst="rect">
            <a:avLst/>
          </a:prstGeom>
          <a:noFill/>
          <a:ln w="9525">
            <a:noFill/>
            <a:miter lim="800000"/>
          </a:ln>
        </p:spPr>
        <p:txBody>
          <a:bodyPr wrap="none">
            <a:spAutoFit/>
          </a:bodyPr>
          <a:lstStyle/>
          <a:p>
            <a:r>
              <a:rPr lang="en-US"/>
              <a:t>…</a:t>
            </a:r>
            <a:endParaRPr lang="en-US"/>
          </a:p>
        </p:txBody>
      </p:sp>
      <p:sp>
        <p:nvSpPr>
          <p:cNvPr id="35" name="Line 119"/>
          <p:cNvSpPr>
            <a:spLocks noChangeShapeType="1"/>
          </p:cNvSpPr>
          <p:nvPr/>
        </p:nvSpPr>
        <p:spPr bwMode="auto">
          <a:xfrm>
            <a:off x="860224" y="4962969"/>
            <a:ext cx="609600" cy="0"/>
          </a:xfrm>
          <a:prstGeom prst="line">
            <a:avLst/>
          </a:prstGeom>
          <a:noFill/>
          <a:ln w="9525">
            <a:solidFill>
              <a:schemeClr val="tx1"/>
            </a:solidFill>
            <a:round/>
          </a:ln>
        </p:spPr>
        <p:txBody>
          <a:bodyPr wrap="none" anchor="ctr"/>
          <a:lstStyle/>
          <a:p>
            <a:endParaRPr lang="en-US"/>
          </a:p>
        </p:txBody>
      </p:sp>
      <p:sp>
        <p:nvSpPr>
          <p:cNvPr id="36" name="Line 120"/>
          <p:cNvSpPr>
            <a:spLocks noChangeShapeType="1"/>
          </p:cNvSpPr>
          <p:nvPr/>
        </p:nvSpPr>
        <p:spPr bwMode="auto">
          <a:xfrm>
            <a:off x="784024" y="5343969"/>
            <a:ext cx="609600" cy="0"/>
          </a:xfrm>
          <a:prstGeom prst="line">
            <a:avLst/>
          </a:prstGeom>
          <a:noFill/>
          <a:ln w="9525">
            <a:solidFill>
              <a:schemeClr val="tx1"/>
            </a:solidFill>
            <a:round/>
          </a:ln>
        </p:spPr>
        <p:txBody>
          <a:bodyPr wrap="none" anchor="ctr"/>
          <a:lstStyle/>
          <a:p>
            <a:endParaRPr lang="en-US"/>
          </a:p>
        </p:txBody>
      </p:sp>
      <p:sp>
        <p:nvSpPr>
          <p:cNvPr id="37" name="Text Box 121"/>
          <p:cNvSpPr txBox="1">
            <a:spLocks noChangeArrowheads="1"/>
          </p:cNvSpPr>
          <p:nvPr/>
        </p:nvSpPr>
        <p:spPr bwMode="auto">
          <a:xfrm>
            <a:off x="4536874" y="4870894"/>
            <a:ext cx="438150" cy="396875"/>
          </a:xfrm>
          <a:prstGeom prst="rect">
            <a:avLst/>
          </a:prstGeom>
          <a:noFill/>
          <a:ln w="9525">
            <a:noFill/>
            <a:miter lim="800000"/>
          </a:ln>
        </p:spPr>
        <p:txBody>
          <a:bodyPr wrap="none">
            <a:spAutoFit/>
          </a:bodyPr>
          <a:lstStyle/>
          <a:p>
            <a:r>
              <a:rPr lang="en-US"/>
              <a:t>…</a:t>
            </a:r>
            <a:endParaRPr lang="en-US"/>
          </a:p>
        </p:txBody>
      </p:sp>
      <p:sp>
        <p:nvSpPr>
          <p:cNvPr id="38" name="Line 122"/>
          <p:cNvSpPr>
            <a:spLocks noChangeShapeType="1"/>
          </p:cNvSpPr>
          <p:nvPr/>
        </p:nvSpPr>
        <p:spPr bwMode="auto">
          <a:xfrm>
            <a:off x="4441624" y="4962969"/>
            <a:ext cx="609600" cy="0"/>
          </a:xfrm>
          <a:prstGeom prst="line">
            <a:avLst/>
          </a:prstGeom>
          <a:noFill/>
          <a:ln w="9525">
            <a:solidFill>
              <a:schemeClr val="tx1"/>
            </a:solidFill>
            <a:round/>
          </a:ln>
        </p:spPr>
        <p:txBody>
          <a:bodyPr wrap="none" anchor="ctr"/>
          <a:lstStyle/>
          <a:p>
            <a:endParaRPr lang="en-US"/>
          </a:p>
        </p:txBody>
      </p:sp>
      <p:sp>
        <p:nvSpPr>
          <p:cNvPr id="39" name="Line 123"/>
          <p:cNvSpPr>
            <a:spLocks noChangeShapeType="1"/>
          </p:cNvSpPr>
          <p:nvPr/>
        </p:nvSpPr>
        <p:spPr bwMode="auto">
          <a:xfrm>
            <a:off x="4441624" y="5324919"/>
            <a:ext cx="609600" cy="0"/>
          </a:xfrm>
          <a:prstGeom prst="line">
            <a:avLst/>
          </a:prstGeom>
          <a:noFill/>
          <a:ln w="9525">
            <a:solidFill>
              <a:schemeClr val="tx1"/>
            </a:solidFill>
            <a:round/>
          </a:ln>
        </p:spPr>
        <p:txBody>
          <a:bodyPr wrap="none" anchor="ctr"/>
          <a:lstStyle/>
          <a:p>
            <a:endParaRPr lang="en-US"/>
          </a:p>
        </p:txBody>
      </p:sp>
      <p:sp>
        <p:nvSpPr>
          <p:cNvPr id="40" name="Text Box 124"/>
          <p:cNvSpPr txBox="1">
            <a:spLocks noChangeArrowheads="1"/>
          </p:cNvSpPr>
          <p:nvPr/>
        </p:nvSpPr>
        <p:spPr bwMode="auto">
          <a:xfrm>
            <a:off x="303142" y="4633178"/>
            <a:ext cx="585417" cy="369332"/>
          </a:xfrm>
          <a:prstGeom prst="rect">
            <a:avLst/>
          </a:prstGeom>
          <a:noFill/>
          <a:ln w="9525">
            <a:noFill/>
            <a:miter lim="800000"/>
          </a:ln>
        </p:spPr>
        <p:txBody>
          <a:bodyPr wrap="none">
            <a:spAutoFit/>
          </a:bodyPr>
          <a:lstStyle/>
          <a:p>
            <a:r>
              <a:rPr lang="zh-CN" altLang="en-US" dirty="0"/>
              <a:t>道 </a:t>
            </a:r>
            <a:r>
              <a:rPr lang="en-US" dirty="0"/>
              <a:t>3</a:t>
            </a:r>
            <a:endParaRPr lang="en-US" dirty="0"/>
          </a:p>
        </p:txBody>
      </p:sp>
      <p:sp>
        <p:nvSpPr>
          <p:cNvPr id="41" name="Text Box 125"/>
          <p:cNvSpPr txBox="1">
            <a:spLocks noChangeArrowheads="1"/>
          </p:cNvSpPr>
          <p:nvPr/>
        </p:nvSpPr>
        <p:spPr bwMode="auto">
          <a:xfrm>
            <a:off x="284331" y="5002510"/>
            <a:ext cx="585417" cy="369332"/>
          </a:xfrm>
          <a:prstGeom prst="rect">
            <a:avLst/>
          </a:prstGeom>
          <a:noFill/>
          <a:ln w="9525">
            <a:noFill/>
            <a:miter lim="800000"/>
          </a:ln>
        </p:spPr>
        <p:txBody>
          <a:bodyPr wrap="none">
            <a:spAutoFit/>
          </a:bodyPr>
          <a:lstStyle/>
          <a:p>
            <a:r>
              <a:rPr lang="zh-CN" altLang="en-US" dirty="0"/>
              <a:t>道</a:t>
            </a:r>
            <a:r>
              <a:rPr lang="en-US" dirty="0"/>
              <a:t> 4</a:t>
            </a:r>
            <a:endParaRPr lang="en-US" dirty="0"/>
          </a:p>
        </p:txBody>
      </p:sp>
      <p:sp>
        <p:nvSpPr>
          <p:cNvPr id="42" name="Text Box 128"/>
          <p:cNvSpPr txBox="1">
            <a:spLocks noChangeArrowheads="1"/>
          </p:cNvSpPr>
          <p:nvPr/>
        </p:nvSpPr>
        <p:spPr bwMode="auto">
          <a:xfrm>
            <a:off x="3298624" y="2933862"/>
            <a:ext cx="646331" cy="369332"/>
          </a:xfrm>
          <a:prstGeom prst="rect">
            <a:avLst/>
          </a:prstGeom>
          <a:noFill/>
          <a:ln w="9525">
            <a:solidFill>
              <a:schemeClr val="folHlink"/>
            </a:solidFill>
            <a:miter lim="800000"/>
          </a:ln>
        </p:spPr>
        <p:txBody>
          <a:bodyPr wrap="none">
            <a:spAutoFit/>
          </a:bodyPr>
          <a:lstStyle/>
          <a:p>
            <a:r>
              <a:rPr lang="zh-CN" altLang="en-US" dirty="0"/>
              <a:t>存储</a:t>
            </a:r>
            <a:endParaRPr lang="en-US" dirty="0"/>
          </a:p>
        </p:txBody>
      </p:sp>
      <p:sp>
        <p:nvSpPr>
          <p:cNvPr id="43" name="Rectangle 42"/>
          <p:cNvSpPr>
            <a:spLocks noChangeArrowheads="1"/>
          </p:cNvSpPr>
          <p:nvPr/>
        </p:nvSpPr>
        <p:spPr bwMode="auto">
          <a:xfrm>
            <a:off x="1682906" y="2733150"/>
            <a:ext cx="1600200" cy="614379"/>
          </a:xfrm>
          <a:prstGeom prst="rect">
            <a:avLst/>
          </a:prstGeom>
          <a:solidFill>
            <a:srgbClr val="92D050"/>
          </a:solidFill>
          <a:ln w="9525">
            <a:solidFill>
              <a:schemeClr val="tx1"/>
            </a:solidFill>
            <a:miter lim="800000"/>
          </a:ln>
        </p:spPr>
        <p:txBody>
          <a:bodyPr wrap="none" anchor="ctr"/>
          <a:lstStyle/>
          <a:p>
            <a:pPr algn="ctr"/>
            <a:r>
              <a:rPr lang="zh-CN" altLang="en-US" dirty="0"/>
              <a:t>有穷控制器</a:t>
            </a:r>
            <a:endParaRPr lang="en-US" dirty="0"/>
          </a:p>
        </p:txBody>
      </p:sp>
      <p:sp>
        <p:nvSpPr>
          <p:cNvPr id="49" name="TextBox 48"/>
          <p:cNvSpPr txBox="1"/>
          <p:nvPr/>
        </p:nvSpPr>
        <p:spPr>
          <a:xfrm>
            <a:off x="5227718" y="2179976"/>
            <a:ext cx="3733800" cy="3477875"/>
          </a:xfrm>
          <a:prstGeom prst="rect">
            <a:avLst/>
          </a:prstGeom>
          <a:solidFill>
            <a:srgbClr val="FFC000"/>
          </a:solidFill>
        </p:spPr>
        <p:txBody>
          <a:bodyPr wrap="square">
            <a:spAutoFit/>
          </a:bodyPr>
          <a:lstStyle/>
          <a:p>
            <a:r>
              <a:rPr lang="en-AU"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用</a:t>
            </a:r>
            <a:r>
              <a:rPr lang="en-US" altLang="zh-CN" sz="2200" dirty="0">
                <a:latin typeface="楷体" panose="02010609060101010101" pitchFamily="49" charset="-122"/>
                <a:ea typeface="楷体" panose="02010609060101010101" pitchFamily="49" charset="-122"/>
              </a:rPr>
              <a:t>2k</a:t>
            </a:r>
            <a:r>
              <a:rPr lang="zh-CN" altLang="en-US" sz="2200" dirty="0">
                <a:latin typeface="楷体" panose="02010609060101010101" pitchFamily="49" charset="-122"/>
                <a:ea typeface="楷体" panose="02010609060101010101" pitchFamily="49" charset="-122"/>
              </a:rPr>
              <a:t>道的单带图灵机𝐷模拟</a:t>
            </a:r>
            <a:r>
              <a:rPr lang="en-US" altLang="zh-CN" sz="2200" dirty="0">
                <a:latin typeface="楷体" panose="02010609060101010101" pitchFamily="49" charset="-122"/>
                <a:ea typeface="楷体" panose="02010609060101010101" pitchFamily="49" charset="-122"/>
              </a:rPr>
              <a:t>k</a:t>
            </a:r>
            <a:r>
              <a:rPr lang="zh-CN" altLang="en-US" sz="2200" dirty="0">
                <a:latin typeface="楷体" panose="02010609060101010101" pitchFamily="49" charset="-122"/>
                <a:ea typeface="楷体" panose="02010609060101010101" pitchFamily="49" charset="-122"/>
              </a:rPr>
              <a:t>带图灵机𝑀</a:t>
            </a:r>
            <a:r>
              <a:rPr lang="en-US" altLang="zh-CN" sz="2200" dirty="0">
                <a:latin typeface="楷体" panose="02010609060101010101" pitchFamily="49" charset="-122"/>
                <a:ea typeface="楷体" panose="02010609060101010101" pitchFamily="49" charset="-122"/>
              </a:rPr>
              <a:t>;</a:t>
            </a:r>
            <a:endParaRPr lang="en-US" altLang="zh-CN" sz="2200" dirty="0">
              <a:latin typeface="楷体" panose="02010609060101010101" pitchFamily="49" charset="-122"/>
              <a:ea typeface="楷体" panose="02010609060101010101" pitchFamily="49" charset="-122"/>
            </a:endParaRPr>
          </a:p>
          <a:p>
            <a:r>
              <a:rPr lang="en-AU"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𝐷用两道模拟𝑀一带</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一道放置内容</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一道标记带头</a:t>
            </a:r>
            <a:r>
              <a:rPr lang="en-US" altLang="zh-CN" sz="2200" dirty="0">
                <a:latin typeface="楷体" panose="02010609060101010101" pitchFamily="49" charset="-122"/>
                <a:ea typeface="楷体" panose="02010609060101010101" pitchFamily="49" charset="-122"/>
              </a:rPr>
              <a:t>;</a:t>
            </a:r>
            <a:endParaRPr lang="en-US" altLang="zh-CN" sz="2200" dirty="0">
              <a:latin typeface="楷体" panose="02010609060101010101" pitchFamily="49" charset="-122"/>
              <a:ea typeface="楷体" panose="02010609060101010101" pitchFamily="49" charset="-122"/>
            </a:endParaRPr>
          </a:p>
          <a:p>
            <a:r>
              <a:rPr lang="en-AU"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为模拟𝑀的一个动作</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𝐷需要从左至右</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再从右至左</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各扫描一次</a:t>
            </a:r>
            <a:r>
              <a:rPr lang="en-US" altLang="zh-CN" sz="2200" dirty="0">
                <a:latin typeface="楷体" panose="02010609060101010101" pitchFamily="49" charset="-122"/>
                <a:ea typeface="楷体" panose="02010609060101010101" pitchFamily="49" charset="-122"/>
              </a:rPr>
              <a:t>;</a:t>
            </a:r>
            <a:endParaRPr lang="en-US" altLang="zh-CN" sz="2200" dirty="0">
              <a:latin typeface="楷体" panose="02010609060101010101" pitchFamily="49" charset="-122"/>
              <a:ea typeface="楷体" panose="02010609060101010101" pitchFamily="49" charset="-122"/>
            </a:endParaRPr>
          </a:p>
          <a:p>
            <a:r>
              <a:rPr lang="en-AU"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第一次扫描收集各带头处符号</a:t>
            </a:r>
            <a:r>
              <a:rPr lang="en-US" altLang="zh-CN" sz="2200" dirty="0">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第二次更新带头符号和位置。</a:t>
            </a:r>
            <a:endParaRPr lang="zh-CN" altLang="en-US" sz="2200" dirty="0">
              <a:latin typeface="楷体" panose="02010609060101010101" pitchFamily="49" charset="-122"/>
              <a:ea typeface="楷体" panose="02010609060101010101" pitchFamily="49" charset="-122"/>
            </a:endParaRPr>
          </a:p>
        </p:txBody>
      </p:sp>
      <p:sp>
        <p:nvSpPr>
          <p:cNvPr id="51" name="TextBox 50"/>
          <p:cNvSpPr txBox="1"/>
          <p:nvPr/>
        </p:nvSpPr>
        <p:spPr>
          <a:xfrm>
            <a:off x="5192382" y="1718311"/>
            <a:ext cx="3094640"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模拟多带图灵机：</a:t>
            </a:r>
            <a:endParaRPr lang="en-AU"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非确定图灵机</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08000" y="1166018"/>
                <a:ext cx="8229600" cy="4525963"/>
              </a:xfrm>
            </p:spPr>
            <p:txBody>
              <a:bodyPr>
                <a:normAutofit/>
              </a:bodyPr>
              <a:lstStyle/>
              <a:p>
                <a:r>
                  <a:rPr lang="zh-CN" altLang="en-US" dirty="0"/>
                  <a:t>图灵机在每组状态</a:t>
                </a:r>
                <a14:m>
                  <m:oMath xmlns:m="http://schemas.openxmlformats.org/officeDocument/2006/math">
                    <m:r>
                      <a:rPr lang="en-US" altLang="zh-CN" i="1" dirty="0" smtClean="0">
                        <a:latin typeface="Cambria Math" panose="02040503050406030204" pitchFamily="18" charset="0"/>
                      </a:rPr>
                      <m:t>𝑞</m:t>
                    </m:r>
                  </m:oMath>
                </a14:m>
                <a:r>
                  <a:rPr lang="zh-CN" altLang="en-US" dirty="0"/>
                  <a:t>和带符号</a:t>
                </a:r>
                <a14:m>
                  <m:oMath xmlns:m="http://schemas.openxmlformats.org/officeDocument/2006/math">
                    <m:r>
                      <a:rPr lang="en-AU" altLang="zh-CN" b="0" i="1" smtClean="0">
                        <a:latin typeface="Cambria Math" panose="02040503050406030204" pitchFamily="18" charset="0"/>
                      </a:rPr>
                      <m:t>𝑋</m:t>
                    </m:r>
                  </m:oMath>
                </a14:m>
                <a:r>
                  <a:rPr lang="zh-CN" altLang="en-US" dirty="0"/>
                  <a:t>的转移 </a:t>
                </a:r>
                <a14:m>
                  <m:oMath xmlns:m="http://schemas.openxmlformats.org/officeDocument/2006/math">
                    <m:r>
                      <a:rPr lang="en-US" altLang="zh-CN" i="1" dirty="0" smtClean="0">
                        <a:latin typeface="Cambria Math" panose="02040503050406030204" pitchFamily="18" charset="0"/>
                      </a:rPr>
                      <m:t>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𝑞</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𝑋</m:t>
                    </m:r>
                    <m:r>
                      <a:rPr lang="en-US" altLang="zh-CN" i="1" dirty="0" smtClean="0">
                        <a:latin typeface="Cambria Math" panose="02040503050406030204" pitchFamily="18" charset="0"/>
                      </a:rPr>
                      <m:t>), </m:t>
                    </m:r>
                  </m:oMath>
                </a14:m>
                <a:r>
                  <a:rPr lang="zh-CN" altLang="en-US" dirty="0"/>
                  <a:t>可以有有限个选择</a:t>
                </a:r>
                <a:r>
                  <a:rPr lang="en-US" altLang="zh-CN" dirty="0"/>
                  <a:t>:</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𝛿</m:t>
                      </m:r>
                      <m:r>
                        <a:rPr lang="es-ES" i="1" dirty="0" smtClean="0">
                          <a:latin typeface="Cambria Math" panose="02040503050406030204" pitchFamily="18" charset="0"/>
                        </a:rPr>
                        <m:t>(</m:t>
                      </m:r>
                      <m:r>
                        <a:rPr lang="es-ES" i="1" dirty="0" smtClean="0">
                          <a:latin typeface="Cambria Math" panose="02040503050406030204" pitchFamily="18" charset="0"/>
                        </a:rPr>
                        <m:t>𝑞</m:t>
                      </m:r>
                      <m:r>
                        <a:rPr lang="es-ES" i="1" dirty="0" smtClean="0">
                          <a:latin typeface="Cambria Math" panose="02040503050406030204" pitchFamily="18" charset="0"/>
                        </a:rPr>
                        <m:t>, </m:t>
                      </m:r>
                      <m:r>
                        <a:rPr lang="es-ES" i="1" dirty="0" smtClean="0">
                          <a:latin typeface="Cambria Math" panose="02040503050406030204" pitchFamily="18" charset="0"/>
                        </a:rPr>
                        <m:t>𝑋</m:t>
                      </m:r>
                      <m:r>
                        <a:rPr lang="es-ES" i="1" dirty="0" smtClean="0">
                          <a:latin typeface="Cambria Math" panose="02040503050406030204" pitchFamily="18" charset="0"/>
                        </a:rPr>
                        <m:t>) = {(</m:t>
                      </m:r>
                      <m:sSub>
                        <m:sSubPr>
                          <m:ctrlPr>
                            <a:rPr lang="es-ES" i="1" dirty="0" smtClean="0">
                              <a:latin typeface="Cambria Math" panose="02040503050406030204" pitchFamily="18" charset="0"/>
                            </a:rPr>
                          </m:ctrlPr>
                        </m:sSubPr>
                        <m:e>
                          <m:r>
                            <a:rPr lang="en-AU" b="0" i="1" dirty="0" smtClean="0">
                              <a:latin typeface="Cambria Math" panose="02040503050406030204" pitchFamily="18" charset="0"/>
                            </a:rPr>
                            <m:t>𝑞</m:t>
                          </m:r>
                        </m:e>
                        <m:sub>
                          <m:r>
                            <a:rPr lang="en-AU" b="0" i="1" dirty="0" smtClean="0">
                              <a:latin typeface="Cambria Math" panose="02040503050406030204" pitchFamily="18" charset="0"/>
                            </a:rPr>
                            <m:t>1</m:t>
                          </m:r>
                        </m:sub>
                      </m:sSub>
                      <m:r>
                        <a:rPr lang="es-ES" i="1" dirty="0" smtClean="0">
                          <a:latin typeface="Cambria Math" panose="02040503050406030204" pitchFamily="18" charset="0"/>
                        </a:rPr>
                        <m:t>,</m:t>
                      </m:r>
                      <m:sSub>
                        <m:sSubPr>
                          <m:ctrlPr>
                            <a:rPr lang="es-ES" i="1" dirty="0">
                              <a:latin typeface="Cambria Math" panose="02040503050406030204" pitchFamily="18" charset="0"/>
                            </a:rPr>
                          </m:ctrlPr>
                        </m:sSubPr>
                        <m:e>
                          <m:r>
                            <a:rPr lang="en-AU" b="0" i="1" dirty="0" smtClean="0">
                              <a:latin typeface="Cambria Math" panose="02040503050406030204" pitchFamily="18" charset="0"/>
                            </a:rPr>
                            <m:t>𝑌</m:t>
                          </m:r>
                        </m:e>
                        <m:sub>
                          <m:r>
                            <a:rPr lang="en-AU" i="1" dirty="0">
                              <a:latin typeface="Cambria Math" panose="02040503050406030204" pitchFamily="18" charset="0"/>
                            </a:rPr>
                            <m:t>1</m:t>
                          </m:r>
                        </m:sub>
                      </m:sSub>
                      <m:r>
                        <a:rPr lang="es-ES" i="1" dirty="0" smtClean="0">
                          <a:latin typeface="Cambria Math" panose="02040503050406030204" pitchFamily="18" charset="0"/>
                        </a:rPr>
                        <m:t>,</m:t>
                      </m:r>
                      <m:sSub>
                        <m:sSubPr>
                          <m:ctrlPr>
                            <a:rPr lang="es-ES" i="1" dirty="0">
                              <a:latin typeface="Cambria Math" panose="02040503050406030204" pitchFamily="18" charset="0"/>
                            </a:rPr>
                          </m:ctrlPr>
                        </m:sSubPr>
                        <m:e>
                          <m:r>
                            <a:rPr lang="en-AU" b="0" i="1" dirty="0" smtClean="0">
                              <a:latin typeface="Cambria Math" panose="02040503050406030204" pitchFamily="18" charset="0"/>
                            </a:rPr>
                            <m:t>𝐷</m:t>
                          </m:r>
                        </m:e>
                        <m:sub>
                          <m:r>
                            <a:rPr lang="en-AU" i="1" dirty="0">
                              <a:latin typeface="Cambria Math" panose="02040503050406030204" pitchFamily="18" charset="0"/>
                            </a:rPr>
                            <m:t>1</m:t>
                          </m:r>
                        </m:sub>
                      </m:sSub>
                      <m:r>
                        <a:rPr lang="es-ES" i="1" dirty="0" smtClean="0">
                          <a:latin typeface="Cambria Math" panose="02040503050406030204" pitchFamily="18" charset="0"/>
                        </a:rPr>
                        <m:t>), (</m:t>
                      </m:r>
                      <m:sSub>
                        <m:sSubPr>
                          <m:ctrlPr>
                            <a:rPr lang="es-ES" i="1" dirty="0">
                              <a:latin typeface="Cambria Math" panose="02040503050406030204" pitchFamily="18" charset="0"/>
                            </a:rPr>
                          </m:ctrlPr>
                        </m:sSubPr>
                        <m:e>
                          <m:r>
                            <a:rPr lang="en-AU" i="1" dirty="0">
                              <a:latin typeface="Cambria Math" panose="02040503050406030204" pitchFamily="18" charset="0"/>
                            </a:rPr>
                            <m:t>𝑞</m:t>
                          </m:r>
                        </m:e>
                        <m:sub>
                          <m:r>
                            <a:rPr lang="en-AU" b="0" i="1" dirty="0" smtClean="0">
                              <a:latin typeface="Cambria Math" panose="02040503050406030204" pitchFamily="18" charset="0"/>
                            </a:rPr>
                            <m:t>2</m:t>
                          </m:r>
                        </m:sub>
                      </m:sSub>
                      <m:r>
                        <a:rPr lang="es-ES" i="1" dirty="0">
                          <a:latin typeface="Cambria Math" panose="02040503050406030204" pitchFamily="18" charset="0"/>
                        </a:rPr>
                        <m:t>,</m:t>
                      </m:r>
                      <m:sSub>
                        <m:sSubPr>
                          <m:ctrlPr>
                            <a:rPr lang="es-ES" i="1" dirty="0">
                              <a:latin typeface="Cambria Math" panose="02040503050406030204" pitchFamily="18" charset="0"/>
                            </a:rPr>
                          </m:ctrlPr>
                        </m:sSubPr>
                        <m:e>
                          <m:r>
                            <a:rPr lang="en-AU" i="1" dirty="0">
                              <a:latin typeface="Cambria Math" panose="02040503050406030204" pitchFamily="18" charset="0"/>
                            </a:rPr>
                            <m:t>𝑌</m:t>
                          </m:r>
                        </m:e>
                        <m:sub>
                          <m:r>
                            <a:rPr lang="en-AU" b="0" i="1" dirty="0" smtClean="0">
                              <a:latin typeface="Cambria Math" panose="02040503050406030204" pitchFamily="18" charset="0"/>
                            </a:rPr>
                            <m:t>2</m:t>
                          </m:r>
                        </m:sub>
                      </m:sSub>
                      <m:r>
                        <a:rPr lang="es-ES" i="1" dirty="0">
                          <a:latin typeface="Cambria Math" panose="02040503050406030204" pitchFamily="18" charset="0"/>
                        </a:rPr>
                        <m:t>,</m:t>
                      </m:r>
                      <m:sSub>
                        <m:sSubPr>
                          <m:ctrlPr>
                            <a:rPr lang="es-ES" i="1" dirty="0">
                              <a:latin typeface="Cambria Math" panose="02040503050406030204" pitchFamily="18" charset="0"/>
                            </a:rPr>
                          </m:ctrlPr>
                        </m:sSubPr>
                        <m:e>
                          <m:r>
                            <a:rPr lang="en-AU" i="1" dirty="0">
                              <a:latin typeface="Cambria Math" panose="02040503050406030204" pitchFamily="18" charset="0"/>
                            </a:rPr>
                            <m:t>𝐷</m:t>
                          </m:r>
                        </m:e>
                        <m:sub>
                          <m:r>
                            <a:rPr lang="en-AU" b="0" i="1" dirty="0" smtClean="0">
                              <a:latin typeface="Cambria Math" panose="02040503050406030204" pitchFamily="18" charset="0"/>
                            </a:rPr>
                            <m:t>2</m:t>
                          </m:r>
                        </m:sub>
                      </m:sSub>
                      <m:r>
                        <a:rPr lang="es-ES" i="1" dirty="0" smtClean="0">
                          <a:latin typeface="Cambria Math" panose="02040503050406030204" pitchFamily="18" charset="0"/>
                        </a:rPr>
                        <m:t>), · · · , (</m:t>
                      </m:r>
                      <m:sSub>
                        <m:sSubPr>
                          <m:ctrlPr>
                            <a:rPr lang="es-ES" i="1" dirty="0">
                              <a:latin typeface="Cambria Math" panose="02040503050406030204" pitchFamily="18" charset="0"/>
                            </a:rPr>
                          </m:ctrlPr>
                        </m:sSubPr>
                        <m:e>
                          <m:r>
                            <a:rPr lang="en-AU" i="1" dirty="0">
                              <a:latin typeface="Cambria Math" panose="02040503050406030204" pitchFamily="18" charset="0"/>
                            </a:rPr>
                            <m:t>𝑞</m:t>
                          </m:r>
                        </m:e>
                        <m:sub>
                          <m:r>
                            <a:rPr lang="en-AU" b="0" i="1" dirty="0" smtClean="0">
                              <a:latin typeface="Cambria Math" panose="02040503050406030204" pitchFamily="18" charset="0"/>
                            </a:rPr>
                            <m:t>𝑘</m:t>
                          </m:r>
                        </m:sub>
                      </m:sSub>
                      <m:r>
                        <a:rPr lang="es-ES" i="1" dirty="0">
                          <a:latin typeface="Cambria Math" panose="02040503050406030204" pitchFamily="18" charset="0"/>
                        </a:rPr>
                        <m:t>,</m:t>
                      </m:r>
                      <m:sSub>
                        <m:sSubPr>
                          <m:ctrlPr>
                            <a:rPr lang="es-ES" i="1" dirty="0">
                              <a:latin typeface="Cambria Math" panose="02040503050406030204" pitchFamily="18" charset="0"/>
                            </a:rPr>
                          </m:ctrlPr>
                        </m:sSubPr>
                        <m:e>
                          <m:r>
                            <a:rPr lang="en-AU" i="1" dirty="0">
                              <a:latin typeface="Cambria Math" panose="02040503050406030204" pitchFamily="18" charset="0"/>
                            </a:rPr>
                            <m:t>𝑌</m:t>
                          </m:r>
                        </m:e>
                        <m:sub>
                          <m:r>
                            <a:rPr lang="en-AU" b="0" i="1" dirty="0" smtClean="0">
                              <a:latin typeface="Cambria Math" panose="02040503050406030204" pitchFamily="18" charset="0"/>
                            </a:rPr>
                            <m:t>𝑘</m:t>
                          </m:r>
                        </m:sub>
                      </m:sSub>
                      <m:r>
                        <a:rPr lang="es-ES" i="1" dirty="0">
                          <a:latin typeface="Cambria Math" panose="02040503050406030204" pitchFamily="18" charset="0"/>
                        </a:rPr>
                        <m:t>,</m:t>
                      </m:r>
                      <m:sSub>
                        <m:sSubPr>
                          <m:ctrlPr>
                            <a:rPr lang="es-ES" i="1" dirty="0">
                              <a:latin typeface="Cambria Math" panose="02040503050406030204" pitchFamily="18" charset="0"/>
                            </a:rPr>
                          </m:ctrlPr>
                        </m:sSubPr>
                        <m:e>
                          <m:r>
                            <a:rPr lang="en-AU" i="1" dirty="0">
                              <a:latin typeface="Cambria Math" panose="02040503050406030204" pitchFamily="18" charset="0"/>
                            </a:rPr>
                            <m:t>𝐷</m:t>
                          </m:r>
                        </m:e>
                        <m:sub>
                          <m:r>
                            <a:rPr lang="en-AU" b="0" i="1" dirty="0" smtClean="0">
                              <a:latin typeface="Cambria Math" panose="02040503050406030204" pitchFamily="18" charset="0"/>
                            </a:rPr>
                            <m:t>𝑘</m:t>
                          </m:r>
                        </m:sub>
                      </m:sSub>
                      <m:r>
                        <a:rPr lang="es-ES" i="1" dirty="0" smtClean="0">
                          <a:latin typeface="Cambria Math" panose="02040503050406030204" pitchFamily="18" charset="0"/>
                        </a:rPr>
                        <m:t>)}</m:t>
                      </m:r>
                    </m:oMath>
                  </m:oMathPara>
                </a14:m>
                <a:endParaRPr lang="en-AU" dirty="0"/>
              </a:p>
              <a:p>
                <a:pPr marL="0" indent="0">
                  <a:buNone/>
                </a:pPr>
                <a:endParaRPr lang="en-US" altLang="zh-CN" dirty="0"/>
              </a:p>
              <a:p>
                <a:pPr marL="0" indent="0">
                  <a:buNone/>
                </a:pPr>
                <a:r>
                  <a:rPr lang="en-US" altLang="zh-CN" dirty="0"/>
                  <a:t>(1)</a:t>
                </a:r>
                <a:r>
                  <a:rPr lang="en-US" altLang="zh-CN" dirty="0">
                    <a:latin typeface="Times New Roman" panose="02020603050405020304" pitchFamily="18" charset="0"/>
                    <a:cs typeface="Times New Roman" panose="02020603050405020304" pitchFamily="18" charset="0"/>
                  </a:rPr>
                  <a:t>NTM</a:t>
                </a:r>
                <a:r>
                  <a:rPr lang="zh-CN" altLang="en-US" dirty="0"/>
                  <a:t>接受语言的方式</a:t>
                </a:r>
                <a:r>
                  <a:rPr lang="en-US" altLang="zh-CN" dirty="0"/>
                  <a:t>, </a:t>
                </a:r>
                <a:r>
                  <a:rPr lang="zh-CN" altLang="en-US" dirty="0"/>
                  <a:t>与</a:t>
                </a:r>
                <a:r>
                  <a:rPr lang="en-US" altLang="zh-CN" dirty="0">
                    <a:latin typeface="Times New Roman" panose="02020603050405020304" pitchFamily="18" charset="0"/>
                    <a:cs typeface="Times New Roman" panose="02020603050405020304" pitchFamily="18" charset="0"/>
                  </a:rPr>
                  <a:t>NFA</a:t>
                </a:r>
                <a:r>
                  <a:rPr lang="zh-CN" altLang="en-US" dirty="0"/>
                  <a:t>和</a:t>
                </a:r>
                <a:r>
                  <a:rPr lang="en-US" altLang="zh-CN" dirty="0">
                    <a:latin typeface="Times New Roman" panose="02020603050405020304" pitchFamily="18" charset="0"/>
                    <a:cs typeface="Times New Roman" panose="02020603050405020304" pitchFamily="18" charset="0"/>
                  </a:rPr>
                  <a:t>PDA</a:t>
                </a:r>
                <a:r>
                  <a:rPr lang="zh-CN" altLang="en-US" dirty="0"/>
                  <a:t>是类似的</a:t>
                </a:r>
                <a:endParaRPr lang="zh-CN" altLang="en-US" dirty="0"/>
              </a:p>
              <a:p>
                <a:pPr marL="0" indent="0">
                  <a:buNone/>
                </a:pPr>
                <a:r>
                  <a:rPr lang="en-US" altLang="zh-CN" dirty="0"/>
                  <a:t>(2)</a:t>
                </a:r>
                <a:r>
                  <a:rPr lang="zh-CN" altLang="en-US" dirty="0"/>
                  <a:t>只要存在从初始</a:t>
                </a:r>
                <a:r>
                  <a:rPr lang="en-US" altLang="zh-CN" dirty="0">
                    <a:latin typeface="Times New Roman" panose="02020603050405020304" pitchFamily="18" charset="0"/>
                    <a:cs typeface="Times New Roman" panose="02020603050405020304" pitchFamily="18" charset="0"/>
                  </a:rPr>
                  <a:t>ID</a:t>
                </a:r>
                <a:r>
                  <a:rPr lang="zh-CN" altLang="en-US" dirty="0"/>
                  <a:t>到某接受状态</a:t>
                </a:r>
                <a:r>
                  <a:rPr lang="en-US" altLang="zh-CN" dirty="0">
                    <a:latin typeface="Times New Roman" panose="02020603050405020304" pitchFamily="18" charset="0"/>
                    <a:cs typeface="Times New Roman" panose="02020603050405020304" pitchFamily="18" charset="0"/>
                  </a:rPr>
                  <a:t>ID</a:t>
                </a:r>
                <a:r>
                  <a:rPr lang="zh-CN" altLang="en-US" dirty="0"/>
                  <a:t>的转移</a:t>
                </a:r>
                <a:r>
                  <a:rPr lang="en-US" altLang="zh-CN" dirty="0"/>
                  <a:t>, </a:t>
                </a:r>
                <a:r>
                  <a:rPr lang="zh-CN" altLang="en-US" dirty="0"/>
                  <a:t>其他选择可以忽略</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08000" y="1166018"/>
                <a:ext cx="8229600" cy="4525963"/>
              </a:xfrm>
              <a:blipFill rotWithShape="1">
                <a:blip r:embed="rId1"/>
                <a:stretch>
                  <a:fillRect t="-3" b="1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非确定图灵机</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098550"/>
                <a:ext cx="8229600" cy="4525963"/>
              </a:xfrm>
            </p:spPr>
            <p:txBody>
              <a:bodyPr/>
              <a:lstStyle/>
              <a:p>
                <a:r>
                  <a:rPr lang="zh-CN" altLang="en-US" dirty="0"/>
                  <a:t>定理</a:t>
                </a:r>
                <a:r>
                  <a:rPr lang="en-AU" altLang="zh-CN" dirty="0"/>
                  <a:t>: </a:t>
                </a:r>
                <a:r>
                  <a:rPr lang="zh-CN" altLang="en-US" dirty="0"/>
                  <a:t>如果</a:t>
                </a:r>
                <a14:m>
                  <m:oMath xmlns:m="http://schemas.openxmlformats.org/officeDocument/2006/math">
                    <m:r>
                      <a:rPr lang="en-US" altLang="zh-CN" i="1" dirty="0" smtClean="0">
                        <a:latin typeface="Cambria Math" panose="02040503050406030204" pitchFamily="18" charset="0"/>
                      </a:rPr>
                      <m:t>𝐿</m:t>
                    </m:r>
                  </m:oMath>
                </a14:m>
                <a:r>
                  <a:rPr lang="zh-CN" altLang="en-US" dirty="0"/>
                  <a:t>被非确定图灵机</a:t>
                </a:r>
                <a14:m>
                  <m:oMath xmlns:m="http://schemas.openxmlformats.org/officeDocument/2006/math">
                    <m:r>
                      <a:rPr lang="en-AU" altLang="zh-CN" b="0" i="1" smtClean="0">
                        <a:latin typeface="Cambria Math" panose="02040503050406030204" pitchFamily="18" charset="0"/>
                      </a:rPr>
                      <m:t>𝑁</m:t>
                    </m:r>
                  </m:oMath>
                </a14:m>
                <a:r>
                  <a:rPr lang="zh-CN" altLang="en-US" dirty="0"/>
                  <a:t>接受</a:t>
                </a:r>
                <a:r>
                  <a:rPr lang="en-US" altLang="zh-CN" dirty="0"/>
                  <a:t>, </a:t>
                </a:r>
                <a:r>
                  <a:rPr lang="zh-CN" altLang="en-US" dirty="0"/>
                  <a:t>那么</a:t>
                </a:r>
                <a14:m>
                  <m:oMath xmlns:m="http://schemas.openxmlformats.org/officeDocument/2006/math">
                    <m:r>
                      <a:rPr lang="en-US" altLang="zh-CN" i="1" dirty="0" smtClean="0">
                        <a:latin typeface="Cambria Math" panose="02040503050406030204" pitchFamily="18" charset="0"/>
                      </a:rPr>
                      <m:t>𝐿</m:t>
                    </m:r>
                  </m:oMath>
                </a14:m>
                <a:r>
                  <a:rPr lang="zh-CN" altLang="en-US" dirty="0"/>
                  <a:t>被某个确定的图灵机</a:t>
                </a:r>
                <a14:m>
                  <m:oMath xmlns:m="http://schemas.openxmlformats.org/officeDocument/2006/math">
                    <m:r>
                      <a:rPr lang="en-AU" altLang="zh-CN" b="0" i="1" smtClean="0">
                        <a:latin typeface="Cambria Math" panose="02040503050406030204" pitchFamily="18" charset="0"/>
                      </a:rPr>
                      <m:t>𝑀</m:t>
                    </m:r>
                  </m:oMath>
                </a14:m>
                <a:r>
                  <a:rPr lang="zh-CN" altLang="en-US" dirty="0"/>
                  <a:t>接受。</a:t>
                </a:r>
                <a:endParaRPr lang="en-AU" altLang="zh-CN" dirty="0"/>
              </a:p>
              <a:p>
                <a:r>
                  <a:rPr lang="zh-CN" altLang="en-US" dirty="0"/>
                  <a:t>证明要点</a:t>
                </a:r>
                <a:r>
                  <a:rPr lang="en-AU" altLang="zh-CN" dirty="0"/>
                  <a:t>:</a:t>
                </a:r>
                <a:endParaRPr lang="en-AU" altLang="zh-CN" dirty="0"/>
              </a:p>
              <a:p>
                <a:pPr lvl="1"/>
                <a:r>
                  <a:rPr lang="zh-CN" altLang="en-US" dirty="0">
                    <a:latin typeface="Times New Roman" panose="02020603050405020304" pitchFamily="18" charset="0"/>
                    <a:cs typeface="Times New Roman" panose="02020603050405020304" pitchFamily="18" charset="0"/>
                  </a:rPr>
                  <a:t>让等价的基本</a:t>
                </a:r>
                <a:r>
                  <a:rPr lang="en-US" altLang="zh-CN" dirty="0">
                    <a:latin typeface="Times New Roman" panose="02020603050405020304" pitchFamily="18" charset="0"/>
                    <a:cs typeface="Times New Roman" panose="02020603050405020304" pitchFamily="18" charset="0"/>
                  </a:rPr>
                  <a:t>TM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𝑀</m:t>
                    </m:r>
                  </m:oMath>
                </a14:m>
                <a:r>
                  <a:rPr lang="zh-CN" altLang="en-US" dirty="0">
                    <a:latin typeface="Times New Roman" panose="02020603050405020304" pitchFamily="18" charset="0"/>
                    <a:cs typeface="Times New Roman" panose="02020603050405020304" pitchFamily="18" charset="0"/>
                  </a:rPr>
                  <a:t>具有</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条带。</a:t>
                </a:r>
                <a:endParaRPr lang="zh-CN" altLang="en-US"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第</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条带用来存放输入。</a:t>
                </a:r>
                <a:endParaRPr lang="zh-CN" altLang="en-US"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第</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条带上系统地生成</a:t>
                </a:r>
                <a:r>
                  <a:rPr lang="en-US" altLang="zh-CN" dirty="0">
                    <a:latin typeface="Times New Roman" panose="02020603050405020304" pitchFamily="18" charset="0"/>
                    <a:cs typeface="Times New Roman" panose="02020603050405020304" pitchFamily="18" charset="0"/>
                  </a:rPr>
                  <a:t>M</a:t>
                </a:r>
                <a:r>
                  <a:rPr lang="zh-CN" altLang="en-US" dirty="0">
                    <a:latin typeface="Times New Roman" panose="02020603050405020304" pitchFamily="18" charset="0"/>
                    <a:cs typeface="Times New Roman" panose="02020603050405020304" pitchFamily="18" charset="0"/>
                  </a:rPr>
                  <a:t>的各种可能的移动序列 </a:t>
                </a:r>
                <a:endParaRPr lang="zh-CN" altLang="en-US" dirty="0">
                  <a:latin typeface="Times New Roman" panose="02020603050405020304" pitchFamily="18" charset="0"/>
                  <a:cs typeface="Times New Roman" panose="02020603050405020304" pitchFamily="18" charset="0"/>
                </a:endParaRPr>
              </a:p>
              <a:p>
                <a:pPr lvl="1"/>
                <a14:m>
                  <m:oMath xmlns:m="http://schemas.openxmlformats.org/officeDocument/2006/math">
                    <m:r>
                      <a:rPr lang="en-AU" altLang="zh-CN" b="0" i="1" smtClean="0">
                        <a:latin typeface="Cambria Math" panose="02040503050406030204" pitchFamily="18" charset="0"/>
                        <a:cs typeface="Times New Roman" panose="02020603050405020304" pitchFamily="18" charset="0"/>
                      </a:rPr>
                      <m:t>𝑀</m:t>
                    </m:r>
                  </m:oMath>
                </a14:m>
                <a:r>
                  <a:rPr lang="zh-CN" altLang="en-US" dirty="0">
                    <a:latin typeface="Times New Roman" panose="02020603050405020304" pitchFamily="18" charset="0"/>
                    <a:cs typeface="Times New Roman" panose="02020603050405020304" pitchFamily="18" charset="0"/>
                  </a:rPr>
                  <a:t>在第</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条带上按照第</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条带上给出的移动系列处理输入串，如果成功，则接受之，如果不成功，则在第</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条带上生成下一个可能的移动系列，开始新一轮的“试处理”。 </a:t>
                </a:r>
                <a:endParaRPr lang="zh-CN" altLang="en-US"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098550"/>
                <a:ext cx="8229600" cy="4525963"/>
              </a:xfrm>
              <a:blipFill rotWithShape="1">
                <a:blip r:embed="rId1"/>
                <a:stretch>
                  <a:fillRect r="-3040" b="-469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endParaRPr lang="en-AU" dirty="0"/>
          </a:p>
        </p:txBody>
      </p:sp>
      <p:sp>
        <p:nvSpPr>
          <p:cNvPr id="3" name="Content Placeholder 2"/>
          <p:cNvSpPr>
            <a:spLocks noGrp="1"/>
          </p:cNvSpPr>
          <p:nvPr>
            <p:ph idx="1"/>
          </p:nvPr>
        </p:nvSpPr>
        <p:spPr/>
        <p:txBody>
          <a:bodyPr/>
          <a:lstStyle/>
          <a:p>
            <a:r>
              <a:rPr lang="zh-CN" altLang="en-US" dirty="0">
                <a:solidFill>
                  <a:schemeClr val="bg1">
                    <a:lumMod val="65000"/>
                  </a:schemeClr>
                </a:solidFill>
              </a:rPr>
              <a:t>图灵机简介、形式化定义</a:t>
            </a:r>
            <a:endParaRPr lang="en-AU" altLang="zh-CN" dirty="0">
              <a:solidFill>
                <a:schemeClr val="bg1">
                  <a:lumMod val="65000"/>
                </a:schemeClr>
              </a:solidFill>
            </a:endParaRPr>
          </a:p>
          <a:p>
            <a:r>
              <a:rPr lang="zh-CN" altLang="en-US" dirty="0">
                <a:solidFill>
                  <a:schemeClr val="bg1">
                    <a:lumMod val="65000"/>
                  </a:schemeClr>
                </a:solidFill>
              </a:rPr>
              <a:t>图灵机的表示能力：语言、停机与整数运算</a:t>
            </a:r>
            <a:endParaRPr lang="en-AU" altLang="zh-CN" dirty="0">
              <a:solidFill>
                <a:schemeClr val="bg1">
                  <a:lumMod val="65000"/>
                </a:schemeClr>
              </a:solidFill>
            </a:endParaRPr>
          </a:p>
          <a:p>
            <a:r>
              <a:rPr lang="zh-CN" altLang="en-US" dirty="0">
                <a:solidFill>
                  <a:schemeClr val="bg1">
                    <a:lumMod val="65000"/>
                  </a:schemeClr>
                </a:solidFill>
              </a:rPr>
              <a:t>扩展图灵机</a:t>
            </a:r>
            <a:endParaRPr lang="en-AU" altLang="zh-CN" dirty="0">
              <a:solidFill>
                <a:schemeClr val="bg1">
                  <a:lumMod val="65000"/>
                </a:schemeClr>
              </a:solidFill>
            </a:endParaRPr>
          </a:p>
          <a:p>
            <a:r>
              <a:rPr lang="zh-CN" altLang="en-US" dirty="0"/>
              <a:t>受限图灵机</a:t>
            </a:r>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4400" dirty="0"/>
              <a:t>半无穷带图灵机</a:t>
            </a:r>
            <a:endParaRPr lang="en-AU" dirty="0"/>
          </a:p>
        </p:txBody>
      </p:sp>
      <p:sp>
        <p:nvSpPr>
          <p:cNvPr id="3" name="Content Placeholder 2"/>
          <p:cNvSpPr>
            <a:spLocks noGrp="1"/>
          </p:cNvSpPr>
          <p:nvPr>
            <p:ph idx="1"/>
          </p:nvPr>
        </p:nvSpPr>
        <p:spPr/>
        <p:txBody>
          <a:bodyPr>
            <a:normAutofit/>
          </a:bodyPr>
          <a:lstStyle/>
          <a:p>
            <a:r>
              <a:rPr lang="zh-CN" altLang="en-US" dirty="0"/>
              <a:t>半无穷带图灵机：图灵机输入输出带只有一侧是无穷的。</a:t>
            </a:r>
            <a:endParaRPr lang="en-AU" altLang="zh-CN" dirty="0"/>
          </a:p>
          <a:p>
            <a:r>
              <a:rPr lang="zh-CN" altLang="en-US" dirty="0"/>
              <a:t>定理</a:t>
            </a:r>
            <a:r>
              <a:rPr lang="en-AU" altLang="zh-CN" dirty="0"/>
              <a:t>:</a:t>
            </a:r>
            <a:r>
              <a:rPr lang="zh-CN" altLang="en-US" dirty="0"/>
              <a:t>半无穷带图灵机，与图灵机等价。</a:t>
            </a:r>
            <a:endParaRPr lang="zh-CN" altLang="en-US" dirty="0"/>
          </a:p>
          <a:p>
            <a:endParaRPr lang="en-AU" altLang="zh-CN" sz="3200"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4400" dirty="0"/>
              <a:t>半无穷带图灵机</a:t>
            </a:r>
            <a:endParaRPr lang="en-AU" dirty="0"/>
          </a:p>
        </p:txBody>
      </p:sp>
      <p:sp>
        <p:nvSpPr>
          <p:cNvPr id="3" name="Content Placeholder 2"/>
          <p:cNvSpPr>
            <a:spLocks noGrp="1"/>
          </p:cNvSpPr>
          <p:nvPr>
            <p:ph idx="1"/>
          </p:nvPr>
        </p:nvSpPr>
        <p:spPr/>
        <p:txBody>
          <a:bodyPr/>
          <a:lstStyle/>
          <a:p>
            <a:r>
              <a:rPr lang="zh-CN" altLang="en-US" sz="2800" dirty="0"/>
              <a:t>证明方法：让一侧无穷的图灵机带使用多道技术，模拟双侧无穷的图灵机带。</a:t>
            </a:r>
            <a:endParaRPr lang="zh-CN" altLang="en-US" sz="2800" dirty="0"/>
          </a:p>
          <a:p>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5" name="Rectangle 4"/>
              <p:cNvSpPr/>
              <p:nvPr/>
            </p:nvSpPr>
            <p:spPr>
              <a:xfrm>
                <a:off x="1505433" y="3318212"/>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m:t>
                          </m:r>
                          <m:r>
                            <a:rPr lang="en-AU" b="0" i="1" smtClean="0">
                              <a:latin typeface="Cambria Math" panose="02040503050406030204" pitchFamily="18" charset="0"/>
                            </a:rPr>
                            <m:t>2</m:t>
                          </m:r>
                        </m:sub>
                      </m:sSub>
                    </m:oMath>
                  </m:oMathPara>
                </a14:m>
                <a:endParaRPr lang="en-AU" dirty="0"/>
              </a:p>
            </p:txBody>
          </p:sp>
        </mc:Choice>
        <mc:Fallback>
          <p:sp>
            <p:nvSpPr>
              <p:cNvPr id="5" name="Rectangle 4"/>
              <p:cNvSpPr>
                <a:spLocks noRot="1" noChangeAspect="1" noMove="1" noResize="1" noEditPoints="1" noAdjustHandles="1" noChangeArrowheads="1" noChangeShapeType="1" noTextEdit="1"/>
              </p:cNvSpPr>
              <p:nvPr/>
            </p:nvSpPr>
            <p:spPr>
              <a:xfrm>
                <a:off x="1505433" y="3318212"/>
                <a:ext cx="642551" cy="461319"/>
              </a:xfrm>
              <a:prstGeom prst="rect">
                <a:avLst/>
              </a:prstGeom>
              <a:blipFill rotWithShape="1">
                <a:blip r:embed="rId1"/>
                <a:stretch>
                  <a:fillRect l="-1558" t="-2138" r="-1418" b="-2062"/>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Rectangle 5"/>
              <p:cNvSpPr/>
              <p:nvPr/>
            </p:nvSpPr>
            <p:spPr>
              <a:xfrm>
                <a:off x="2147984" y="3318212"/>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m:t>
                          </m:r>
                          <m:r>
                            <a:rPr lang="en-AU" b="0" i="1" smtClean="0">
                              <a:latin typeface="Cambria Math" panose="02040503050406030204" pitchFamily="18" charset="0"/>
                            </a:rPr>
                            <m:t>1</m:t>
                          </m:r>
                        </m:sub>
                      </m:sSub>
                    </m:oMath>
                  </m:oMathPara>
                </a14:m>
                <a:endParaRPr lang="en-AU" dirty="0"/>
              </a:p>
            </p:txBody>
          </p:sp>
        </mc:Choice>
        <mc:Fallback>
          <p:sp>
            <p:nvSpPr>
              <p:cNvPr id="6" name="Rectangle 5"/>
              <p:cNvSpPr>
                <a:spLocks noRot="1" noChangeAspect="1" noMove="1" noResize="1" noEditPoints="1" noAdjustHandles="1" noChangeArrowheads="1" noChangeShapeType="1" noTextEdit="1"/>
              </p:cNvSpPr>
              <p:nvPr/>
            </p:nvSpPr>
            <p:spPr>
              <a:xfrm>
                <a:off x="2147984" y="3318212"/>
                <a:ext cx="642551" cy="461319"/>
              </a:xfrm>
              <a:prstGeom prst="rect">
                <a:avLst/>
              </a:prstGeom>
              <a:blipFill rotWithShape="1">
                <a:blip r:embed="rId2"/>
                <a:stretch>
                  <a:fillRect l="-1547" t="-2138" r="-1429" b="-2062"/>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2790535" y="3318212"/>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0</m:t>
                          </m:r>
                        </m:sub>
                      </m:sSub>
                    </m:oMath>
                  </m:oMathPara>
                </a14:m>
                <a:endParaRPr lang="en-AU" dirty="0"/>
              </a:p>
            </p:txBody>
          </p:sp>
        </mc:Choice>
        <mc:Fallback>
          <p:sp>
            <p:nvSpPr>
              <p:cNvPr id="7" name="Rectangle 6"/>
              <p:cNvSpPr>
                <a:spLocks noRot="1" noChangeAspect="1" noMove="1" noResize="1" noEditPoints="1" noAdjustHandles="1" noChangeArrowheads="1" noChangeShapeType="1" noTextEdit="1"/>
              </p:cNvSpPr>
              <p:nvPr/>
            </p:nvSpPr>
            <p:spPr>
              <a:xfrm>
                <a:off x="2790535" y="3318212"/>
                <a:ext cx="642551" cy="461319"/>
              </a:xfrm>
              <a:prstGeom prst="rect">
                <a:avLst/>
              </a:prstGeom>
              <a:blipFill rotWithShape="1">
                <a:blip r:embed="rId3"/>
                <a:stretch>
                  <a:fillRect l="-1536" t="-2138" r="-1439" b="-2062"/>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3433086" y="3318212"/>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1</m:t>
                          </m:r>
                        </m:sub>
                      </m:sSub>
                    </m:oMath>
                  </m:oMathPara>
                </a14:m>
                <a:endParaRPr lang="en-AU" dirty="0"/>
              </a:p>
            </p:txBody>
          </p:sp>
        </mc:Choice>
        <mc:Fallback>
          <p:sp>
            <p:nvSpPr>
              <p:cNvPr id="8" name="Rectangle 7"/>
              <p:cNvSpPr>
                <a:spLocks noRot="1" noChangeAspect="1" noMove="1" noResize="1" noEditPoints="1" noAdjustHandles="1" noChangeArrowheads="1" noChangeShapeType="1" noTextEdit="1"/>
              </p:cNvSpPr>
              <p:nvPr/>
            </p:nvSpPr>
            <p:spPr>
              <a:xfrm>
                <a:off x="3433086" y="3318212"/>
                <a:ext cx="642551" cy="461319"/>
              </a:xfrm>
              <a:prstGeom prst="rect">
                <a:avLst/>
              </a:prstGeom>
              <a:blipFill rotWithShape="1">
                <a:blip r:embed="rId4"/>
                <a:stretch>
                  <a:fillRect l="-1525" t="-2138" r="-1450" b="-2062"/>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4075637" y="3318212"/>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2</m:t>
                          </m:r>
                        </m:sub>
                      </m:sSub>
                    </m:oMath>
                  </m:oMathPara>
                </a14:m>
                <a:endParaRPr lang="en-AU" dirty="0"/>
              </a:p>
            </p:txBody>
          </p:sp>
        </mc:Choice>
        <mc:Fallback>
          <p:sp>
            <p:nvSpPr>
              <p:cNvPr id="9" name="Rectangle 8"/>
              <p:cNvSpPr>
                <a:spLocks noRot="1" noChangeAspect="1" noMove="1" noResize="1" noEditPoints="1" noAdjustHandles="1" noChangeArrowheads="1" noChangeShapeType="1" noTextEdit="1"/>
              </p:cNvSpPr>
              <p:nvPr/>
            </p:nvSpPr>
            <p:spPr>
              <a:xfrm>
                <a:off x="4075637" y="3318212"/>
                <a:ext cx="642551" cy="461319"/>
              </a:xfrm>
              <a:prstGeom prst="rect">
                <a:avLst/>
              </a:prstGeom>
              <a:blipFill rotWithShape="1">
                <a:blip r:embed="rId5"/>
                <a:stretch>
                  <a:fillRect l="-1515" t="-2138" r="-1461" b="-2062"/>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cxnSp>
        <p:nvCxnSpPr>
          <p:cNvPr id="10" name="Straight Connector 9"/>
          <p:cNvCxnSpPr/>
          <p:nvPr/>
        </p:nvCxnSpPr>
        <p:spPr>
          <a:xfrm>
            <a:off x="4718188" y="3318212"/>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718188" y="3779531"/>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25076" y="3318212"/>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955145" y="3779531"/>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073641" y="3342731"/>
            <a:ext cx="343364" cy="369332"/>
          </a:xfrm>
          <a:prstGeom prst="rect">
            <a:avLst/>
          </a:prstGeom>
          <a:noFill/>
        </p:spPr>
        <p:txBody>
          <a:bodyPr wrap="square" rtlCol="0">
            <a:spAutoFit/>
          </a:bodyPr>
          <a:lstStyle/>
          <a:p>
            <a:r>
              <a:rPr lang="en-AU" dirty="0"/>
              <a:t>…</a:t>
            </a:r>
            <a:endParaRPr lang="en-AU" dirty="0"/>
          </a:p>
        </p:txBody>
      </p:sp>
      <p:sp>
        <p:nvSpPr>
          <p:cNvPr id="15" name="TextBox 14"/>
          <p:cNvSpPr txBox="1"/>
          <p:nvPr/>
        </p:nvSpPr>
        <p:spPr>
          <a:xfrm>
            <a:off x="4836684" y="3318212"/>
            <a:ext cx="343364" cy="369332"/>
          </a:xfrm>
          <a:prstGeom prst="rect">
            <a:avLst/>
          </a:prstGeom>
          <a:noFill/>
        </p:spPr>
        <p:txBody>
          <a:bodyPr wrap="square" rtlCol="0">
            <a:spAutoFit/>
          </a:bodyPr>
          <a:lstStyle/>
          <a:p>
            <a:r>
              <a:rPr lang="en-AU" dirty="0"/>
              <a:t>…</a:t>
            </a:r>
            <a:endParaRPr lang="en-AU" dirty="0"/>
          </a:p>
        </p:txBody>
      </p:sp>
      <mc:AlternateContent xmlns:mc="http://schemas.openxmlformats.org/markup-compatibility/2006">
        <mc:Choice xmlns:a14="http://schemas.microsoft.com/office/drawing/2010/main" Requires="a14">
          <p:sp>
            <p:nvSpPr>
              <p:cNvPr id="16" name="Rectangle 15"/>
              <p:cNvSpPr/>
              <p:nvPr/>
            </p:nvSpPr>
            <p:spPr>
              <a:xfrm>
                <a:off x="1238128" y="4164527"/>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0</m:t>
                          </m:r>
                        </m:sub>
                      </m:sSub>
                    </m:oMath>
                  </m:oMathPara>
                </a14:m>
                <a:endParaRPr lang="en-AU" dirty="0"/>
              </a:p>
            </p:txBody>
          </p:sp>
        </mc:Choice>
        <mc:Fallback>
          <p:sp>
            <p:nvSpPr>
              <p:cNvPr id="16" name="Rectangle 15"/>
              <p:cNvSpPr>
                <a:spLocks noRot="1" noChangeAspect="1" noMove="1" noResize="1" noEditPoints="1" noAdjustHandles="1" noChangeArrowheads="1" noChangeShapeType="1" noTextEdit="1"/>
              </p:cNvSpPr>
              <p:nvPr/>
            </p:nvSpPr>
            <p:spPr>
              <a:xfrm>
                <a:off x="1238128" y="4164527"/>
                <a:ext cx="642551" cy="461319"/>
              </a:xfrm>
              <a:prstGeom prst="rect">
                <a:avLst/>
              </a:prstGeom>
              <a:blipFill rotWithShape="1">
                <a:blip r:embed="rId3"/>
                <a:stretch>
                  <a:fillRect l="-1562" t="-2107" r="-1413" b="-1955"/>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Rectangle 16"/>
              <p:cNvSpPr/>
              <p:nvPr/>
            </p:nvSpPr>
            <p:spPr>
              <a:xfrm>
                <a:off x="1880679" y="4164527"/>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1</m:t>
                          </m:r>
                        </m:sub>
                      </m:sSub>
                    </m:oMath>
                  </m:oMathPara>
                </a14:m>
                <a:endParaRPr lang="en-AU" dirty="0"/>
              </a:p>
            </p:txBody>
          </p:sp>
        </mc:Choice>
        <mc:Fallback>
          <p:sp>
            <p:nvSpPr>
              <p:cNvPr id="17" name="Rectangle 16"/>
              <p:cNvSpPr>
                <a:spLocks noRot="1" noChangeAspect="1" noMove="1" noResize="1" noEditPoints="1" noAdjustHandles="1" noChangeArrowheads="1" noChangeShapeType="1" noTextEdit="1"/>
              </p:cNvSpPr>
              <p:nvPr/>
            </p:nvSpPr>
            <p:spPr>
              <a:xfrm>
                <a:off x="1880679" y="4164527"/>
                <a:ext cx="642551" cy="461319"/>
              </a:xfrm>
              <a:prstGeom prst="rect">
                <a:avLst/>
              </a:prstGeom>
              <a:blipFill rotWithShape="1">
                <a:blip r:embed="rId4"/>
                <a:stretch>
                  <a:fillRect l="-1551" t="-2107" r="-1424" b="-1955"/>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2523230" y="4164527"/>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2</m:t>
                          </m:r>
                        </m:sub>
                      </m:sSub>
                    </m:oMath>
                  </m:oMathPara>
                </a14:m>
                <a:endParaRPr lang="en-AU" dirty="0"/>
              </a:p>
            </p:txBody>
          </p:sp>
        </mc:Choice>
        <mc:Fallback>
          <p:sp>
            <p:nvSpPr>
              <p:cNvPr id="18" name="Rectangle 17"/>
              <p:cNvSpPr>
                <a:spLocks noRot="1" noChangeAspect="1" noMove="1" noResize="1" noEditPoints="1" noAdjustHandles="1" noChangeArrowheads="1" noChangeShapeType="1" noTextEdit="1"/>
              </p:cNvSpPr>
              <p:nvPr/>
            </p:nvSpPr>
            <p:spPr>
              <a:xfrm>
                <a:off x="2523230" y="4164527"/>
                <a:ext cx="642551" cy="461319"/>
              </a:xfrm>
              <a:prstGeom prst="rect">
                <a:avLst/>
              </a:prstGeom>
              <a:blipFill rotWithShape="1">
                <a:blip r:embed="rId5"/>
                <a:stretch>
                  <a:fillRect l="-1541" t="-2107" r="-1435" b="-1955"/>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cxnSp>
        <p:nvCxnSpPr>
          <p:cNvPr id="19" name="Straight Connector 18"/>
          <p:cNvCxnSpPr/>
          <p:nvPr/>
        </p:nvCxnSpPr>
        <p:spPr>
          <a:xfrm>
            <a:off x="3174006" y="4165462"/>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174006" y="4626781"/>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292502" y="4165462"/>
            <a:ext cx="343364" cy="369332"/>
          </a:xfrm>
          <a:prstGeom prst="rect">
            <a:avLst/>
          </a:prstGeom>
          <a:noFill/>
        </p:spPr>
        <p:txBody>
          <a:bodyPr wrap="square" rtlCol="0">
            <a:spAutoFit/>
          </a:bodyPr>
          <a:lstStyle/>
          <a:p>
            <a:r>
              <a:rPr lang="en-AU" dirty="0"/>
              <a:t>…</a:t>
            </a:r>
            <a:endParaRPr lang="en-AU" dirty="0"/>
          </a:p>
        </p:txBody>
      </p:sp>
      <mc:AlternateContent xmlns:mc="http://schemas.openxmlformats.org/markup-compatibility/2006">
        <mc:Choice xmlns:a14="http://schemas.microsoft.com/office/drawing/2010/main" Requires="a14">
          <p:sp>
            <p:nvSpPr>
              <p:cNvPr id="22" name="Rectangle 21"/>
              <p:cNvSpPr/>
              <p:nvPr/>
            </p:nvSpPr>
            <p:spPr>
              <a:xfrm>
                <a:off x="1238128" y="4624207"/>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m:t>
                      </m:r>
                    </m:oMath>
                  </m:oMathPara>
                </a14:m>
                <a:endParaRPr lang="en-AU" dirty="0"/>
              </a:p>
            </p:txBody>
          </p:sp>
        </mc:Choice>
        <mc:Fallback>
          <p:sp>
            <p:nvSpPr>
              <p:cNvPr id="22" name="Rectangle 21"/>
              <p:cNvSpPr>
                <a:spLocks noRot="1" noChangeAspect="1" noMove="1" noResize="1" noEditPoints="1" noAdjustHandles="1" noChangeArrowheads="1" noChangeShapeType="1" noTextEdit="1"/>
              </p:cNvSpPr>
              <p:nvPr/>
            </p:nvSpPr>
            <p:spPr>
              <a:xfrm>
                <a:off x="1238128" y="4624207"/>
                <a:ext cx="642551" cy="461319"/>
              </a:xfrm>
              <a:prstGeom prst="rect">
                <a:avLst/>
              </a:prstGeom>
              <a:blipFill rotWithShape="1">
                <a:blip r:embed="rId6"/>
                <a:stretch>
                  <a:fillRect l="-1562" t="-2094" r="-1413" b="-1968"/>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Rectangle 22"/>
              <p:cNvSpPr/>
              <p:nvPr/>
            </p:nvSpPr>
            <p:spPr>
              <a:xfrm>
                <a:off x="1880679" y="4624207"/>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m:t>
                          </m:r>
                          <m:r>
                            <a:rPr lang="en-AU" b="0" i="1" smtClean="0">
                              <a:latin typeface="Cambria Math" panose="02040503050406030204" pitchFamily="18" charset="0"/>
                            </a:rPr>
                            <m:t>1</m:t>
                          </m:r>
                        </m:sub>
                      </m:sSub>
                    </m:oMath>
                  </m:oMathPara>
                </a14:m>
                <a:endParaRPr lang="en-AU" dirty="0"/>
              </a:p>
            </p:txBody>
          </p:sp>
        </mc:Choice>
        <mc:Fallback>
          <p:sp>
            <p:nvSpPr>
              <p:cNvPr id="23" name="Rectangle 22"/>
              <p:cNvSpPr>
                <a:spLocks noRot="1" noChangeAspect="1" noMove="1" noResize="1" noEditPoints="1" noAdjustHandles="1" noChangeArrowheads="1" noChangeShapeType="1" noTextEdit="1"/>
              </p:cNvSpPr>
              <p:nvPr/>
            </p:nvSpPr>
            <p:spPr>
              <a:xfrm>
                <a:off x="1880679" y="4624207"/>
                <a:ext cx="642551" cy="461319"/>
              </a:xfrm>
              <a:prstGeom prst="rect">
                <a:avLst/>
              </a:prstGeom>
              <a:blipFill rotWithShape="1">
                <a:blip r:embed="rId2"/>
                <a:stretch>
                  <a:fillRect l="-1551" t="-2094" r="-1424" b="-1968"/>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Rectangle 23"/>
              <p:cNvSpPr/>
              <p:nvPr/>
            </p:nvSpPr>
            <p:spPr>
              <a:xfrm>
                <a:off x="2523230" y="4624207"/>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0</m:t>
                          </m:r>
                        </m:sub>
                      </m:sSub>
                    </m:oMath>
                  </m:oMathPara>
                </a14:m>
                <a:endParaRPr lang="en-AU" dirty="0"/>
              </a:p>
            </p:txBody>
          </p:sp>
        </mc:Choice>
        <mc:Fallback>
          <p:sp>
            <p:nvSpPr>
              <p:cNvPr id="24" name="Rectangle 23"/>
              <p:cNvSpPr>
                <a:spLocks noRot="1" noChangeAspect="1" noMove="1" noResize="1" noEditPoints="1" noAdjustHandles="1" noChangeArrowheads="1" noChangeShapeType="1" noTextEdit="1"/>
              </p:cNvSpPr>
              <p:nvPr/>
            </p:nvSpPr>
            <p:spPr>
              <a:xfrm>
                <a:off x="2523230" y="4624207"/>
                <a:ext cx="642551" cy="461319"/>
              </a:xfrm>
              <a:prstGeom prst="rect">
                <a:avLst/>
              </a:prstGeom>
              <a:blipFill rotWithShape="1">
                <a:blip r:embed="rId3"/>
                <a:stretch>
                  <a:fillRect l="-1541" t="-2094" r="-1435" b="-1968"/>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cxnSp>
        <p:nvCxnSpPr>
          <p:cNvPr id="25" name="Straight Connector 24"/>
          <p:cNvCxnSpPr/>
          <p:nvPr/>
        </p:nvCxnSpPr>
        <p:spPr>
          <a:xfrm>
            <a:off x="3174006" y="4625142"/>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174006" y="5086461"/>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292502" y="4625142"/>
            <a:ext cx="343364" cy="369332"/>
          </a:xfrm>
          <a:prstGeom prst="rect">
            <a:avLst/>
          </a:prstGeom>
          <a:noFill/>
        </p:spPr>
        <p:txBody>
          <a:bodyPr wrap="square" rtlCol="0">
            <a:spAutoFit/>
          </a:bodyPr>
          <a:lstStyle/>
          <a:p>
            <a:r>
              <a:rPr lang="en-AU" dirty="0"/>
              <a:t>…</a:t>
            </a:r>
            <a:endParaRPr lang="en-AU" dirty="0"/>
          </a:p>
        </p:txBody>
      </p:sp>
      <p:sp>
        <p:nvSpPr>
          <p:cNvPr id="28" name="TextBox 27"/>
          <p:cNvSpPr txBox="1"/>
          <p:nvPr/>
        </p:nvSpPr>
        <p:spPr>
          <a:xfrm>
            <a:off x="69868" y="4431450"/>
            <a:ext cx="1104900" cy="369332"/>
          </a:xfrm>
          <a:prstGeom prst="rect">
            <a:avLst/>
          </a:prstGeom>
          <a:noFill/>
        </p:spPr>
        <p:txBody>
          <a:bodyPr wrap="square">
            <a:spAutoFit/>
          </a:bodyPr>
          <a:lstStyle/>
          <a:p>
            <a:r>
              <a:rPr lang="zh-CN" altLang="en-US" sz="1800" dirty="0"/>
              <a:t>半无穷带</a:t>
            </a:r>
            <a:endParaRPr lang="en-AU" dirty="0"/>
          </a:p>
        </p:txBody>
      </p:sp>
      <p:sp>
        <p:nvSpPr>
          <p:cNvPr id="29" name="TextBox 28"/>
          <p:cNvSpPr txBox="1"/>
          <p:nvPr/>
        </p:nvSpPr>
        <p:spPr>
          <a:xfrm>
            <a:off x="-134074" y="3180013"/>
            <a:ext cx="1465793" cy="646331"/>
          </a:xfrm>
          <a:prstGeom prst="rect">
            <a:avLst/>
          </a:prstGeom>
          <a:noFill/>
        </p:spPr>
        <p:txBody>
          <a:bodyPr wrap="square">
            <a:spAutoFit/>
          </a:bodyPr>
          <a:lstStyle/>
          <a:p>
            <a:pPr algn="ctr"/>
            <a:r>
              <a:rPr lang="zh-CN" altLang="en-US" sz="1800" dirty="0"/>
              <a:t>双侧</a:t>
            </a:r>
            <a:endParaRPr lang="en-AU" altLang="zh-CN" sz="1800" dirty="0"/>
          </a:p>
          <a:p>
            <a:pPr algn="ctr"/>
            <a:r>
              <a:rPr lang="zh-CN" altLang="en-US" sz="1800" dirty="0"/>
              <a:t>无穷带</a:t>
            </a:r>
            <a:endParaRPr lang="en-AU" dirty="0"/>
          </a:p>
        </p:txBody>
      </p:sp>
      <p:sp>
        <p:nvSpPr>
          <p:cNvPr id="30" name="TextBox 29"/>
          <p:cNvSpPr txBox="1"/>
          <p:nvPr/>
        </p:nvSpPr>
        <p:spPr>
          <a:xfrm>
            <a:off x="5360739" y="2708632"/>
            <a:ext cx="3599602" cy="3170099"/>
          </a:xfrm>
          <a:prstGeom prst="rect">
            <a:avLst/>
          </a:prstGeom>
          <a:solidFill>
            <a:srgbClr val="FFC000"/>
          </a:solidFill>
        </p:spPr>
        <p:txBody>
          <a:bodyPr wrap="square">
            <a:spAutoFit/>
          </a:bodyPr>
          <a:lstStyle/>
          <a:p>
            <a:r>
              <a:rPr lang="zh-CN" altLang="en-US" sz="2000" dirty="0">
                <a:latin typeface="楷体" panose="02010609060101010101" pitchFamily="49" charset="-122"/>
                <a:ea typeface="楷体" panose="02010609060101010101" pitchFamily="49" charset="-122"/>
              </a:rPr>
              <a:t>当双侧无穷图灵机向右移动时，半无穷带图灵机也正常向右移动。</a:t>
            </a:r>
            <a:endParaRPr lang="zh-CN" altLang="en-US" sz="2000" dirty="0">
              <a:latin typeface="楷体" panose="02010609060101010101" pitchFamily="49" charset="-122"/>
              <a:ea typeface="楷体" panose="02010609060101010101" pitchFamily="49" charset="-122"/>
            </a:endParaRPr>
          </a:p>
          <a:p>
            <a:endParaRPr lang="zh-CN" altLang="en-US"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当双侧无穷图灵机向左移动时，半无穷带图灵机正常也向左移动，而需要越过左边边界位置的时候，通过特定的符号，让半无穷带图灵机进行跳转，向右移动，且使用另一条道即可。</a:t>
            </a:r>
            <a:endParaRPr lang="zh-CN" altLang="en-US" sz="2000" dirty="0">
              <a:latin typeface="楷体" panose="02010609060101010101" pitchFamily="49" charset="-122"/>
              <a:ea typeface="楷体" panose="02010609060101010101" pitchFamily="49"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多栈机器</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b="1" dirty="0"/>
                  <a:t>多栈机器</a:t>
                </a:r>
                <a:r>
                  <a:rPr lang="zh-CN" altLang="en-US" dirty="0"/>
                  <a:t>：基于下推自动机的扩展，</a:t>
                </a:r>
                <a14:m>
                  <m:oMath xmlns:m="http://schemas.openxmlformats.org/officeDocument/2006/math">
                    <m:r>
                      <a:rPr lang="en-US" altLang="zh-CN" i="1" dirty="0" smtClean="0">
                        <a:latin typeface="Cambria Math" panose="02040503050406030204" pitchFamily="18" charset="0"/>
                      </a:rPr>
                      <m:t>𝑘</m:t>
                    </m:r>
                  </m:oMath>
                </a14:m>
                <a:r>
                  <a:rPr lang="zh-CN" altLang="en-US" dirty="0"/>
                  <a:t>栈机器是具有</a:t>
                </a:r>
                <a14:m>
                  <m:oMath xmlns:m="http://schemas.openxmlformats.org/officeDocument/2006/math">
                    <m:r>
                      <a:rPr lang="en-US" altLang="zh-CN" i="1" dirty="0" smtClean="0">
                        <a:latin typeface="Cambria Math" panose="02040503050406030204" pitchFamily="18" charset="0"/>
                      </a:rPr>
                      <m:t>𝑘</m:t>
                    </m:r>
                  </m:oMath>
                </a14:m>
                <a:r>
                  <a:rPr lang="zh-CN" altLang="en-US" dirty="0"/>
                  <a:t>个栈的确定型下推自动机。</a:t>
                </a:r>
                <a:endParaRPr lang="en-AU" altLang="zh-CN" dirty="0"/>
              </a:p>
              <a:p>
                <a:r>
                  <a:rPr lang="zh-CN" altLang="en-US" dirty="0"/>
                  <a:t>定理</a:t>
                </a:r>
                <a:r>
                  <a:rPr lang="en-AU" altLang="zh-CN" dirty="0"/>
                  <a:t>: </a:t>
                </a:r>
                <a:r>
                  <a:rPr lang="zh-CN" altLang="en-US" dirty="0"/>
                  <a:t>如果图灵机接受</a:t>
                </a:r>
                <a14:m>
                  <m:oMath xmlns:m="http://schemas.openxmlformats.org/officeDocument/2006/math">
                    <m:r>
                      <a:rPr lang="en-US" altLang="zh-CN" i="1" dirty="0" smtClean="0">
                        <a:latin typeface="Cambria Math" panose="02040503050406030204" pitchFamily="18" charset="0"/>
                      </a:rPr>
                      <m:t>𝐿</m:t>
                    </m:r>
                  </m:oMath>
                </a14:m>
                <a:r>
                  <a:rPr lang="zh-CN" altLang="en-US" dirty="0"/>
                  <a:t>，那么双栈机接受</a:t>
                </a:r>
                <a14:m>
                  <m:oMath xmlns:m="http://schemas.openxmlformats.org/officeDocument/2006/math">
                    <m:r>
                      <a:rPr lang="en-US" altLang="zh-CN" i="1" dirty="0" smtClean="0">
                        <a:latin typeface="Cambria Math" panose="02040503050406030204" pitchFamily="18" charset="0"/>
                      </a:rPr>
                      <m:t>𝐿</m:t>
                    </m:r>
                  </m:oMath>
                </a14:m>
                <a:r>
                  <a:rPr lang="zh-CN" altLang="en-US" dirty="0"/>
                  <a:t>。</a:t>
                </a:r>
                <a:endParaRPr lang="en-AU" altLang="zh-CN" dirty="0"/>
              </a:p>
              <a:p>
                <a:endParaRPr lang="zh-CN" altLang="en-US"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多栈机器</a:t>
            </a:r>
            <a:endParaRPr lang="en-AU"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60561" y="716258"/>
                <a:ext cx="8229600" cy="4525963"/>
              </a:xfrm>
            </p:spPr>
            <p:txBody>
              <a:bodyPr/>
              <a:lstStyle/>
              <a:p>
                <a:r>
                  <a:rPr lang="zh-CN" altLang="en-US" sz="2400" dirty="0"/>
                  <a:t>证明要点：</a:t>
                </a:r>
                <a:endParaRPr lang="en-AU" altLang="zh-CN" sz="2400" dirty="0"/>
              </a:p>
              <a:p>
                <a:pPr lvl="1"/>
                <a:r>
                  <a:rPr lang="zh-CN" altLang="en-US" sz="2400" dirty="0"/>
                  <a:t>用两个堆栈模拟图灵机带，一个堆栈保存带头左边内容，一个堆栈保存带头右边内容，但都不包括无穷的空格符号。</a:t>
                </a:r>
                <a:endParaRPr lang="en-AU" altLang="zh-CN" sz="2400" dirty="0"/>
              </a:p>
              <a:p>
                <a:pPr lvl="1"/>
                <a:r>
                  <a:rPr lang="zh-CN" altLang="en-US" sz="2400" dirty="0"/>
                  <a:t>带头的移动用两个栈分别弹栈和压栈模拟。若带头修改字符</a:t>
                </a:r>
                <a14:m>
                  <m:oMath xmlns:m="http://schemas.openxmlformats.org/officeDocument/2006/math">
                    <m:r>
                      <a:rPr lang="en-US" altLang="zh-CN" sz="2400" i="1" dirty="0" smtClean="0">
                        <a:latin typeface="Cambria Math" panose="02040503050406030204" pitchFamily="18" charset="0"/>
                      </a:rPr>
                      <m:t>𝐴</m:t>
                    </m:r>
                  </m:oMath>
                </a14:m>
                <a:r>
                  <a:rPr lang="zh-CN" altLang="en-US" sz="2400" dirty="0"/>
                  <a:t>为</a:t>
                </a:r>
                <a14:m>
                  <m:oMath xmlns:m="http://schemas.openxmlformats.org/officeDocument/2006/math">
                    <m:r>
                      <a:rPr lang="en-US" altLang="zh-CN" sz="2400" i="1" dirty="0" smtClean="0">
                        <a:latin typeface="Cambria Math" panose="02040503050406030204" pitchFamily="18" charset="0"/>
                      </a:rPr>
                      <m:t>𝐵</m:t>
                    </m:r>
                  </m:oMath>
                </a14:m>
                <a:r>
                  <a:rPr lang="zh-CN" altLang="en-US" sz="2400" dirty="0"/>
                  <a:t>，用一个栈弹出的字符</a:t>
                </a:r>
                <a14:m>
                  <m:oMath xmlns:m="http://schemas.openxmlformats.org/officeDocument/2006/math">
                    <m:r>
                      <a:rPr lang="en-US" altLang="zh-CN" sz="2400" i="1" dirty="0" smtClean="0">
                        <a:latin typeface="Cambria Math" panose="02040503050406030204" pitchFamily="18" charset="0"/>
                      </a:rPr>
                      <m:t>𝐴</m:t>
                    </m:r>
                  </m:oMath>
                </a14:m>
                <a:r>
                  <a:rPr lang="zh-CN" altLang="en-US" sz="2400" dirty="0"/>
                  <a:t>而另一个栈压入</a:t>
                </a:r>
                <a14:m>
                  <m:oMath xmlns:m="http://schemas.openxmlformats.org/officeDocument/2006/math">
                    <m:r>
                      <a:rPr lang="en-US" altLang="zh-CN" sz="2400" i="1" dirty="0" smtClean="0">
                        <a:latin typeface="Cambria Math" panose="02040503050406030204" pitchFamily="18" charset="0"/>
                      </a:rPr>
                      <m:t>𝐵</m:t>
                    </m:r>
                  </m:oMath>
                </a14:m>
                <a:r>
                  <a:rPr lang="zh-CN" altLang="en-US" sz="2400" dirty="0"/>
                  <a:t>来模拟。</a:t>
                </a:r>
                <a:endParaRPr lang="en-AU" altLang="zh-CN" sz="2400" dirty="0"/>
              </a:p>
              <a:p>
                <a:pPr lvl="1"/>
                <a:r>
                  <a:rPr lang="zh-CN" altLang="en-US" sz="2400" dirty="0"/>
                  <a:t>开始时输入在双栈机的输入带，可以先将输入扫描并压入一个栈，然后再依次把每个符号弹出再压入另一个栈，然后进入模拟图灵机的状态。</a:t>
                </a:r>
                <a:endParaRPr lang="en-US" altLang="zh-CN" sz="2400" dirty="0"/>
              </a:p>
              <a:p>
                <a:endParaRPr lang="en-AU"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60561" y="716258"/>
                <a:ext cx="8229600" cy="4525963"/>
              </a:xfrm>
              <a:blipFill rotWithShape="1">
                <a:blip r:embed="rId1"/>
                <a:stretch>
                  <a:fillRect l="-6" t="-14" r="6"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mc:AlternateContent xmlns:mc="http://schemas.openxmlformats.org/markup-compatibility/2006">
        <mc:Choice xmlns:a14="http://schemas.microsoft.com/office/drawing/2010/main" Requires="a14">
          <p:sp>
            <p:nvSpPr>
              <p:cNvPr id="7" name="Rectangle 6"/>
              <p:cNvSpPr/>
              <p:nvPr/>
            </p:nvSpPr>
            <p:spPr>
              <a:xfrm>
                <a:off x="1262606" y="512482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1</m:t>
                          </m:r>
                        </m:sub>
                      </m:sSub>
                    </m:oMath>
                  </m:oMathPara>
                </a14:m>
                <a:endParaRPr lang="en-AU" dirty="0"/>
              </a:p>
            </p:txBody>
          </p:sp>
        </mc:Choice>
        <mc:Fallback>
          <p:sp>
            <p:nvSpPr>
              <p:cNvPr id="7" name="Rectangle 6"/>
              <p:cNvSpPr>
                <a:spLocks noRot="1" noChangeAspect="1" noMove="1" noResize="1" noEditPoints="1" noAdjustHandles="1" noChangeArrowheads="1" noChangeShapeType="1" noTextEdit="1"/>
              </p:cNvSpPr>
              <p:nvPr/>
            </p:nvSpPr>
            <p:spPr>
              <a:xfrm>
                <a:off x="1262606" y="5124820"/>
                <a:ext cx="642551" cy="461319"/>
              </a:xfrm>
              <a:prstGeom prst="rect">
                <a:avLst/>
              </a:prstGeom>
              <a:blipFill rotWithShape="1">
                <a:blip r:embed="rId2"/>
                <a:stretch>
                  <a:fillRect l="-1518" t="-2145" r="-1458" b="-2055"/>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1905157" y="512482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2</m:t>
                          </m:r>
                        </m:sub>
                      </m:sSub>
                    </m:oMath>
                  </m:oMathPara>
                </a14:m>
                <a:endParaRPr lang="en-AU" dirty="0"/>
              </a:p>
            </p:txBody>
          </p:sp>
        </mc:Choice>
        <mc:Fallback>
          <p:sp>
            <p:nvSpPr>
              <p:cNvPr id="8" name="Rectangle 7"/>
              <p:cNvSpPr>
                <a:spLocks noRot="1" noChangeAspect="1" noMove="1" noResize="1" noEditPoints="1" noAdjustHandles="1" noChangeArrowheads="1" noChangeShapeType="1" noTextEdit="1"/>
              </p:cNvSpPr>
              <p:nvPr/>
            </p:nvSpPr>
            <p:spPr>
              <a:xfrm>
                <a:off x="1905157" y="5124820"/>
                <a:ext cx="642551" cy="461319"/>
              </a:xfrm>
              <a:prstGeom prst="rect">
                <a:avLst/>
              </a:prstGeom>
              <a:blipFill rotWithShape="1">
                <a:blip r:embed="rId3"/>
                <a:stretch>
                  <a:fillRect l="-1507" t="-2145" r="-1469" b="-2055"/>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2547708" y="512482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3</m:t>
                          </m:r>
                        </m:sub>
                      </m:sSub>
                    </m:oMath>
                  </m:oMathPara>
                </a14:m>
                <a:endParaRPr lang="en-AU" dirty="0"/>
              </a:p>
            </p:txBody>
          </p:sp>
        </mc:Choice>
        <mc:Fallback>
          <p:sp>
            <p:nvSpPr>
              <p:cNvPr id="9" name="Rectangle 8"/>
              <p:cNvSpPr>
                <a:spLocks noRot="1" noChangeAspect="1" noMove="1" noResize="1" noEditPoints="1" noAdjustHandles="1" noChangeArrowheads="1" noChangeShapeType="1" noTextEdit="1"/>
              </p:cNvSpPr>
              <p:nvPr/>
            </p:nvSpPr>
            <p:spPr>
              <a:xfrm>
                <a:off x="2547708" y="5124820"/>
                <a:ext cx="642551" cy="461319"/>
              </a:xfrm>
              <a:prstGeom prst="rect">
                <a:avLst/>
              </a:prstGeom>
              <a:blipFill rotWithShape="1">
                <a:blip r:embed="rId4"/>
                <a:stretch>
                  <a:fillRect l="-1496" t="-2145" r="-1479" b="-2055"/>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Rectangle 9"/>
              <p:cNvSpPr/>
              <p:nvPr/>
            </p:nvSpPr>
            <p:spPr>
              <a:xfrm>
                <a:off x="3190259" y="512482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4</m:t>
                          </m:r>
                        </m:sub>
                      </m:sSub>
                    </m:oMath>
                  </m:oMathPara>
                </a14:m>
                <a:endParaRPr lang="en-AU" dirty="0"/>
              </a:p>
            </p:txBody>
          </p:sp>
        </mc:Choice>
        <mc:Fallback>
          <p:sp>
            <p:nvSpPr>
              <p:cNvPr id="10" name="Rectangle 9"/>
              <p:cNvSpPr>
                <a:spLocks noRot="1" noChangeAspect="1" noMove="1" noResize="1" noEditPoints="1" noAdjustHandles="1" noChangeArrowheads="1" noChangeShapeType="1" noTextEdit="1"/>
              </p:cNvSpPr>
              <p:nvPr/>
            </p:nvSpPr>
            <p:spPr>
              <a:xfrm>
                <a:off x="3190259" y="5124820"/>
                <a:ext cx="642551" cy="461319"/>
              </a:xfrm>
              <a:prstGeom prst="rect">
                <a:avLst/>
              </a:prstGeom>
              <a:blipFill rotWithShape="1">
                <a:blip r:embed="rId5"/>
                <a:stretch>
                  <a:fillRect l="-1485" t="-2145" r="-1391" b="-2055"/>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a:off x="3832810" y="512482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5</m:t>
                          </m:r>
                        </m:sub>
                      </m:sSub>
                    </m:oMath>
                  </m:oMathPara>
                </a14:m>
                <a:endParaRPr lang="en-AU" dirty="0"/>
              </a:p>
            </p:txBody>
          </p:sp>
        </mc:Choice>
        <mc:Fallback>
          <p:sp>
            <p:nvSpPr>
              <p:cNvPr id="11" name="Rectangle 10"/>
              <p:cNvSpPr>
                <a:spLocks noRot="1" noChangeAspect="1" noMove="1" noResize="1" noEditPoints="1" noAdjustHandles="1" noChangeArrowheads="1" noChangeShapeType="1" noTextEdit="1"/>
              </p:cNvSpPr>
              <p:nvPr/>
            </p:nvSpPr>
            <p:spPr>
              <a:xfrm>
                <a:off x="3832810" y="5124820"/>
                <a:ext cx="642551" cy="461319"/>
              </a:xfrm>
              <a:prstGeom prst="rect">
                <a:avLst/>
              </a:prstGeom>
              <a:blipFill rotWithShape="1">
                <a:blip r:embed="rId6"/>
                <a:stretch>
                  <a:fillRect l="-1573" t="-2145" r="-1402" b="-2055"/>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cxnSp>
        <p:nvCxnSpPr>
          <p:cNvPr id="12" name="Straight Connector 11"/>
          <p:cNvCxnSpPr/>
          <p:nvPr/>
        </p:nvCxnSpPr>
        <p:spPr>
          <a:xfrm>
            <a:off x="5117912" y="5124228"/>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117912" y="5585547"/>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82249" y="5124820"/>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12318" y="5586139"/>
            <a:ext cx="580357" cy="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30814" y="5149339"/>
            <a:ext cx="343364" cy="369332"/>
          </a:xfrm>
          <a:prstGeom prst="rect">
            <a:avLst/>
          </a:prstGeom>
          <a:noFill/>
        </p:spPr>
        <p:txBody>
          <a:bodyPr wrap="none" rtlCol="0">
            <a:spAutoFit/>
          </a:bodyPr>
          <a:lstStyle/>
          <a:p>
            <a:r>
              <a:rPr lang="en-AU" dirty="0"/>
              <a:t>…</a:t>
            </a:r>
            <a:endParaRPr lang="en-AU" dirty="0"/>
          </a:p>
        </p:txBody>
      </p:sp>
      <p:sp>
        <p:nvSpPr>
          <p:cNvPr id="17" name="TextBox 16"/>
          <p:cNvSpPr txBox="1"/>
          <p:nvPr/>
        </p:nvSpPr>
        <p:spPr>
          <a:xfrm>
            <a:off x="5262898" y="5121244"/>
            <a:ext cx="343364" cy="369332"/>
          </a:xfrm>
          <a:prstGeom prst="rect">
            <a:avLst/>
          </a:prstGeom>
          <a:noFill/>
        </p:spPr>
        <p:txBody>
          <a:bodyPr wrap="none" rtlCol="0">
            <a:spAutoFit/>
          </a:bodyPr>
          <a:lstStyle/>
          <a:p>
            <a:r>
              <a:rPr lang="en-AU" dirty="0"/>
              <a:t>…</a:t>
            </a:r>
            <a:endParaRPr lang="en-AU" dirty="0"/>
          </a:p>
        </p:txBody>
      </p:sp>
      <mc:AlternateContent xmlns:mc="http://schemas.openxmlformats.org/markup-compatibility/2006">
        <mc:Choice xmlns:a14="http://schemas.microsoft.com/office/drawing/2010/main" Requires="a14">
          <p:sp>
            <p:nvSpPr>
              <p:cNvPr id="19" name="Rectangle 18"/>
              <p:cNvSpPr/>
              <p:nvPr/>
            </p:nvSpPr>
            <p:spPr>
              <a:xfrm>
                <a:off x="4475361" y="5124228"/>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6</m:t>
                          </m:r>
                        </m:sub>
                      </m:sSub>
                    </m:oMath>
                  </m:oMathPara>
                </a14:m>
                <a:endParaRPr lang="en-AU" dirty="0"/>
              </a:p>
            </p:txBody>
          </p:sp>
        </mc:Choice>
        <mc:Fallback>
          <p:sp>
            <p:nvSpPr>
              <p:cNvPr id="19" name="Rectangle 18"/>
              <p:cNvSpPr>
                <a:spLocks noRot="1" noChangeAspect="1" noMove="1" noResize="1" noEditPoints="1" noAdjustHandles="1" noChangeArrowheads="1" noChangeShapeType="1" noTextEdit="1"/>
              </p:cNvSpPr>
              <p:nvPr/>
            </p:nvSpPr>
            <p:spPr>
              <a:xfrm>
                <a:off x="4475361" y="5124228"/>
                <a:ext cx="642551" cy="461319"/>
              </a:xfrm>
              <a:prstGeom prst="rect">
                <a:avLst/>
              </a:prstGeom>
              <a:blipFill rotWithShape="1">
                <a:blip r:embed="rId7"/>
                <a:stretch>
                  <a:fillRect l="-1563" t="-2154" r="-1413" b="-2046"/>
                </a:stretch>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grpSp>
        <p:nvGrpSpPr>
          <p:cNvPr id="27" name="Group 26"/>
          <p:cNvGrpSpPr/>
          <p:nvPr/>
        </p:nvGrpSpPr>
        <p:grpSpPr>
          <a:xfrm>
            <a:off x="6331160" y="4834872"/>
            <a:ext cx="644943" cy="1383133"/>
            <a:chOff x="6136673" y="5386439"/>
            <a:chExt cx="644943" cy="1383133"/>
          </a:xfrm>
        </p:grpSpPr>
        <mc:AlternateContent xmlns:mc="http://schemas.openxmlformats.org/markup-compatibility/2006">
          <mc:Choice xmlns:a14="http://schemas.microsoft.com/office/drawing/2010/main" Requires="a14">
            <p:sp>
              <p:nvSpPr>
                <p:cNvPr id="20" name="Rectangle 19"/>
                <p:cNvSpPr/>
                <p:nvPr/>
              </p:nvSpPr>
              <p:spPr>
                <a:xfrm>
                  <a:off x="6136674" y="585058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2</m:t>
                            </m:r>
                          </m:sub>
                        </m:sSub>
                      </m:oMath>
                    </m:oMathPara>
                  </a14:m>
                  <a:endParaRPr lang="en-AU" dirty="0"/>
                </a:p>
              </p:txBody>
            </p:sp>
          </mc:Choice>
          <mc:Fallback>
            <p:sp>
              <p:nvSpPr>
                <p:cNvPr id="20" name="Rectangle 19"/>
                <p:cNvSpPr>
                  <a:spLocks noRot="1" noChangeAspect="1" noMove="1" noResize="1" noEditPoints="1" noAdjustHandles="1" noChangeArrowheads="1" noChangeShapeType="1" noTextEdit="1"/>
                </p:cNvSpPr>
                <p:nvPr/>
              </p:nvSpPr>
              <p:spPr>
                <a:xfrm>
                  <a:off x="6136674" y="5850580"/>
                  <a:ext cx="642551" cy="461319"/>
                </a:xfrm>
                <a:prstGeom prst="rect">
                  <a:avLst/>
                </a:prstGeom>
                <a:blipFill rotWithShape="1">
                  <a:blip r:embed="rId3"/>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6136673" y="5386439"/>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3</m:t>
                            </m:r>
                          </m:sub>
                        </m:sSub>
                      </m:oMath>
                    </m:oMathPara>
                  </a14:m>
                  <a:endParaRPr lang="en-AU" dirty="0"/>
                </a:p>
              </p:txBody>
            </p:sp>
          </mc:Choice>
          <mc:Fallback>
            <p:sp>
              <p:nvSpPr>
                <p:cNvPr id="21" name="Rectangle 20"/>
                <p:cNvSpPr>
                  <a:spLocks noRot="1" noChangeAspect="1" noMove="1" noResize="1" noEditPoints="1" noAdjustHandles="1" noChangeArrowheads="1" noChangeShapeType="1" noTextEdit="1"/>
                </p:cNvSpPr>
                <p:nvPr/>
              </p:nvSpPr>
              <p:spPr>
                <a:xfrm>
                  <a:off x="6136673" y="5386439"/>
                  <a:ext cx="642551" cy="461319"/>
                </a:xfrm>
                <a:prstGeom prst="rect">
                  <a:avLst/>
                </a:prstGeom>
                <a:blipFill rotWithShape="1">
                  <a:blip r:embed="rId4"/>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Rectangle 21"/>
                <p:cNvSpPr/>
                <p:nvPr/>
              </p:nvSpPr>
              <p:spPr>
                <a:xfrm>
                  <a:off x="6139065" y="630825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1</m:t>
                            </m:r>
                          </m:sub>
                        </m:sSub>
                      </m:oMath>
                    </m:oMathPara>
                  </a14:m>
                  <a:endParaRPr lang="en-AU" dirty="0"/>
                </a:p>
              </p:txBody>
            </p:sp>
          </mc:Choice>
          <mc:Fallback>
            <p:sp>
              <p:nvSpPr>
                <p:cNvPr id="22" name="Rectangle 21"/>
                <p:cNvSpPr>
                  <a:spLocks noRot="1" noChangeAspect="1" noMove="1" noResize="1" noEditPoints="1" noAdjustHandles="1" noChangeArrowheads="1" noChangeShapeType="1" noTextEdit="1"/>
                </p:cNvSpPr>
                <p:nvPr/>
              </p:nvSpPr>
              <p:spPr>
                <a:xfrm>
                  <a:off x="6139065" y="6308253"/>
                  <a:ext cx="642551" cy="461319"/>
                </a:xfrm>
                <a:prstGeom prst="rect">
                  <a:avLst/>
                </a:prstGeom>
                <a:blipFill rotWithShape="1">
                  <a:blip r:embed="rId2"/>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grpSp>
      <p:grpSp>
        <p:nvGrpSpPr>
          <p:cNvPr id="28" name="Group 27"/>
          <p:cNvGrpSpPr/>
          <p:nvPr/>
        </p:nvGrpSpPr>
        <p:grpSpPr>
          <a:xfrm>
            <a:off x="7116093" y="4831639"/>
            <a:ext cx="644943" cy="1383133"/>
            <a:chOff x="7116093" y="5371389"/>
            <a:chExt cx="644943" cy="1383133"/>
          </a:xfrm>
        </p:grpSpPr>
        <mc:AlternateContent xmlns:mc="http://schemas.openxmlformats.org/markup-compatibility/2006">
          <mc:Choice xmlns:a14="http://schemas.microsoft.com/office/drawing/2010/main" Requires="a14">
            <p:sp>
              <p:nvSpPr>
                <p:cNvPr id="23" name="Rectangle 22"/>
                <p:cNvSpPr/>
                <p:nvPr/>
              </p:nvSpPr>
              <p:spPr>
                <a:xfrm>
                  <a:off x="7116094" y="5835530"/>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5</m:t>
                            </m:r>
                          </m:sub>
                        </m:sSub>
                      </m:oMath>
                    </m:oMathPara>
                  </a14:m>
                  <a:endParaRPr lang="en-AU" dirty="0"/>
                </a:p>
              </p:txBody>
            </p:sp>
          </mc:Choice>
          <mc:Fallback>
            <p:sp>
              <p:nvSpPr>
                <p:cNvPr id="23" name="Rectangle 22"/>
                <p:cNvSpPr>
                  <a:spLocks noRot="1" noChangeAspect="1" noMove="1" noResize="1" noEditPoints="1" noAdjustHandles="1" noChangeArrowheads="1" noChangeShapeType="1" noTextEdit="1"/>
                </p:cNvSpPr>
                <p:nvPr/>
              </p:nvSpPr>
              <p:spPr>
                <a:xfrm>
                  <a:off x="7116094" y="5835530"/>
                  <a:ext cx="642551" cy="461319"/>
                </a:xfrm>
                <a:prstGeom prst="rect">
                  <a:avLst/>
                </a:prstGeom>
                <a:blipFill rotWithShape="1">
                  <a:blip r:embed="rId6"/>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Rectangle 23"/>
                <p:cNvSpPr/>
                <p:nvPr/>
              </p:nvSpPr>
              <p:spPr>
                <a:xfrm>
                  <a:off x="7116093" y="5371389"/>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4</m:t>
                            </m:r>
                          </m:sub>
                        </m:sSub>
                      </m:oMath>
                    </m:oMathPara>
                  </a14:m>
                  <a:endParaRPr lang="en-AU" dirty="0"/>
                </a:p>
              </p:txBody>
            </p:sp>
          </mc:Choice>
          <mc:Fallback>
            <p:sp>
              <p:nvSpPr>
                <p:cNvPr id="24" name="Rectangle 23"/>
                <p:cNvSpPr>
                  <a:spLocks noRot="1" noChangeAspect="1" noMove="1" noResize="1" noEditPoints="1" noAdjustHandles="1" noChangeArrowheads="1" noChangeShapeType="1" noTextEdit="1"/>
                </p:cNvSpPr>
                <p:nvPr/>
              </p:nvSpPr>
              <p:spPr>
                <a:xfrm>
                  <a:off x="7116093" y="5371389"/>
                  <a:ext cx="642551" cy="461319"/>
                </a:xfrm>
                <a:prstGeom prst="rect">
                  <a:avLst/>
                </a:prstGeom>
                <a:blipFill rotWithShape="1">
                  <a:blip r:embed="rId5"/>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Rectangle 24"/>
                <p:cNvSpPr/>
                <p:nvPr/>
              </p:nvSpPr>
              <p:spPr>
                <a:xfrm>
                  <a:off x="7118485" y="6293203"/>
                  <a:ext cx="642551" cy="461319"/>
                </a:xfrm>
                <a:prstGeom prst="rect">
                  <a:avLst/>
                </a:prstGeom>
                <a:ln w="19050">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𝐴</m:t>
                            </m:r>
                          </m:e>
                          <m:sub>
                            <m:r>
                              <a:rPr lang="en-AU" b="0" i="1" smtClean="0">
                                <a:latin typeface="Cambria Math" panose="02040503050406030204" pitchFamily="18" charset="0"/>
                              </a:rPr>
                              <m:t>6</m:t>
                            </m:r>
                          </m:sub>
                        </m:sSub>
                      </m:oMath>
                    </m:oMathPara>
                  </a14:m>
                  <a:endParaRPr lang="en-AU" dirty="0"/>
                </a:p>
              </p:txBody>
            </p:sp>
          </mc:Choice>
          <mc:Fallback>
            <p:sp>
              <p:nvSpPr>
                <p:cNvPr id="25" name="Rectangle 24"/>
                <p:cNvSpPr>
                  <a:spLocks noRot="1" noChangeAspect="1" noMove="1" noResize="1" noEditPoints="1" noAdjustHandles="1" noChangeArrowheads="1" noChangeShapeType="1" noTextEdit="1"/>
                </p:cNvSpPr>
                <p:nvPr/>
              </p:nvSpPr>
              <p:spPr>
                <a:xfrm>
                  <a:off x="7118485" y="6293203"/>
                  <a:ext cx="642551" cy="461319"/>
                </a:xfrm>
                <a:prstGeom prst="rect">
                  <a:avLst/>
                </a:prstGeom>
                <a:blipFill rotWithShape="1">
                  <a:blip r:embed="rId7"/>
                </a:blipFill>
                <a:ln w="19050">
                  <a:solidFill>
                    <a:srgbClr val="7030A0"/>
                  </a:solidFill>
                </a:ln>
              </p:spPr>
              <p:style>
                <a:lnRef idx="2">
                  <a:schemeClr val="accent5"/>
                </a:lnRef>
                <a:fillRef idx="1">
                  <a:schemeClr val="lt1"/>
                </a:fillRef>
                <a:effectRef idx="0">
                  <a:schemeClr val="accent5"/>
                </a:effectRef>
                <a:fontRef idx="minor">
                  <a:schemeClr val="dk1"/>
                </a:fontRef>
              </p:style>
              <p:txBody>
                <a:bodyPr/>
                <a:lstStyle/>
                <a:p>
                  <a:r>
                    <a:rPr lang="zh-CN" altLang="en-US">
                      <a:noFill/>
                    </a:rPr>
                    <a:t> </a:t>
                  </a:r>
                </a:p>
              </p:txBody>
            </p:sp>
          </mc:Fallback>
        </mc:AlternateContent>
      </p:grpSp>
      <p:sp>
        <p:nvSpPr>
          <p:cNvPr id="26" name="Line 378"/>
          <p:cNvSpPr>
            <a:spLocks noChangeShapeType="1"/>
          </p:cNvSpPr>
          <p:nvPr/>
        </p:nvSpPr>
        <p:spPr bwMode="auto">
          <a:xfrm flipH="1" flipV="1">
            <a:off x="3450445" y="5568604"/>
            <a:ext cx="201" cy="613122"/>
          </a:xfrm>
          <a:prstGeom prst="line">
            <a:avLst/>
          </a:prstGeom>
          <a:noFill/>
          <a:ln w="9525">
            <a:solidFill>
              <a:schemeClr val="tx1"/>
            </a:solidFill>
            <a:round/>
            <a:tailEnd type="triangle" w="med" len="med"/>
          </a:ln>
        </p:spPr>
        <p:txBody>
          <a:bodyPr wrap="none" anchor="ctr"/>
          <a:lstStyle/>
          <a:p>
            <a:endParaRPr lang="en-US"/>
          </a:p>
        </p:txBody>
      </p:sp>
      <p:sp>
        <p:nvSpPr>
          <p:cNvPr id="29" name="TextBox 28"/>
          <p:cNvSpPr txBox="1"/>
          <p:nvPr/>
        </p:nvSpPr>
        <p:spPr>
          <a:xfrm>
            <a:off x="7913076" y="5174580"/>
            <a:ext cx="800219"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两栈</a:t>
            </a:r>
            <a:endParaRPr lang="en-AU" sz="2400" dirty="0">
              <a:latin typeface="楷体" panose="02010609060101010101" pitchFamily="49" charset="-122"/>
              <a:ea typeface="楷体" panose="02010609060101010101" pitchFamily="49" charset="-122"/>
            </a:endParaRPr>
          </a:p>
        </p:txBody>
      </p:sp>
      <p:sp>
        <p:nvSpPr>
          <p:cNvPr id="30" name="TextBox 29"/>
          <p:cNvSpPr txBox="1"/>
          <p:nvPr/>
        </p:nvSpPr>
        <p:spPr>
          <a:xfrm>
            <a:off x="594741" y="5603652"/>
            <a:ext cx="2031325"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图灵机输入带</a:t>
            </a:r>
            <a:endParaRPr lang="en-AU" sz="2400" dirty="0">
              <a:latin typeface="楷体" panose="02010609060101010101" pitchFamily="49" charset="-122"/>
              <a:ea typeface="楷体" panose="02010609060101010101"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662E1F6-9BD6-474C-A82E-E07C3DB67AAE}" type="slidenum">
              <a:rPr lang="en-AU" smtClean="0"/>
            </a:fld>
            <a:endParaRPr lang="en-AU"/>
          </a:p>
        </p:txBody>
      </p:sp>
      <p:sp>
        <p:nvSpPr>
          <p:cNvPr id="7" name="文本框 6"/>
          <p:cNvSpPr txBox="1"/>
          <p:nvPr>
            <p:custDataLst>
              <p:tags r:id="rId1"/>
            </p:custDataLst>
          </p:nvPr>
        </p:nvSpPr>
        <p:spPr>
          <a:xfrm>
            <a:off x="914400" y="635000"/>
            <a:ext cx="7315200" cy="2143125"/>
          </a:xfrm>
          <a:prstGeom prst="rect">
            <a:avLst/>
          </a:prstGeom>
          <a:noFill/>
        </p:spPr>
        <p:txBody>
          <a:bodyPr vert="horz" wrap="square" rtlCol="0" anchor="ctr" anchorCtr="0">
            <a:noAutofit/>
          </a:bodyPr>
          <a:lstStyle/>
          <a:p>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示例：</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利用双栈机器接受</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8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i="1"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sz="28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8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i="1"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sz="28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i="1" dirty="0" err="1">
                <a:latin typeface="Times New Roman" panose="02020603050405020304" pitchFamily="18" charset="0"/>
                <a:ea typeface="宋体" panose="02010600030101010101" pitchFamily="2" charset="-122"/>
                <a:cs typeface="Times New Roman" panose="02020603050405020304" pitchFamily="18" charset="0"/>
              </a:rPr>
              <a:t>d</a:t>
            </a:r>
            <a:r>
              <a:rPr lang="en-US" altLang="zh-CN" sz="28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i="1" dirty="0" err="1">
                <a:latin typeface="Times New Roman" panose="02020603050405020304" pitchFamily="18" charset="0"/>
                <a:ea typeface="宋体" panose="02010600030101010101" pitchFamily="2" charset="-122"/>
                <a:cs typeface="Times New Roman" panose="02020603050405020304" pitchFamily="18" charset="0"/>
              </a:rPr>
              <a:t>e</a:t>
            </a:r>
            <a:r>
              <a:rPr lang="en-US" altLang="zh-CN" sz="28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圆角 7"/>
          <p:cNvSpPr/>
          <p:nvPr>
            <p:custDataLst>
              <p:tags r:id="rId2"/>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p:cNvSpPr/>
          <p:nvPr>
            <p:custDataLst>
              <p:tags r:id="rId3"/>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正常使用主观题需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2.0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3" name="组合 12"/>
          <p:cNvGrpSpPr/>
          <p:nvPr>
            <p:custDataLst>
              <p:tags r:id="rId4"/>
            </p:custDataLst>
          </p:nvPr>
        </p:nvGrpSpPr>
        <p:grpSpPr>
          <a:xfrm>
            <a:off x="0" y="0"/>
            <a:ext cx="9144000" cy="635000"/>
            <a:chOff x="0" y="0"/>
            <a:chExt cx="9144000" cy="635000"/>
          </a:xfrm>
        </p:grpSpPr>
        <p:sp>
          <p:nvSpPr>
            <p:cNvPr id="9" name="TitleBackground"/>
            <p:cNvSpPr/>
            <p:nvPr>
              <p:custDataLst>
                <p:tags r:id="rId5"/>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ColorBlock"/>
            <p:cNvSpPr/>
            <p:nvPr>
              <p:custDataLst>
                <p:tags r:id="rId6"/>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主观题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10</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6" name="图片 5"/>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多栈机器</a:t>
            </a:r>
            <a:endParaRPr lang="en-AU" dirty="0"/>
          </a:p>
        </p:txBody>
      </p:sp>
      <p:sp>
        <p:nvSpPr>
          <p:cNvPr id="3" name="Content Placeholder 2"/>
          <p:cNvSpPr>
            <a:spLocks noGrp="1"/>
          </p:cNvSpPr>
          <p:nvPr>
            <p:ph idx="1"/>
          </p:nvPr>
        </p:nvSpPr>
        <p:spPr>
          <a:xfrm>
            <a:off x="360561" y="716258"/>
            <a:ext cx="8229600" cy="4525963"/>
          </a:xfrm>
        </p:spPr>
        <p:txBody>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示例：</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利用双栈机器接受</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d</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i="1" baseline="30000"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AU" altLang="zh-CN" sz="2400"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小结</a:t>
            </a:r>
            <a:endParaRPr lang="en-AU" dirty="0"/>
          </a:p>
        </p:txBody>
      </p:sp>
      <p:sp>
        <p:nvSpPr>
          <p:cNvPr id="3" name="Content Placeholder 2"/>
          <p:cNvSpPr>
            <a:spLocks noGrp="1"/>
          </p:cNvSpPr>
          <p:nvPr>
            <p:ph idx="1"/>
          </p:nvPr>
        </p:nvSpPr>
        <p:spPr/>
        <p:txBody>
          <a:bodyPr/>
          <a:lstStyle/>
          <a:p>
            <a:r>
              <a:rPr lang="zh-CN" altLang="en-US" dirty="0"/>
              <a:t>图灵机简介、形式化定义</a:t>
            </a:r>
            <a:endParaRPr lang="zh-CN" altLang="en-US" dirty="0"/>
          </a:p>
          <a:p>
            <a:r>
              <a:rPr lang="zh-CN" altLang="en-US" dirty="0"/>
              <a:t>图灵机的表示能力：接受语言、整数运算</a:t>
            </a:r>
            <a:endParaRPr lang="zh-CN" altLang="en-US" dirty="0"/>
          </a:p>
          <a:p>
            <a:r>
              <a:rPr lang="zh-CN" altLang="en-US" dirty="0"/>
              <a:t>扩展图灵机</a:t>
            </a:r>
            <a:endParaRPr lang="zh-CN" altLang="en-US" dirty="0"/>
          </a:p>
          <a:p>
            <a:pPr lvl="1"/>
            <a:r>
              <a:rPr lang="zh-CN" altLang="en-US" dirty="0"/>
              <a:t>状态具有有穷存储功能的</a:t>
            </a:r>
            <a:r>
              <a:rPr lang="en-US" altLang="zh-CN" dirty="0">
                <a:latin typeface="Times New Roman" panose="02020603050405020304" pitchFamily="18" charset="0"/>
                <a:cs typeface="Times New Roman" panose="02020603050405020304" pitchFamily="18" charset="0"/>
              </a:rPr>
              <a:t>TM </a:t>
            </a:r>
            <a:r>
              <a:rPr lang="zh-CN" altLang="en-US" dirty="0"/>
              <a:t>、多道</a:t>
            </a:r>
            <a:r>
              <a:rPr lang="en-US" altLang="zh-CN" dirty="0">
                <a:latin typeface="Times New Roman" panose="02020603050405020304" pitchFamily="18" charset="0"/>
                <a:cs typeface="Times New Roman" panose="02020603050405020304" pitchFamily="18" charset="0"/>
              </a:rPr>
              <a:t>TM </a:t>
            </a:r>
            <a:r>
              <a:rPr lang="zh-CN" altLang="en-US" dirty="0"/>
              <a:t>、多带</a:t>
            </a:r>
            <a:r>
              <a:rPr lang="en-US" altLang="zh-CN" dirty="0">
                <a:latin typeface="Times New Roman" panose="02020603050405020304" pitchFamily="18" charset="0"/>
                <a:cs typeface="Times New Roman" panose="02020603050405020304" pitchFamily="18" charset="0"/>
              </a:rPr>
              <a:t>TM </a:t>
            </a:r>
            <a:r>
              <a:rPr lang="zh-CN" altLang="en-US" dirty="0"/>
              <a:t>、非确定型</a:t>
            </a:r>
            <a:r>
              <a:rPr lang="en-US" altLang="zh-CN" dirty="0">
                <a:latin typeface="Times New Roman" panose="02020603050405020304" pitchFamily="18" charset="0"/>
                <a:cs typeface="Times New Roman" panose="02020603050405020304" pitchFamily="18" charset="0"/>
              </a:rPr>
              <a:t>TM</a:t>
            </a:r>
            <a:endParaRPr lang="zh-CN" altLang="en-US" dirty="0"/>
          </a:p>
          <a:p>
            <a:r>
              <a:rPr lang="zh-CN" altLang="en-US" dirty="0"/>
              <a:t>受限的图灵机</a:t>
            </a:r>
            <a:endParaRPr lang="zh-CN" altLang="en-US" dirty="0"/>
          </a:p>
          <a:p>
            <a:pPr lvl="1"/>
            <a:r>
              <a:rPr lang="zh-CN" altLang="en-US" dirty="0"/>
              <a:t>半无穷带、多栈机器</a:t>
            </a:r>
            <a:endParaRPr lang="en-AU" dirty="0"/>
          </a:p>
          <a:p>
            <a:endParaRPr lang="en-AU" dirty="0"/>
          </a:p>
        </p:txBody>
      </p:sp>
      <p:sp>
        <p:nvSpPr>
          <p:cNvPr id="4" name="Slide Number Placeholder 3"/>
          <p:cNvSpPr>
            <a:spLocks noGrp="1"/>
          </p:cNvSpPr>
          <p:nvPr>
            <p:ph type="sldNum" sz="quarter" idx="12"/>
          </p:nvPr>
        </p:nvSpPr>
        <p:spPr/>
        <p:txBody>
          <a:bodyPr/>
          <a:lstStyle/>
          <a:p>
            <a:fld id="{0662E1F6-9BD6-474C-A82E-E07C3DB67AAE}" type="slidenum">
              <a:rPr lang="en-AU" smtClean="0"/>
            </a:fld>
            <a:endParaRPr lang="en-AU"/>
          </a:p>
        </p:txBody>
      </p:sp>
    </p:spTree>
  </p:cSld>
  <p:clrMapOvr>
    <a:masterClrMapping/>
  </p:clrMapOvr>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Submit"/>
  <p:tag name="RAINPROBLEMTYPE" val="ShortAnswer"/>
</p:tagLst>
</file>

<file path=ppt/tags/tag4.xml><?xml version="1.0" encoding="utf-8"?>
<p:tagLst xmlns:p="http://schemas.openxmlformats.org/presentationml/2006/main">
  <p:tag name="PRODUCTVERSIONTIP" val="PRODUCTVERSIONTIP"/>
</p:tagLst>
</file>

<file path=ppt/tags/tag5.xml><?xml version="1.0" encoding="utf-8"?>
<p:tagLst xmlns:p="http://schemas.openxmlformats.org/presentationml/2006/main">
  <p:tag name="RAINPROBLEMTYPE" val="ProblemTypeMarker"/>
</p:tagLst>
</file>

<file path=ppt/tags/tag6.xml><?xml version="1.0" encoding="utf-8"?>
<p:tagLst xmlns:p="http://schemas.openxmlformats.org/presentationml/2006/main">
  <p:tag name="RAINPROBLEMTYPE" val="ProblemTypeMarker"/>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 val="ProblemSetting"/>
  <p:tag name="RAINPROBLEMTYPE" val="ShortAnswer"/>
</p:tagLst>
</file>

<file path=ppt/tags/tag11.xml><?xml version="1.0" encoding="utf-8"?>
<p:tagLst xmlns:p="http://schemas.openxmlformats.org/presentationml/2006/main">
  <p:tag name="RAINPROBLEM" val="ShortAnswer"/>
  <p:tag name="PROBLEMSCORE" val="10.0"/>
  <p:tag name="PROBLEMVOICEALLOWED" val="False"/>
</p:tagLst>
</file>

<file path=ppt/tags/tag12.xml><?xml version="1.0" encoding="utf-8"?>
<p:tagLst xmlns:p="http://schemas.openxmlformats.org/presentationml/2006/main">
  <p:tag name="RAINPROBLEM" val="ProblemBody"/>
</p:tagLst>
</file>

<file path=ppt/tags/tag13.xml><?xml version="1.0" encoding="utf-8"?>
<p:tagLst xmlns:p="http://schemas.openxmlformats.org/presentationml/2006/main">
  <p:tag name="RAINPROBLEM" val="ProblemSubmit"/>
  <p:tag name="RAINPROBLEMTYPE" val="ShortAnswer"/>
</p:tagLst>
</file>

<file path=ppt/tags/tag14.xml><?xml version="1.0" encoding="utf-8"?>
<p:tagLst xmlns:p="http://schemas.openxmlformats.org/presentationml/2006/main">
  <p:tag name="PRODUCTVERSIONTIP" val="PRODUCTVERSIONTIP"/>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 val="ProblemSetting"/>
  <p:tag name="RAINPROBLEMTYPE" val="ShortAnswer"/>
</p:tagLst>
</file>

<file path=ppt/tags/tag21.xml><?xml version="1.0" encoding="utf-8"?>
<p:tagLst xmlns:p="http://schemas.openxmlformats.org/presentationml/2006/main">
  <p:tag name="RAINPROBLEM" val="ShortAnswer"/>
  <p:tag name="PROBLEMSCORE" val="10.0"/>
  <p:tag name="PROBLEMVOICEALLOWED" val="False"/>
</p:tagLst>
</file>

<file path=ppt/tags/tag22.xml><?xml version="1.0" encoding="utf-8"?>
<p:tagLst xmlns:p="http://schemas.openxmlformats.org/presentationml/2006/main">
  <p:tag name="RAINPROBLEM" val="ProblemBody"/>
</p:tagLst>
</file>

<file path=ppt/tags/tag23.xml><?xml version="1.0" encoding="utf-8"?>
<p:tagLst xmlns:p="http://schemas.openxmlformats.org/presentationml/2006/main">
  <p:tag name="RAINPROBLEM" val="ProblemBody"/>
</p:tagLst>
</file>

<file path=ppt/tags/tag24.xml><?xml version="1.0" encoding="utf-8"?>
<p:tagLst xmlns:p="http://schemas.openxmlformats.org/presentationml/2006/main">
  <p:tag name="RAINPROBLEM" val="ProblemSubmit"/>
  <p:tag name="RAINPROBLEMTYPE" val="ShortAnswer"/>
</p:tagLst>
</file>

<file path=ppt/tags/tag25.xml><?xml version="1.0" encoding="utf-8"?>
<p:tagLst xmlns:p="http://schemas.openxmlformats.org/presentationml/2006/main">
  <p:tag name="PRODUCTVERSIONTIP" val="PRODUCTVERSIONTIP"/>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 val="ProblemSetting"/>
  <p:tag name="RAINPROBLEMTYPE" val="ShortAnswer"/>
</p:tagLst>
</file>

<file path=ppt/tags/tag32.xml><?xml version="1.0" encoding="utf-8"?>
<p:tagLst xmlns:p="http://schemas.openxmlformats.org/presentationml/2006/main">
  <p:tag name="RAINPROBLEM" val="ShortAnswer"/>
  <p:tag name="PROBLEMSCORE" val="10.0"/>
  <p:tag name="PROBLEMVOICEALLOWED" val="False"/>
</p:tagLst>
</file>

<file path=ppt/tags/tag33.xml><?xml version="1.0" encoding="utf-8"?>
<p:tagLst xmlns:p="http://schemas.openxmlformats.org/presentationml/2006/main">
  <p:tag name="RAINPROBLEM" val="ProblemBody"/>
</p:tagLst>
</file>

<file path=ppt/tags/tag34.xml><?xml version="1.0" encoding="utf-8"?>
<p:tagLst xmlns:p="http://schemas.openxmlformats.org/presentationml/2006/main">
  <p:tag name="RAINPROBLEM" val="ProblemSubmit"/>
  <p:tag name="RAINPROBLEMTYPE" val="ShortAnswer"/>
</p:tagLst>
</file>

<file path=ppt/tags/tag35.xml><?xml version="1.0" encoding="utf-8"?>
<p:tagLst xmlns:p="http://schemas.openxmlformats.org/presentationml/2006/main">
  <p:tag name="PRODUCTVERSIONTIP" val="PRODUCTVERSIONTIP"/>
</p:tagLst>
</file>

<file path=ppt/tags/tag36.xml><?xml version="1.0" encoding="utf-8"?>
<p:tagLst xmlns:p="http://schemas.openxmlformats.org/presentationml/2006/main">
  <p:tag name="RAINPROBLEMTYPE" val="ProblemTypeMarker"/>
</p:tagLst>
</file>

<file path=ppt/tags/tag37.xml><?xml version="1.0" encoding="utf-8"?>
<p:tagLst xmlns:p="http://schemas.openxmlformats.org/presentationml/2006/main">
  <p:tag name="RAINPROBLEMTYPE" val="ProblemTypeMarker"/>
</p:tagLst>
</file>

<file path=ppt/tags/tag38.xml><?xml version="1.0" encoding="utf-8"?>
<p:tagLst xmlns:p="http://schemas.openxmlformats.org/presentationml/2006/main">
  <p:tag name="RAINPROBLEMTYPE" val="ProblemTypeMarker"/>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 val="ProblemSetting"/>
  <p:tag name="RAINPROBLEMTYPE" val="ShortAnswer"/>
</p:tagLst>
</file>

<file path=ppt/tags/tag42.xml><?xml version="1.0" encoding="utf-8"?>
<p:tagLst xmlns:p="http://schemas.openxmlformats.org/presentationml/2006/main">
  <p:tag name="RAINPROBLEM" val="ShortAnswer"/>
  <p:tag name="PROBLEMSCORE" val="10.0"/>
  <p:tag name="PROBLEMVOICEALLOWED" val="False"/>
</p:tagLst>
</file>

<file path=ppt/tags/tag43.xml><?xml version="1.0" encoding="utf-8"?>
<p:tagLst xmlns:p="http://schemas.openxmlformats.org/presentationml/2006/main">
  <p:tag name="KSO_WPP_MARK_KEY" val="cdd6d7c1-8160-4c22-ae56-e94a7b46807f"/>
  <p:tag name="COMMONDATA" val="eyJoZGlkIjoiYTc2ZGZiNzZiNDVlOGViOWVmM2JhOTY0NGJkNjUyYz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11193</Words>
  <Application>WPS 演示</Application>
  <PresentationFormat>全屏显示(4:3)</PresentationFormat>
  <Paragraphs>2667</Paragraphs>
  <Slides>73</Slides>
  <Notes>42</Notes>
  <HiddenSlides>1</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73</vt:i4>
      </vt:variant>
    </vt:vector>
  </HeadingPairs>
  <TitlesOfParts>
    <vt:vector size="95" baseType="lpstr">
      <vt:lpstr>Arial</vt:lpstr>
      <vt:lpstr>宋体</vt:lpstr>
      <vt:lpstr>Wingdings</vt:lpstr>
      <vt:lpstr>黑体</vt:lpstr>
      <vt:lpstr>楷体</vt:lpstr>
      <vt:lpstr>Times New Roman</vt:lpstr>
      <vt:lpstr>微软雅黑</vt:lpstr>
      <vt:lpstr>Cambria Math</vt:lpstr>
      <vt:lpstr>Calibri</vt:lpstr>
      <vt:lpstr>等线</vt:lpstr>
      <vt:lpstr>Arial Unicode MS</vt:lpstr>
      <vt:lpstr>LMRoman12-Regular-Identity-H</vt:lpstr>
      <vt:lpstr>Segoe Print</vt:lpstr>
      <vt:lpstr>Symbol</vt:lpstr>
      <vt:lpstr>MS Mincho</vt:lpstr>
      <vt:lpstr>BookAntiqua</vt:lpstr>
      <vt:lpstr>BookAntiqua-Italic</vt:lpstr>
      <vt:lpstr>T3</vt:lpstr>
      <vt:lpstr>PMingLiU</vt:lpstr>
      <vt:lpstr>BatangChe</vt:lpstr>
      <vt:lpstr>Office 主题</vt:lpstr>
      <vt:lpstr>1_Office 主题</vt:lpstr>
      <vt:lpstr>图灵机</vt:lpstr>
      <vt:lpstr>主要内容</vt:lpstr>
      <vt:lpstr>主要内容</vt:lpstr>
      <vt:lpstr>图灵机简介与定义</vt:lpstr>
      <vt:lpstr>图灵机简介与定义</vt:lpstr>
      <vt:lpstr>图灵机的形式化定义</vt:lpstr>
      <vt:lpstr>图灵机的动作及状态转移图</vt:lpstr>
      <vt:lpstr>瞬时描述</vt:lpstr>
      <vt:lpstr>图灵机的转移符号</vt:lpstr>
      <vt:lpstr>图灵机的转移符号</vt:lpstr>
      <vt:lpstr>示例</vt:lpstr>
      <vt:lpstr>示例</vt:lpstr>
      <vt:lpstr>示例</vt:lpstr>
      <vt:lpstr>示例</vt:lpstr>
      <vt:lpstr>示例</vt:lpstr>
      <vt:lpstr>示例</vt:lpstr>
      <vt:lpstr>示例</vt:lpstr>
      <vt:lpstr>示例</vt:lpstr>
      <vt:lpstr>示例</vt:lpstr>
      <vt:lpstr>识别的图灵机</vt:lpstr>
      <vt:lpstr>识别的图灵机</vt:lpstr>
      <vt:lpstr>识别的图灵机</vt:lpstr>
      <vt:lpstr>识别的图灵机</vt:lpstr>
      <vt:lpstr>识别的图灵机</vt:lpstr>
      <vt:lpstr>识别的图灵机</vt:lpstr>
      <vt:lpstr>识别的图灵机</vt:lpstr>
      <vt:lpstr>识别的图灵机</vt:lpstr>
      <vt:lpstr>识别的图灵机</vt:lpstr>
      <vt:lpstr>识别的图灵机</vt:lpstr>
      <vt:lpstr>识别的图灵机</vt:lpstr>
      <vt:lpstr>识别的图灵机</vt:lpstr>
      <vt:lpstr>识别的图灵机</vt:lpstr>
      <vt:lpstr>识别的图灵机</vt:lpstr>
      <vt:lpstr>识别的图灵机</vt:lpstr>
      <vt:lpstr>识别的图灵机</vt:lpstr>
      <vt:lpstr>图灵机（课程回顾）</vt:lpstr>
      <vt:lpstr>图灵机（课程回顾）</vt:lpstr>
      <vt:lpstr>PowerPoint 演示文稿</vt:lpstr>
      <vt:lpstr>示例</vt:lpstr>
      <vt:lpstr>示例</vt:lpstr>
      <vt:lpstr>主要内容</vt:lpstr>
      <vt:lpstr>图灵机的语言</vt:lpstr>
      <vt:lpstr>图灵机的语言</vt:lpstr>
      <vt:lpstr>图灵机的语言</vt:lpstr>
      <vt:lpstr>PowerPoint 演示文稿</vt:lpstr>
      <vt:lpstr>整数函数计算器</vt:lpstr>
      <vt:lpstr>整数函数计算器</vt:lpstr>
      <vt:lpstr>整数函数计算器</vt:lpstr>
      <vt:lpstr>PowerPoint 演示文稿</vt:lpstr>
      <vt:lpstr>整数函数计算器</vt:lpstr>
      <vt:lpstr>整数函数计算器</vt:lpstr>
      <vt:lpstr>主要内容</vt:lpstr>
      <vt:lpstr>带状态中存储的图灵机</vt:lpstr>
      <vt:lpstr>多道图灵机</vt:lpstr>
      <vt:lpstr>示例</vt:lpstr>
      <vt:lpstr>示例</vt:lpstr>
      <vt:lpstr>示例</vt:lpstr>
      <vt:lpstr>示例</vt:lpstr>
      <vt:lpstr>示例</vt:lpstr>
      <vt:lpstr>示例</vt:lpstr>
      <vt:lpstr>示例</vt:lpstr>
      <vt:lpstr>多带图灵机</vt:lpstr>
      <vt:lpstr>多带图灵机</vt:lpstr>
      <vt:lpstr>非确定图灵机</vt:lpstr>
      <vt:lpstr>非确定图灵机</vt:lpstr>
      <vt:lpstr>主要内容</vt:lpstr>
      <vt:lpstr>半无穷带图灵机</vt:lpstr>
      <vt:lpstr>半无穷带图灵机</vt:lpstr>
      <vt:lpstr>多栈机器</vt:lpstr>
      <vt:lpstr>多栈机器</vt:lpstr>
      <vt:lpstr>PowerPoint 演示文稿</vt:lpstr>
      <vt:lpstr>多栈机器</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Yifeng</dc:creator>
  <cp:lastModifiedBy>汤步洲-哈工大（深圳）</cp:lastModifiedBy>
  <cp:revision>505</cp:revision>
  <dcterms:created xsi:type="dcterms:W3CDTF">2021-06-01T10:46:00Z</dcterms:created>
  <dcterms:modified xsi:type="dcterms:W3CDTF">2023-04-03T17:46:46Z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7C07404905C842B689BE1F140D7C6C29</vt:lpwstr>
  </property>
  <property fmtid="{D5CDD505-2E9C-101B-9397-08002B2CF9AE}" pid="3" name="KSOProductBuildVer">
    <vt:lpwstr>2052-11.1.0.13703</vt:lpwstr>
  </property>
</Properties>
</file>