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5" r:id="rId3"/>
  </p:sldMasterIdLst>
  <p:sldIdLst>
    <p:sldId id="260" r:id="rId4"/>
    <p:sldId id="261" r:id="rId5"/>
    <p:sldId id="269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15" autoAdjust="0"/>
    <p:restoredTop sz="94660"/>
  </p:normalViewPr>
  <p:slideViewPr>
    <p:cSldViewPr snapToGrid="0">
      <p:cViewPr varScale="1">
        <p:scale>
          <a:sx n="95" d="100"/>
          <a:sy n="95" d="100"/>
        </p:scale>
        <p:origin x="492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7"/>
          <p:cNvGrpSpPr/>
          <p:nvPr/>
        </p:nvGrpSpPr>
        <p:grpSpPr>
          <a:xfrm>
            <a:off x="304800" y="3587751"/>
            <a:ext cx="11480800" cy="201613"/>
            <a:chOff x="144" y="1680"/>
            <a:chExt cx="5424" cy="144"/>
          </a:xfrm>
        </p:grpSpPr>
        <p:sp>
          <p:nvSpPr>
            <p:cNvPr id="13" name="Rectangle 8"/>
            <p:cNvSpPr>
              <a:spLocks noChangeArrowheads="1"/>
            </p:cNvSpPr>
            <p:nvPr/>
          </p:nvSpPr>
          <p:spPr bwMode="auto">
            <a:xfrm>
              <a:off x="144" y="1680"/>
              <a:ext cx="1808" cy="144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14" name="Rectangle 9"/>
            <p:cNvSpPr>
              <a:spLocks noChangeArrowheads="1"/>
            </p:cNvSpPr>
            <p:nvPr/>
          </p:nvSpPr>
          <p:spPr bwMode="auto">
            <a:xfrm>
              <a:off x="1952" y="1680"/>
              <a:ext cx="1808" cy="14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15" name="Rectangle 10"/>
            <p:cNvSpPr>
              <a:spLocks noChangeArrowheads="1"/>
            </p:cNvSpPr>
            <p:nvPr/>
          </p:nvSpPr>
          <p:spPr bwMode="auto">
            <a:xfrm>
              <a:off x="3760" y="1680"/>
              <a:ext cx="1808" cy="144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400">
                <a:solidFill>
                  <a:srgbClr val="000000"/>
                </a:solidFill>
              </a:endParaRPr>
            </a:p>
          </p:txBody>
        </p:sp>
      </p:grpSp>
      <p:sp>
        <p:nvSpPr>
          <p:cNvPr id="29184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685800"/>
            <a:ext cx="10363200" cy="2127250"/>
          </a:xfrm>
        </p:spPr>
        <p:txBody>
          <a:bodyPr/>
          <a:lstStyle>
            <a:lvl1pPr>
              <a:defRPr sz="2800">
                <a:solidFill>
                  <a:srgbClr val="3333FF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29184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270250"/>
            <a:ext cx="8534400" cy="22098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3000"/>
            </a:lvl1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1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1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1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algn="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fld id="{9A0DB2DC-4C9A-4742-B13C-FB6460FD3503}" type="slidenum">
              <a:rPr lang="en-US" altLang="zh-CN" sz="1000" dirty="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</a:fld>
            <a:endParaRPr lang="en-US" altLang="zh-CN" sz="1000" dirty="0">
              <a:solidFill>
                <a:srgbClr val="000000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3333FF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-242888"/>
            <a:ext cx="2743200" cy="6373813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-242888"/>
            <a:ext cx="8026400" cy="6373813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09600" y="-242888"/>
            <a:ext cx="10972800" cy="637381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-242888"/>
            <a:ext cx="10972800" cy="1139826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609600" y="1600201"/>
            <a:ext cx="10972800" cy="45307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Blip>
                <a:blip r:embed="rId2"/>
              </a:buBlip>
              <a:defRPr/>
            </a:pP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3333FF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  <p:hf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dgm" preserve="1">
  <p:cSld name="标题和图示或组织结构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SmartArt 占位符 2"/>
          <p:cNvSpPr>
            <a:spLocks noGrp="1"/>
          </p:cNvSpPr>
          <p:nvPr>
            <p:ph type="pic" idx="1"/>
          </p:nvPr>
        </p:nvSpPr>
        <p:spPr/>
        <p:txBody>
          <a:bodyPr/>
          <a:lstStyle/>
          <a:p>
            <a:pPr fontAlgn="base"/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noProof="1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noProof="1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fld id="{9A0DB2DC-4C9A-4742-B13C-FB6460FD3503}" type="slidenum">
              <a:rPr lang="en-US" altLang="zh-CN" sz="2400" b="1" noProof="1" dirty="0">
                <a:solidFill>
                  <a:srgbClr val="000000"/>
                </a:solidFill>
                <a:ea typeface="宋体" panose="02010600030101010101" pitchFamily="2" charset="-122"/>
                <a:cs typeface="+mn-ea"/>
              </a:rPr>
            </a:fld>
            <a:endParaRPr lang="zh-CN" altLang="en-US" sz="2400" b="1" noProof="1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  <p:hf hd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7"/>
          <p:cNvGrpSpPr/>
          <p:nvPr/>
        </p:nvGrpSpPr>
        <p:grpSpPr>
          <a:xfrm>
            <a:off x="304800" y="3587751"/>
            <a:ext cx="11480800" cy="201613"/>
            <a:chOff x="144" y="1680"/>
            <a:chExt cx="5424" cy="144"/>
          </a:xfrm>
        </p:grpSpPr>
        <p:sp>
          <p:nvSpPr>
            <p:cNvPr id="13" name="Rectangle 8"/>
            <p:cNvSpPr>
              <a:spLocks noChangeArrowheads="1"/>
            </p:cNvSpPr>
            <p:nvPr/>
          </p:nvSpPr>
          <p:spPr bwMode="auto">
            <a:xfrm>
              <a:off x="144" y="1680"/>
              <a:ext cx="1808" cy="144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14" name="Rectangle 9"/>
            <p:cNvSpPr>
              <a:spLocks noChangeArrowheads="1"/>
            </p:cNvSpPr>
            <p:nvPr/>
          </p:nvSpPr>
          <p:spPr bwMode="auto">
            <a:xfrm>
              <a:off x="1952" y="1680"/>
              <a:ext cx="1808" cy="14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15" name="Rectangle 10"/>
            <p:cNvSpPr>
              <a:spLocks noChangeArrowheads="1"/>
            </p:cNvSpPr>
            <p:nvPr/>
          </p:nvSpPr>
          <p:spPr bwMode="auto">
            <a:xfrm>
              <a:off x="3760" y="1680"/>
              <a:ext cx="1808" cy="144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400">
                <a:solidFill>
                  <a:srgbClr val="000000"/>
                </a:solidFill>
              </a:endParaRPr>
            </a:p>
          </p:txBody>
        </p:sp>
      </p:grpSp>
      <p:sp>
        <p:nvSpPr>
          <p:cNvPr id="29184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685800"/>
            <a:ext cx="10363200" cy="2127250"/>
          </a:xfrm>
        </p:spPr>
        <p:txBody>
          <a:bodyPr/>
          <a:lstStyle>
            <a:lvl1pPr>
              <a:defRPr sz="2800">
                <a:solidFill>
                  <a:srgbClr val="3333FF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29184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270250"/>
            <a:ext cx="8534400" cy="22098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3000"/>
            </a:lvl1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1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1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1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algn="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fld id="{9A0DB2DC-4C9A-4742-B13C-FB6460FD3503}" type="slidenum">
              <a:rPr lang="en-US" altLang="zh-CN" sz="1000" dirty="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</a:fld>
            <a:endParaRPr lang="en-US" altLang="zh-CN" sz="1000" dirty="0">
              <a:solidFill>
                <a:srgbClr val="000000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3333FF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-242888"/>
            <a:ext cx="2743200" cy="6373813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-242888"/>
            <a:ext cx="8026400" cy="6373813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09600" y="-242888"/>
            <a:ext cx="10972800" cy="637381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-242888"/>
            <a:ext cx="10972800" cy="1139826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609600" y="1600201"/>
            <a:ext cx="10972800" cy="45307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Blip>
                <a:blip r:embed="rId2"/>
              </a:buBlip>
              <a:defRPr/>
            </a:pP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3333FF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  <p:hf hd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dgm" preserve="1">
  <p:cSld name="标题和图示或组织结构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SmartArt 占位符 2"/>
          <p:cNvSpPr>
            <a:spLocks noGrp="1"/>
          </p:cNvSpPr>
          <p:nvPr>
            <p:ph type="pic" idx="1"/>
          </p:nvPr>
        </p:nvSpPr>
        <p:spPr/>
        <p:txBody>
          <a:bodyPr/>
          <a:lstStyle/>
          <a:p>
            <a:pPr fontAlgn="base"/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noProof="1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noProof="1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fld id="{9A0DB2DC-4C9A-4742-B13C-FB6460FD3503}" type="slidenum">
              <a:rPr lang="en-US" altLang="zh-CN" sz="2400" b="1" noProof="1" dirty="0">
                <a:solidFill>
                  <a:srgbClr val="000000"/>
                </a:solidFill>
                <a:ea typeface="宋体" panose="02010600030101010101" pitchFamily="2" charset="-122"/>
                <a:cs typeface="+mn-ea"/>
              </a:rPr>
            </a:fld>
            <a:endParaRPr lang="zh-CN" altLang="en-US" sz="2400" b="1" noProof="1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  <p:hf hd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20" Type="http://schemas.openxmlformats.org/officeDocument/2006/relationships/image" Target="../media/image3.GIF"/><Relationship Id="rId2" Type="http://schemas.openxmlformats.org/officeDocument/2006/relationships/slideLayout" Target="../slideLayouts/slideLayout2.xml"/><Relationship Id="rId19" Type="http://schemas.openxmlformats.org/officeDocument/2006/relationships/image" Target="../media/image1.png"/><Relationship Id="rId18" Type="http://schemas.openxmlformats.org/officeDocument/2006/relationships/hyperlink" Target="mailto:luguangm@" TargetMode="External"/><Relationship Id="rId17" Type="http://schemas.openxmlformats.org/officeDocument/2006/relationships/image" Target="../media/image2.jpeg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5.xml"/><Relationship Id="rId8" Type="http://schemas.openxmlformats.org/officeDocument/2006/relationships/slideLayout" Target="../slideLayouts/slideLayout24.xml"/><Relationship Id="rId7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2.xml"/><Relationship Id="rId5" Type="http://schemas.openxmlformats.org/officeDocument/2006/relationships/slideLayout" Target="../slideLayouts/slideLayout21.xml"/><Relationship Id="rId4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9.xml"/><Relationship Id="rId21" Type="http://schemas.openxmlformats.org/officeDocument/2006/relationships/theme" Target="../theme/theme2.xml"/><Relationship Id="rId20" Type="http://schemas.openxmlformats.org/officeDocument/2006/relationships/image" Target="../media/image3.GIF"/><Relationship Id="rId2" Type="http://schemas.openxmlformats.org/officeDocument/2006/relationships/slideLayout" Target="../slideLayouts/slideLayout18.xml"/><Relationship Id="rId19" Type="http://schemas.openxmlformats.org/officeDocument/2006/relationships/image" Target="../media/image1.png"/><Relationship Id="rId18" Type="http://schemas.openxmlformats.org/officeDocument/2006/relationships/hyperlink" Target="mailto:luguangm@" TargetMode="External"/><Relationship Id="rId17" Type="http://schemas.openxmlformats.org/officeDocument/2006/relationships/image" Target="../media/image2.jpeg"/><Relationship Id="rId16" Type="http://schemas.openxmlformats.org/officeDocument/2006/relationships/slideLayout" Target="../slideLayouts/slideLayout32.xml"/><Relationship Id="rId15" Type="http://schemas.openxmlformats.org/officeDocument/2006/relationships/slideLayout" Target="../slideLayouts/slideLayout31.xml"/><Relationship Id="rId14" Type="http://schemas.openxmlformats.org/officeDocument/2006/relationships/slideLayout" Target="../slideLayouts/slideLayout30.xml"/><Relationship Id="rId13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6.xml"/><Relationship Id="rId1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81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-242887"/>
            <a:ext cx="10972800" cy="11398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29081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307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29082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None/>
              <a:defRPr sz="1000" b="0">
                <a:latin typeface="Verdana" panose="020B0604030504040204" pitchFamily="34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29082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buFontTx/>
              <a:buNone/>
              <a:defRPr sz="1000" b="0">
                <a:latin typeface="Verdana" panose="020B0604030504040204" pitchFamily="34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030" name="Rectangle 7"/>
          <p:cNvSpPr>
            <a:spLocks noChangeArrowheads="1"/>
          </p:cNvSpPr>
          <p:nvPr/>
        </p:nvSpPr>
        <p:spPr bwMode="auto">
          <a:xfrm>
            <a:off x="0" y="0"/>
            <a:ext cx="304800" cy="2286000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endParaRPr lang="en-US" altLang="zh-CN" sz="2400" b="0">
              <a:solidFill>
                <a:srgbClr val="000000"/>
              </a:solidFill>
            </a:endParaRPr>
          </a:p>
        </p:txBody>
      </p:sp>
      <p:sp>
        <p:nvSpPr>
          <p:cNvPr id="1031" name="Line 8"/>
          <p:cNvSpPr/>
          <p:nvPr/>
        </p:nvSpPr>
        <p:spPr>
          <a:xfrm>
            <a:off x="609600" y="908050"/>
            <a:ext cx="10769600" cy="0"/>
          </a:xfrm>
          <a:prstGeom prst="line">
            <a:avLst/>
          </a:prstGeom>
          <a:ln w="1905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32" name="Rectangle 9"/>
          <p:cNvSpPr>
            <a:spLocks noChangeArrowheads="1"/>
          </p:cNvSpPr>
          <p:nvPr/>
        </p:nvSpPr>
        <p:spPr bwMode="auto">
          <a:xfrm>
            <a:off x="0" y="2286000"/>
            <a:ext cx="304800" cy="2286000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endParaRPr lang="en-US" altLang="zh-CN" sz="2400" b="0">
              <a:solidFill>
                <a:srgbClr val="000000"/>
              </a:solidFill>
            </a:endParaRPr>
          </a:p>
        </p:txBody>
      </p:sp>
      <p:sp>
        <p:nvSpPr>
          <p:cNvPr id="1033" name="Rectangle 10"/>
          <p:cNvSpPr>
            <a:spLocks noChangeArrowheads="1"/>
          </p:cNvSpPr>
          <p:nvPr/>
        </p:nvSpPr>
        <p:spPr bwMode="auto">
          <a:xfrm>
            <a:off x="0" y="4572000"/>
            <a:ext cx="304800" cy="2286000"/>
          </a:xfrm>
          <a:prstGeom prst="rect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endParaRPr lang="en-US" altLang="zh-CN" sz="2400" b="0">
              <a:solidFill>
                <a:srgbClr val="000000"/>
              </a:solidFill>
            </a:endParaRPr>
          </a:p>
        </p:txBody>
      </p:sp>
      <p:pic>
        <p:nvPicPr>
          <p:cNvPr id="1034" name="Picture 15" descr="logo"/>
          <p:cNvPicPr>
            <a:picLocks noChangeAspect="1"/>
          </p:cNvPicPr>
          <p:nvPr/>
        </p:nvPicPr>
        <p:blipFill>
          <a:blip r:embed="rId17"/>
          <a:srcRect l="9596"/>
          <a:stretch>
            <a:fillRect/>
          </a:stretch>
        </p:blipFill>
        <p:spPr>
          <a:xfrm>
            <a:off x="337096" y="6473825"/>
            <a:ext cx="3022600" cy="3762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60" name="Rectangle 12"/>
          <p:cNvSpPr>
            <a:spLocks noChangeArrowheads="1"/>
          </p:cNvSpPr>
          <p:nvPr/>
        </p:nvSpPr>
        <p:spPr bwMode="auto">
          <a:xfrm>
            <a:off x="9012768" y="6491289"/>
            <a:ext cx="2361544" cy="369332"/>
          </a:xfrm>
          <a:prstGeom prst="rect">
            <a:avLst/>
          </a:prstGeom>
          <a:noFill/>
          <a:ln w="9525">
            <a:noFill/>
            <a:miter lim="800000"/>
            <a:tailEnd type="none" w="lg" len="lg"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8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  <a:hlinkClick r:id="rId18"/>
              </a:rPr>
              <a:t>luguangm@</a:t>
            </a:r>
            <a:r>
              <a:rPr lang="en-US" altLang="zh-CN" sz="18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hit.edu.cn</a:t>
            </a:r>
            <a:endParaRPr lang="zh-CN" altLang="en-US" sz="1800" b="1" u="sng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ea typeface="宋体" panose="02010600030101010101" pitchFamily="2" charset="-122"/>
            </a:endParaRPr>
          </a:p>
        </p:txBody>
      </p:sp>
      <p:sp>
        <p:nvSpPr>
          <p:cNvPr id="12" name="Text Box 4"/>
          <p:cNvSpPr txBox="1">
            <a:spLocks noChangeArrowheads="1"/>
          </p:cNvSpPr>
          <p:nvPr userDrawn="1"/>
        </p:nvSpPr>
        <p:spPr bwMode="auto">
          <a:xfrm>
            <a:off x="11041229" y="8620"/>
            <a:ext cx="1151449" cy="899430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anchor="ctr" anchorCtr="1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n-US" altLang="zh-CN" sz="2000" dirty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ransition/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隶书" panose="020105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隶书" panose="020105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隶书" panose="020105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隶书" panose="02010509060101010101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隶书" panose="02010509060101010101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隶书" panose="02010509060101010101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隶书" panose="02010509060101010101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隶书" panose="02010509060101010101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Blip>
          <a:blip r:embed="rId19"/>
        </a:buBlip>
        <a:defRPr sz="2800" b="1">
          <a:solidFill>
            <a:srgbClr val="3333FF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Blip>
          <a:blip r:embed="rId20"/>
        </a:buBlip>
        <a:defRPr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Blip>
          <a:blip r:embed="rId19"/>
        </a:buBlip>
        <a:defRPr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81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-242887"/>
            <a:ext cx="10972800" cy="11398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29081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307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29082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None/>
              <a:defRPr sz="1000" b="0">
                <a:latin typeface="Verdana" panose="020B0604030504040204" pitchFamily="34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29082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buFontTx/>
              <a:buNone/>
              <a:defRPr sz="1000" b="0">
                <a:latin typeface="Verdana" panose="020B0604030504040204" pitchFamily="34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030" name="Rectangle 7"/>
          <p:cNvSpPr>
            <a:spLocks noChangeArrowheads="1"/>
          </p:cNvSpPr>
          <p:nvPr/>
        </p:nvSpPr>
        <p:spPr bwMode="auto">
          <a:xfrm>
            <a:off x="0" y="0"/>
            <a:ext cx="304800" cy="2286000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endParaRPr lang="en-US" altLang="zh-CN" sz="2400" b="0">
              <a:solidFill>
                <a:srgbClr val="000000"/>
              </a:solidFill>
            </a:endParaRPr>
          </a:p>
        </p:txBody>
      </p:sp>
      <p:sp>
        <p:nvSpPr>
          <p:cNvPr id="1031" name="Line 8"/>
          <p:cNvSpPr/>
          <p:nvPr/>
        </p:nvSpPr>
        <p:spPr>
          <a:xfrm>
            <a:off x="609600" y="908050"/>
            <a:ext cx="10769600" cy="0"/>
          </a:xfrm>
          <a:prstGeom prst="line">
            <a:avLst/>
          </a:prstGeom>
          <a:ln w="1905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32" name="Rectangle 9"/>
          <p:cNvSpPr>
            <a:spLocks noChangeArrowheads="1"/>
          </p:cNvSpPr>
          <p:nvPr/>
        </p:nvSpPr>
        <p:spPr bwMode="auto">
          <a:xfrm>
            <a:off x="0" y="2286000"/>
            <a:ext cx="304800" cy="2286000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endParaRPr lang="en-US" altLang="zh-CN" sz="2400" b="0">
              <a:solidFill>
                <a:srgbClr val="000000"/>
              </a:solidFill>
            </a:endParaRPr>
          </a:p>
        </p:txBody>
      </p:sp>
      <p:sp>
        <p:nvSpPr>
          <p:cNvPr id="1033" name="Rectangle 10"/>
          <p:cNvSpPr>
            <a:spLocks noChangeArrowheads="1"/>
          </p:cNvSpPr>
          <p:nvPr/>
        </p:nvSpPr>
        <p:spPr bwMode="auto">
          <a:xfrm>
            <a:off x="0" y="4572000"/>
            <a:ext cx="304800" cy="2286000"/>
          </a:xfrm>
          <a:prstGeom prst="rect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endParaRPr lang="en-US" altLang="zh-CN" sz="2400" b="0">
              <a:solidFill>
                <a:srgbClr val="000000"/>
              </a:solidFill>
            </a:endParaRPr>
          </a:p>
        </p:txBody>
      </p:sp>
      <p:pic>
        <p:nvPicPr>
          <p:cNvPr id="1034" name="Picture 15" descr="logo"/>
          <p:cNvPicPr>
            <a:picLocks noChangeAspect="1"/>
          </p:cNvPicPr>
          <p:nvPr/>
        </p:nvPicPr>
        <p:blipFill>
          <a:blip r:embed="rId17"/>
          <a:srcRect l="9596"/>
          <a:stretch>
            <a:fillRect/>
          </a:stretch>
        </p:blipFill>
        <p:spPr>
          <a:xfrm>
            <a:off x="337096" y="6473825"/>
            <a:ext cx="3022600" cy="3762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60" name="Rectangle 12"/>
          <p:cNvSpPr>
            <a:spLocks noChangeArrowheads="1"/>
          </p:cNvSpPr>
          <p:nvPr/>
        </p:nvSpPr>
        <p:spPr bwMode="auto">
          <a:xfrm>
            <a:off x="9012768" y="6491289"/>
            <a:ext cx="2361544" cy="369332"/>
          </a:xfrm>
          <a:prstGeom prst="rect">
            <a:avLst/>
          </a:prstGeom>
          <a:noFill/>
          <a:ln w="9525">
            <a:noFill/>
            <a:miter lim="800000"/>
            <a:tailEnd type="none" w="lg" len="lg"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8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  <a:hlinkClick r:id="rId18"/>
              </a:rPr>
              <a:t>luguangm@</a:t>
            </a:r>
            <a:r>
              <a:rPr lang="en-US" altLang="zh-CN" sz="18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hit.edu.cn</a:t>
            </a:r>
            <a:endParaRPr lang="zh-CN" altLang="en-US" sz="1800" b="1" u="sng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ea typeface="宋体" panose="02010600030101010101" pitchFamily="2" charset="-122"/>
            </a:endParaRPr>
          </a:p>
        </p:txBody>
      </p:sp>
      <p:sp>
        <p:nvSpPr>
          <p:cNvPr id="12" name="Text Box 4"/>
          <p:cNvSpPr txBox="1">
            <a:spLocks noChangeArrowheads="1"/>
          </p:cNvSpPr>
          <p:nvPr userDrawn="1"/>
        </p:nvSpPr>
        <p:spPr bwMode="auto">
          <a:xfrm>
            <a:off x="11041229" y="8620"/>
            <a:ext cx="1151449" cy="899430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anchor="ctr" anchorCtr="1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n-US" altLang="zh-CN" sz="2000" dirty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  <p:sldLayoutId id="2147483677" r:id="rId12"/>
    <p:sldLayoutId id="2147483678" r:id="rId13"/>
    <p:sldLayoutId id="2147483679" r:id="rId14"/>
    <p:sldLayoutId id="2147483680" r:id="rId15"/>
    <p:sldLayoutId id="2147483681" r:id="rId16"/>
  </p:sldLayoutIdLst>
  <p:transition/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隶书" panose="020105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隶书" panose="020105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隶书" panose="020105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隶书" panose="02010509060101010101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隶书" panose="02010509060101010101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隶书" panose="02010509060101010101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隶书" panose="02010509060101010101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隶书" panose="02010509060101010101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Blip>
          <a:blip r:embed="rId19"/>
        </a:buBlip>
        <a:defRPr sz="2800" b="1">
          <a:solidFill>
            <a:srgbClr val="3333FF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Blip>
          <a:blip r:embed="rId20"/>
        </a:buBlip>
        <a:defRPr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Blip>
          <a:blip r:embed="rId19"/>
        </a:buBlip>
        <a:defRPr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GIF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516" name="Text Box 4"/>
          <p:cNvSpPr txBox="1">
            <a:spLocks noChangeArrowheads="1"/>
          </p:cNvSpPr>
          <p:nvPr/>
        </p:nvSpPr>
        <p:spPr bwMode="auto">
          <a:xfrm>
            <a:off x="1631951" y="1843088"/>
            <a:ext cx="8893175" cy="6324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 fontAlgn="base">
              <a:lnSpc>
                <a:spcPct val="80000"/>
              </a:lnSpc>
              <a:spcBef>
                <a:spcPts val="1200"/>
              </a:spcBef>
              <a:spcAft>
                <a:spcPct val="0"/>
              </a:spcAft>
              <a:buClr>
                <a:srgbClr val="663300"/>
              </a:buClr>
              <a:buSzPct val="75000"/>
              <a:defRPr/>
            </a:pPr>
            <a:r>
              <a:rPr lang="zh-CN" sz="44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实验三 子程序</a:t>
            </a:r>
            <a:r>
              <a:rPr lang="en-US" altLang="zh-CN" sz="44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&amp;</a:t>
            </a:r>
            <a:r>
              <a:rPr lang="zh-CN" altLang="en-US" sz="44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宏设计实例</a:t>
            </a:r>
            <a:endParaRPr lang="zh-CN" sz="4400" b="1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ea typeface="隶书" panose="02010509060101010101" pitchFamily="49" charset="-122"/>
            </a:endParaRPr>
          </a:p>
        </p:txBody>
      </p:sp>
      <p:pic>
        <p:nvPicPr>
          <p:cNvPr id="3076" name="Picture 8" descr="logo"/>
          <p:cNvPicPr>
            <a:picLocks noChangeAspect="1"/>
          </p:cNvPicPr>
          <p:nvPr/>
        </p:nvPicPr>
        <p:blipFill>
          <a:blip r:embed="rId1"/>
          <a:srcRect l="9596"/>
          <a:stretch>
            <a:fillRect/>
          </a:stretch>
        </p:blipFill>
        <p:spPr>
          <a:xfrm>
            <a:off x="1524000" y="1"/>
            <a:ext cx="6445250" cy="10699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58184"/>
            <a:ext cx="10972800" cy="638754"/>
          </a:xfrm>
        </p:spPr>
        <p:txBody>
          <a:bodyPr/>
          <a:lstStyle/>
          <a:p>
            <a:r>
              <a:rPr lang="zh-CN" altLang="en-US" dirty="0"/>
              <a:t>必做题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093470"/>
            <a:ext cx="7574915" cy="5337175"/>
          </a:xfrm>
        </p:spPr>
        <p:txBody>
          <a:bodyPr/>
          <a:lstStyle/>
          <a:p>
            <a:pPr marL="0" indent="0" algn="l">
              <a:buNone/>
            </a:pPr>
            <a:r>
              <a:rPr lang="zh-CN" altLang="en-US" sz="2800" dirty="0">
                <a:effectLst/>
              </a:rPr>
              <a:t>给定一个字符串：</a:t>
            </a:r>
            <a:r>
              <a:rPr lang="en-US" altLang="zh-CN" sz="2800" dirty="0">
                <a:effectLst/>
              </a:rPr>
              <a:t>STRING DB 'Digital Image Processing', $</a:t>
            </a:r>
            <a:endParaRPr lang="en-US" altLang="zh-CN" sz="2800" dirty="0">
              <a:effectLst/>
            </a:endParaRPr>
          </a:p>
          <a:p>
            <a:pPr marL="0" indent="0" algn="l">
              <a:buNone/>
            </a:pPr>
            <a:r>
              <a:rPr lang="zh-CN" altLang="en-US" sz="2800" dirty="0">
                <a:effectLst/>
              </a:rPr>
              <a:t>编写汇编程序，实现对字符串的综合处理，要求：</a:t>
            </a:r>
            <a:endParaRPr lang="zh-CN" altLang="en-US" sz="2800" dirty="0">
              <a:effectLst/>
            </a:endParaRPr>
          </a:p>
          <a:p>
            <a:pPr lvl="1" algn="l"/>
            <a:r>
              <a:rPr lang="zh-CN" altLang="en-US" sz="2800" dirty="0">
                <a:effectLst/>
              </a:rPr>
              <a:t>编写宏 </a:t>
            </a:r>
            <a:r>
              <a:rPr lang="en-US" altLang="zh-CN" sz="2800" dirty="0">
                <a:effectLst/>
              </a:rPr>
              <a:t>STRLEN，</a:t>
            </a:r>
            <a:r>
              <a:rPr lang="zh-CN" altLang="en-US" sz="2800" dirty="0">
                <a:effectLst/>
              </a:rPr>
              <a:t>计算字符串长度。</a:t>
            </a:r>
            <a:endParaRPr lang="zh-CN" altLang="en-US" sz="2800" dirty="0">
              <a:effectLst/>
            </a:endParaRPr>
          </a:p>
          <a:p>
            <a:pPr lvl="1" algn="l"/>
            <a:r>
              <a:rPr lang="zh-CN" altLang="en-US" sz="2800" dirty="0">
                <a:effectLst/>
              </a:rPr>
              <a:t>编写宏 </a:t>
            </a:r>
            <a:r>
              <a:rPr lang="en-US" altLang="zh-CN" sz="2800" dirty="0">
                <a:effectLst/>
              </a:rPr>
              <a:t>COUNTCHAR，</a:t>
            </a:r>
            <a:r>
              <a:rPr lang="zh-CN" altLang="en-US" sz="2800" dirty="0">
                <a:effectLst/>
              </a:rPr>
              <a:t>统计指定字符在字符串中出现的次数。</a:t>
            </a:r>
            <a:endParaRPr lang="zh-CN" altLang="en-US" sz="2800" dirty="0">
              <a:effectLst/>
            </a:endParaRPr>
          </a:p>
          <a:p>
            <a:pPr lvl="1" algn="l"/>
            <a:r>
              <a:rPr lang="zh-CN" altLang="en-US" sz="2800" dirty="0">
                <a:effectLst/>
              </a:rPr>
              <a:t>编写子程序 </a:t>
            </a:r>
            <a:r>
              <a:rPr lang="en-US" altLang="zh-CN" sz="2800" dirty="0">
                <a:effectLst/>
              </a:rPr>
              <a:t>TOUPPER，</a:t>
            </a:r>
            <a:r>
              <a:rPr lang="zh-CN" altLang="en-US" sz="2800" dirty="0">
                <a:effectLst/>
              </a:rPr>
              <a:t>将字符串全部转换为大写字母。</a:t>
            </a:r>
            <a:endParaRPr lang="zh-CN" altLang="en-US" sz="2800" dirty="0">
              <a:effectLst/>
            </a:endParaRPr>
          </a:p>
          <a:p>
            <a:pPr lvl="1" algn="l"/>
            <a:r>
              <a:rPr lang="zh-CN" altLang="en-US" sz="2800" dirty="0">
                <a:effectLst/>
              </a:rPr>
              <a:t>编写子程序 </a:t>
            </a:r>
            <a:r>
              <a:rPr lang="en-US" altLang="zh-CN" sz="2800" dirty="0">
                <a:effectLst/>
              </a:rPr>
              <a:t>REVERSESTR，</a:t>
            </a:r>
            <a:r>
              <a:rPr lang="zh-CN" altLang="en-US" sz="2800" dirty="0">
                <a:effectLst/>
              </a:rPr>
              <a:t>将字符串进行逆序。</a:t>
            </a:r>
            <a:endParaRPr lang="zh-CN" altLang="en-US" sz="2800" dirty="0">
              <a:effectLst/>
            </a:endParaRPr>
          </a:p>
          <a:p>
            <a:pPr algn="l"/>
            <a:endParaRPr lang="zh-CN" altLang="en-US" sz="2800" dirty="0">
              <a:effectLst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759200" y="623633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8517890" y="2764790"/>
            <a:ext cx="3493770" cy="240220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Blip>
                <a:blip r:embed="rId1"/>
              </a:buBlip>
              <a:defRPr sz="2800" b="1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Blip>
                <a:blip r:embed="rId2"/>
              </a:buBlip>
              <a:defRPr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1800" b="0" kern="0" dirty="0">
                <a:solidFill>
                  <a:srgbClr val="FF0000"/>
                </a:solidFill>
                <a:effectLst/>
                <a:ea typeface="黑体" panose="02010609060101010101" pitchFamily="49" charset="-122"/>
              </a:rPr>
              <a:t>显示字符串 </a:t>
            </a:r>
            <a:r>
              <a:rPr lang="en-US" altLang="zh-CN" sz="1800" b="0" kern="0" dirty="0">
                <a:solidFill>
                  <a:srgbClr val="FF0000"/>
                </a:solidFill>
                <a:effectLst/>
                <a:ea typeface="黑体" panose="02010609060101010101" pitchFamily="49" charset="-122"/>
              </a:rPr>
              <a:t>(INT 21H</a:t>
            </a:r>
            <a:r>
              <a:rPr lang="zh-CN" altLang="en-US" sz="1800" b="0" kern="0" dirty="0">
                <a:solidFill>
                  <a:srgbClr val="FF0000"/>
                </a:solidFill>
                <a:effectLst/>
                <a:ea typeface="黑体" panose="02010609060101010101" pitchFamily="49" charset="-122"/>
              </a:rPr>
              <a:t>的</a:t>
            </a:r>
            <a:r>
              <a:rPr lang="en-US" altLang="zh-CN" sz="1800" b="0" kern="0" dirty="0">
                <a:solidFill>
                  <a:srgbClr val="FF0000"/>
                </a:solidFill>
                <a:effectLst/>
                <a:ea typeface="黑体" panose="02010609060101010101" pitchFamily="49" charset="-122"/>
              </a:rPr>
              <a:t>09H</a:t>
            </a:r>
            <a:r>
              <a:rPr lang="zh-CN" altLang="en-US" sz="1800" b="0" kern="0" dirty="0">
                <a:solidFill>
                  <a:srgbClr val="FF0000"/>
                </a:solidFill>
                <a:effectLst/>
                <a:ea typeface="黑体" panose="02010609060101010101" pitchFamily="49" charset="-122"/>
              </a:rPr>
              <a:t>功能</a:t>
            </a:r>
            <a:r>
              <a:rPr lang="en-US" altLang="zh-CN" sz="1800" b="0" kern="0" dirty="0">
                <a:solidFill>
                  <a:srgbClr val="FF0000"/>
                </a:solidFill>
                <a:effectLst/>
                <a:ea typeface="黑体" panose="02010609060101010101" pitchFamily="49" charset="-122"/>
              </a:rPr>
              <a:t>)</a:t>
            </a:r>
            <a:endParaRPr lang="en-US" altLang="zh-CN" sz="1800" b="0" kern="0" dirty="0">
              <a:solidFill>
                <a:srgbClr val="FF0000"/>
              </a:solidFill>
              <a:effectLst/>
            </a:endParaRPr>
          </a:p>
          <a:p>
            <a:r>
              <a:rPr lang="zh-CN" altLang="en-US" sz="1800" b="0" kern="0" dirty="0">
                <a:effectLst/>
                <a:ea typeface="宋体" panose="02010600030101010101" pitchFamily="2" charset="-122"/>
              </a:rPr>
              <a:t>入口参数：</a:t>
            </a:r>
            <a:endParaRPr lang="en-US" altLang="zh-CN" sz="1800" b="0" kern="0" dirty="0">
              <a:effectLst/>
              <a:ea typeface="宋体" panose="02010600030101010101" pitchFamily="2" charset="-122"/>
            </a:endParaRPr>
          </a:p>
          <a:p>
            <a:pPr lvl="1"/>
            <a:r>
              <a:rPr lang="zh-CN" altLang="en-US" sz="1800" kern="0" dirty="0">
                <a:solidFill>
                  <a:srgbClr val="3333FF"/>
                </a:solidFill>
                <a:ea typeface="宋体" panose="02010600030101010101" pitchFamily="2" charset="-122"/>
                <a:cs typeface="+mn-cs"/>
              </a:rPr>
              <a:t>定义要显示的字符串，字符串尾应为‘</a:t>
            </a:r>
            <a:r>
              <a:rPr lang="en-US" altLang="zh-CN" sz="1800" kern="0" dirty="0">
                <a:solidFill>
                  <a:srgbClr val="3333FF"/>
                </a:solidFill>
                <a:ea typeface="宋体" panose="02010600030101010101" pitchFamily="2" charset="-122"/>
                <a:cs typeface="+mn-cs"/>
              </a:rPr>
              <a:t>$</a:t>
            </a:r>
            <a:r>
              <a:rPr lang="zh-CN" altLang="en-US" sz="1800" kern="0" dirty="0">
                <a:solidFill>
                  <a:srgbClr val="3333FF"/>
                </a:solidFill>
                <a:ea typeface="宋体" panose="02010600030101010101" pitchFamily="2" charset="-122"/>
                <a:cs typeface="+mn-cs"/>
              </a:rPr>
              <a:t>’，作为结束显示的标志。</a:t>
            </a:r>
            <a:endParaRPr lang="en-US" altLang="zh-CN" sz="1800" kern="0" dirty="0">
              <a:solidFill>
                <a:srgbClr val="3333FF"/>
              </a:solidFill>
              <a:ea typeface="宋体" panose="02010600030101010101" pitchFamily="2" charset="-122"/>
              <a:cs typeface="+mn-cs"/>
            </a:endParaRPr>
          </a:p>
          <a:p>
            <a:pPr lvl="1"/>
            <a:r>
              <a:rPr lang="en-US" altLang="zh-CN" sz="1800" kern="0" dirty="0">
                <a:solidFill>
                  <a:srgbClr val="3333FF"/>
                </a:solidFill>
                <a:ea typeface="宋体" panose="02010600030101010101" pitchFamily="2" charset="-122"/>
                <a:cs typeface="+mn-cs"/>
              </a:rPr>
              <a:t>DS : DX = </a:t>
            </a:r>
            <a:r>
              <a:rPr lang="zh-CN" altLang="en-US" sz="1800" kern="0" dirty="0">
                <a:solidFill>
                  <a:srgbClr val="3333FF"/>
                </a:solidFill>
                <a:ea typeface="宋体" panose="02010600030101010101" pitchFamily="2" charset="-122"/>
                <a:cs typeface="+mn-cs"/>
              </a:rPr>
              <a:t>字符串的首地址</a:t>
            </a:r>
            <a:endParaRPr lang="zh-CN" altLang="en-US" sz="1800" kern="0" dirty="0">
              <a:solidFill>
                <a:srgbClr val="3333FF"/>
              </a:solidFill>
              <a:ea typeface="宋体" panose="02010600030101010101" pitchFamily="2" charset="-122"/>
              <a:cs typeface="+mn-cs"/>
            </a:endParaRPr>
          </a:p>
          <a:p>
            <a:r>
              <a:rPr lang="zh-CN" altLang="en-US" sz="1800" b="0" kern="0" dirty="0">
                <a:effectLst/>
                <a:ea typeface="宋体" panose="02010600030101010101" pitchFamily="2" charset="-122"/>
              </a:rPr>
              <a:t>功能号：AH = 09H</a:t>
            </a:r>
            <a:endParaRPr lang="zh-CN" altLang="en-US" sz="1800" b="0" kern="0" dirty="0">
              <a:effectLst/>
              <a:ea typeface="宋体" panose="02010600030101010101" pitchFamily="2" charset="-122"/>
            </a:endParaRPr>
          </a:p>
          <a:p>
            <a:r>
              <a:rPr lang="zh-CN" altLang="en-US" sz="1800" b="0" kern="0" dirty="0">
                <a:effectLst/>
                <a:ea typeface="宋体" panose="02010600030101010101" pitchFamily="2" charset="-122"/>
              </a:rPr>
              <a:t>类型号：21H</a:t>
            </a:r>
            <a:endParaRPr lang="zh-CN" altLang="en-US" sz="1800" kern="0" dirty="0"/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58184"/>
            <a:ext cx="10972800" cy="638754"/>
          </a:xfrm>
        </p:spPr>
        <p:txBody>
          <a:bodyPr/>
          <a:lstStyle/>
          <a:p>
            <a:r>
              <a:rPr lang="zh-CN" altLang="en-US" dirty="0"/>
              <a:t>选做题</a:t>
            </a:r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609600" y="985259"/>
            <a:ext cx="10707173" cy="51123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800" b="1" kern="0" dirty="0">
                <a:solidFill>
                  <a:srgbClr val="3333FF"/>
                </a:solidFill>
                <a:effectLst/>
              </a:rPr>
              <a:t>给定多个整数数组：</a:t>
            </a:r>
            <a:endParaRPr lang="zh-CN" altLang="en-US" sz="2800" b="1" kern="0" dirty="0">
              <a:solidFill>
                <a:srgbClr val="3333FF"/>
              </a:solidFill>
              <a:effectLst/>
            </a:endParaRPr>
          </a:p>
          <a:p>
            <a:pPr>
              <a:lnSpc>
                <a:spcPct val="120000"/>
              </a:lnSpc>
            </a:pPr>
            <a:r>
              <a:rPr lang="en-US" altLang="zh-CN" sz="2400" dirty="0"/>
              <a:t>ARRAY1  DW 12, 35, 8, 67, 24, 51, 19, 43</a:t>
            </a:r>
            <a:endParaRPr lang="en-US" altLang="zh-CN" sz="2400" dirty="0"/>
          </a:p>
          <a:p>
            <a:pPr>
              <a:lnSpc>
                <a:spcPct val="120000"/>
              </a:lnSpc>
            </a:pPr>
            <a:r>
              <a:rPr lang="en-US" altLang="zh-CN" sz="2400" dirty="0"/>
              <a:t>ARRAY2  DW 105, 23, 67, 89, 12, 56, 34, 78</a:t>
            </a:r>
            <a:endParaRPr lang="en-US" altLang="zh-CN" sz="2400" dirty="0"/>
          </a:p>
          <a:p>
            <a:pPr>
              <a:lnSpc>
                <a:spcPct val="120000"/>
              </a:lnSpc>
            </a:pPr>
            <a:r>
              <a:rPr lang="en-US" altLang="zh-CN" sz="2400" dirty="0"/>
              <a:t>ARRAY3  DW 31, 42, 15, 76, 28, 63, 91, 54</a:t>
            </a:r>
            <a:endParaRPr lang="en-US" altLang="zh-CN" sz="2400" dirty="0"/>
          </a:p>
          <a:p>
            <a:pPr>
              <a:lnSpc>
                <a:spcPct val="120000"/>
              </a:lnSpc>
            </a:pPr>
            <a:endParaRPr lang="en-US" altLang="zh-CN" sz="2400" dirty="0"/>
          </a:p>
          <a:p>
            <a:pPr>
              <a:lnSpc>
                <a:spcPct val="120000"/>
              </a:lnSpc>
            </a:pPr>
            <a:r>
              <a:rPr lang="zh-CN" altLang="en-US" sz="2800" b="1" kern="0" dirty="0">
                <a:solidFill>
                  <a:srgbClr val="3333FF"/>
                </a:solidFill>
                <a:effectLst/>
              </a:rPr>
              <a:t>设计子程序或宏实现以下功能：</a:t>
            </a:r>
            <a:endParaRPr lang="zh-CN" altLang="en-US" sz="2800" b="1" kern="0" dirty="0">
              <a:solidFill>
                <a:srgbClr val="3333FF"/>
              </a:solidFill>
              <a:effectLst/>
            </a:endParaRPr>
          </a:p>
          <a:p>
            <a:pPr>
              <a:lnSpc>
                <a:spcPct val="120000"/>
              </a:lnSpc>
            </a:pPr>
            <a:r>
              <a:rPr lang="en-US" altLang="zh-CN" sz="2400" dirty="0"/>
              <a:t>SUMARRAY       ; </a:t>
            </a:r>
            <a:r>
              <a:rPr lang="zh-CN" altLang="en-US" sz="2400" dirty="0"/>
              <a:t>求数组元素之和</a:t>
            </a:r>
            <a:endParaRPr lang="zh-CN" altLang="en-US" sz="2400" dirty="0"/>
          </a:p>
          <a:p>
            <a:pPr>
              <a:lnSpc>
                <a:spcPct val="120000"/>
              </a:lnSpc>
            </a:pPr>
            <a:r>
              <a:rPr lang="en-US" altLang="zh-CN" sz="2400" dirty="0"/>
              <a:t>MAXARRAY       ; </a:t>
            </a:r>
            <a:r>
              <a:rPr lang="zh-CN" altLang="en-US" sz="2400" dirty="0"/>
              <a:t>求最大值</a:t>
            </a:r>
            <a:endParaRPr lang="zh-CN" altLang="en-US" sz="2400" dirty="0"/>
          </a:p>
          <a:p>
            <a:pPr>
              <a:lnSpc>
                <a:spcPct val="120000"/>
              </a:lnSpc>
            </a:pPr>
            <a:r>
              <a:rPr lang="en-US" altLang="zh-CN" sz="2400" dirty="0"/>
              <a:t>MINARRAY       ; </a:t>
            </a:r>
            <a:r>
              <a:rPr lang="zh-CN" altLang="en-US" sz="2400" dirty="0"/>
              <a:t>求最小值</a:t>
            </a:r>
            <a:endParaRPr lang="zh-CN" altLang="en-US" sz="2400" dirty="0"/>
          </a:p>
          <a:p>
            <a:pPr>
              <a:lnSpc>
                <a:spcPct val="120000"/>
              </a:lnSpc>
            </a:pPr>
            <a:r>
              <a:rPr lang="en-US" altLang="zh-CN" sz="2400" dirty="0"/>
              <a:t>AVGARRAY       ; </a:t>
            </a:r>
            <a:r>
              <a:rPr lang="zh-CN" altLang="en-US" sz="2400" dirty="0"/>
              <a:t>求平均值</a:t>
            </a:r>
            <a:endParaRPr lang="zh-CN" altLang="en-US" sz="2400" dirty="0"/>
          </a:p>
          <a:p>
            <a:pPr>
              <a:lnSpc>
                <a:spcPct val="120000"/>
              </a:lnSpc>
            </a:pPr>
            <a:r>
              <a:rPr lang="en-US" altLang="zh-CN" sz="2400" dirty="0"/>
              <a:t>SORTARRAY      ; </a:t>
            </a:r>
            <a:r>
              <a:rPr lang="zh-CN" altLang="en-US" sz="2400" dirty="0"/>
              <a:t>对数组进行升序排序</a:t>
            </a:r>
            <a:endParaRPr lang="zh-CN" altLang="en-US" sz="2400" dirty="0"/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1_Level">
  <a:themeElements>
    <a:clrScheme name="Level 9">
      <a:dk1>
        <a:srgbClr val="000000"/>
      </a:dk1>
      <a:lt1>
        <a:srgbClr val="FFFFFF"/>
      </a:lt1>
      <a:dk2>
        <a:srgbClr val="CC3300"/>
      </a:dk2>
      <a:lt2>
        <a:srgbClr val="663300"/>
      </a:lt2>
      <a:accent1>
        <a:srgbClr val="FFCC00"/>
      </a:accent1>
      <a:accent2>
        <a:srgbClr val="CC6600"/>
      </a:accent2>
      <a:accent3>
        <a:srgbClr val="FFFFFF"/>
      </a:accent3>
      <a:accent4>
        <a:srgbClr val="000000"/>
      </a:accent4>
      <a:accent5>
        <a:srgbClr val="FFE2AA"/>
      </a:accent5>
      <a:accent6>
        <a:srgbClr val="B95C00"/>
      </a:accent6>
      <a:hlink>
        <a:srgbClr val="FF0000"/>
      </a:hlink>
      <a:folHlink>
        <a:srgbClr val="996633"/>
      </a:folHlink>
    </a:clrScheme>
    <a:fontScheme name="Level">
      <a:majorFont>
        <a:latin typeface="Times New Roman"/>
        <a:ea typeface="隶书"/>
        <a:cs typeface=""/>
      </a:majorFont>
      <a:minorFont>
        <a:latin typeface="Times New Roman"/>
        <a:ea typeface="华文楷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solidFill>
            <a:srgbClr val="66CCFF"/>
          </a:solidFill>
          <a:prstDash val="solid"/>
          <a:round/>
          <a:headEnd type="none" w="med" len="med"/>
          <a:tailEnd type="stealth" w="lg" len="lg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solidFill>
            <a:srgbClr val="66CCFF"/>
          </a:solidFill>
          <a:prstDash val="solid"/>
          <a:round/>
          <a:headEnd type="none" w="med" len="med"/>
          <a:tailEnd type="stealth" w="lg" len="lg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Level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vel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vel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vel 9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FF00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3_Level">
  <a:themeElements>
    <a:clrScheme name="Level 9">
      <a:dk1>
        <a:srgbClr val="000000"/>
      </a:dk1>
      <a:lt1>
        <a:srgbClr val="FFFFFF"/>
      </a:lt1>
      <a:dk2>
        <a:srgbClr val="CC3300"/>
      </a:dk2>
      <a:lt2>
        <a:srgbClr val="663300"/>
      </a:lt2>
      <a:accent1>
        <a:srgbClr val="FFCC00"/>
      </a:accent1>
      <a:accent2>
        <a:srgbClr val="CC6600"/>
      </a:accent2>
      <a:accent3>
        <a:srgbClr val="FFFFFF"/>
      </a:accent3>
      <a:accent4>
        <a:srgbClr val="000000"/>
      </a:accent4>
      <a:accent5>
        <a:srgbClr val="FFE2AA"/>
      </a:accent5>
      <a:accent6>
        <a:srgbClr val="B95C00"/>
      </a:accent6>
      <a:hlink>
        <a:srgbClr val="FF0000"/>
      </a:hlink>
      <a:folHlink>
        <a:srgbClr val="996633"/>
      </a:folHlink>
    </a:clrScheme>
    <a:fontScheme name="Level">
      <a:majorFont>
        <a:latin typeface="Times New Roman"/>
        <a:ea typeface="隶书"/>
        <a:cs typeface=""/>
      </a:majorFont>
      <a:minorFont>
        <a:latin typeface="Times New Roman"/>
        <a:ea typeface="华文楷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solidFill>
            <a:srgbClr val="66CCFF"/>
          </a:solidFill>
          <a:prstDash val="solid"/>
          <a:round/>
          <a:headEnd type="none" w="med" len="med"/>
          <a:tailEnd type="stealth" w="lg" len="lg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solidFill>
            <a:srgbClr val="66CCFF"/>
          </a:solidFill>
          <a:prstDash val="solid"/>
          <a:round/>
          <a:headEnd type="none" w="med" len="med"/>
          <a:tailEnd type="stealth" w="lg" len="lg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Level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vel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vel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vel 9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FF00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543</Words>
  <Application>WPS 演示</Application>
  <PresentationFormat>宽屏</PresentationFormat>
  <Paragraphs>33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</vt:i4>
      </vt:variant>
    </vt:vector>
  </HeadingPairs>
  <TitlesOfParts>
    <vt:vector size="16" baseType="lpstr">
      <vt:lpstr>Arial</vt:lpstr>
      <vt:lpstr>宋体</vt:lpstr>
      <vt:lpstr>Wingdings</vt:lpstr>
      <vt:lpstr>Times New Roman</vt:lpstr>
      <vt:lpstr>Verdana</vt:lpstr>
      <vt:lpstr>隶书</vt:lpstr>
      <vt:lpstr>微软雅黑</vt:lpstr>
      <vt:lpstr>Arial Unicode MS</vt:lpstr>
      <vt:lpstr>华文楷体</vt:lpstr>
      <vt:lpstr>Calibri</vt:lpstr>
      <vt:lpstr>黑体</vt:lpstr>
      <vt:lpstr>1_Level</vt:lpstr>
      <vt:lpstr>3_Level</vt:lpstr>
      <vt:lpstr>PowerPoint 演示文稿</vt:lpstr>
      <vt:lpstr>必做题</vt:lpstr>
      <vt:lpstr>选做题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Yff</dc:creator>
  <cp:lastModifiedBy>卢光明</cp:lastModifiedBy>
  <cp:revision>42</cp:revision>
  <dcterms:created xsi:type="dcterms:W3CDTF">2017-09-28T03:13:00Z</dcterms:created>
  <dcterms:modified xsi:type="dcterms:W3CDTF">2026-10-08T03:03:14Z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D4D38A91BCEB4E75AB21F955E0A06371_12</vt:lpwstr>
  </property>
</Properties>
</file>