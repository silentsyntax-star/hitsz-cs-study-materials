
<file path=[Content_Types].xml><?xml version="1.0" encoding="utf-8"?>
<Types xmlns="http://schemas.openxmlformats.org/package/2006/content-types">
  <Default Extension="bin" ContentType="application/vnd.openxmlformats-officedocument.oleObject"/>
  <Default Extension="jpeg" ContentType="image/jpeg"/>
  <Default Extension="jpg" ContentType="image/jpeg"/>
  <Default Extension="png" ContentType="image/png"/>
  <Default Extension="rels" ContentType="application/vnd.openxmlformats-package.relationships+xml"/>
  <Default Extension="vml" ContentType="application/vnd.openxmlformats-officedocument.vmlDrawing"/>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75" r:id="rId1"/>
  </p:sldMasterIdLst>
  <p:notesMasterIdLst>
    <p:notesMasterId r:id="rId39"/>
  </p:notesMasterIdLst>
  <p:sldIdLst>
    <p:sldId id="1270" r:id="rId2"/>
    <p:sldId id="1215" r:id="rId3"/>
    <p:sldId id="1217" r:id="rId4"/>
    <p:sldId id="1347" r:id="rId5"/>
    <p:sldId id="1222" r:id="rId6"/>
    <p:sldId id="1220" r:id="rId7"/>
    <p:sldId id="1218" r:id="rId8"/>
    <p:sldId id="1346" r:id="rId9"/>
    <p:sldId id="1245" r:id="rId10"/>
    <p:sldId id="10103" r:id="rId11"/>
    <p:sldId id="1247" r:id="rId12"/>
    <p:sldId id="1332" r:id="rId13"/>
    <p:sldId id="1334" r:id="rId14"/>
    <p:sldId id="1335" r:id="rId15"/>
    <p:sldId id="1249" r:id="rId16"/>
    <p:sldId id="1337" r:id="rId17"/>
    <p:sldId id="657" r:id="rId18"/>
    <p:sldId id="1354" r:id="rId19"/>
    <p:sldId id="1241" r:id="rId20"/>
    <p:sldId id="1344" r:id="rId21"/>
    <p:sldId id="1349" r:id="rId22"/>
    <p:sldId id="1325" r:id="rId23"/>
    <p:sldId id="1345" r:id="rId24"/>
    <p:sldId id="1353" r:id="rId25"/>
    <p:sldId id="1350" r:id="rId26"/>
    <p:sldId id="1351" r:id="rId27"/>
    <p:sldId id="1314" r:id="rId28"/>
    <p:sldId id="1315" r:id="rId29"/>
    <p:sldId id="1316" r:id="rId30"/>
    <p:sldId id="1273" r:id="rId31"/>
    <p:sldId id="1338" r:id="rId32"/>
    <p:sldId id="1341" r:id="rId33"/>
    <p:sldId id="1279" r:id="rId34"/>
    <p:sldId id="1342" r:id="rId35"/>
    <p:sldId id="1284" r:id="rId36"/>
    <p:sldId id="1285" r:id="rId37"/>
    <p:sldId id="1286" r:id="rId38"/>
  </p:sldIdLst>
  <p:sldSz cx="9144000" cy="5143500" type="screen16x9"/>
  <p:notesSz cx="6858000" cy="9144000"/>
  <p:defaultTextStyle>
    <a:defPPr>
      <a:defRPr lang="zh-CN"/>
    </a:defPPr>
    <a:lvl1pPr algn="l" rtl="0" fontAlgn="base">
      <a:spcBef>
        <a:spcPct val="0"/>
      </a:spcBef>
      <a:spcAft>
        <a:spcPct val="0"/>
      </a:spcAft>
      <a:defRPr kern="1200">
        <a:solidFill>
          <a:schemeClr val="tx1"/>
        </a:solidFill>
        <a:latin typeface="Arial" charset="0"/>
        <a:ea typeface="宋体" charset="-122"/>
        <a:cs typeface="+mn-cs"/>
      </a:defRPr>
    </a:lvl1pPr>
    <a:lvl2pPr marL="457200" algn="l" rtl="0" fontAlgn="base">
      <a:spcBef>
        <a:spcPct val="0"/>
      </a:spcBef>
      <a:spcAft>
        <a:spcPct val="0"/>
      </a:spcAft>
      <a:defRPr kern="1200">
        <a:solidFill>
          <a:schemeClr val="tx1"/>
        </a:solidFill>
        <a:latin typeface="Arial" charset="0"/>
        <a:ea typeface="宋体" charset="-122"/>
        <a:cs typeface="+mn-cs"/>
      </a:defRPr>
    </a:lvl2pPr>
    <a:lvl3pPr marL="914400" algn="l" rtl="0" fontAlgn="base">
      <a:spcBef>
        <a:spcPct val="0"/>
      </a:spcBef>
      <a:spcAft>
        <a:spcPct val="0"/>
      </a:spcAft>
      <a:defRPr kern="1200">
        <a:solidFill>
          <a:schemeClr val="tx1"/>
        </a:solidFill>
        <a:latin typeface="Arial" charset="0"/>
        <a:ea typeface="宋体" charset="-122"/>
        <a:cs typeface="+mn-cs"/>
      </a:defRPr>
    </a:lvl3pPr>
    <a:lvl4pPr marL="1371600" algn="l" rtl="0" fontAlgn="base">
      <a:spcBef>
        <a:spcPct val="0"/>
      </a:spcBef>
      <a:spcAft>
        <a:spcPct val="0"/>
      </a:spcAft>
      <a:defRPr kern="1200">
        <a:solidFill>
          <a:schemeClr val="tx1"/>
        </a:solidFill>
        <a:latin typeface="Arial" charset="0"/>
        <a:ea typeface="宋体" charset="-122"/>
        <a:cs typeface="+mn-cs"/>
      </a:defRPr>
    </a:lvl4pPr>
    <a:lvl5pPr marL="1828800" algn="l" rtl="0" fontAlgn="base">
      <a:spcBef>
        <a:spcPct val="0"/>
      </a:spcBef>
      <a:spcAft>
        <a:spcPct val="0"/>
      </a:spcAft>
      <a:defRPr kern="1200">
        <a:solidFill>
          <a:schemeClr val="tx1"/>
        </a:solidFill>
        <a:latin typeface="Arial" charset="0"/>
        <a:ea typeface="宋体" charset="-122"/>
        <a:cs typeface="+mn-cs"/>
      </a:defRPr>
    </a:lvl5pPr>
    <a:lvl6pPr marL="2286000" algn="l" defTabSz="914400" rtl="0" eaLnBrk="1" latinLnBrk="0" hangingPunct="1">
      <a:defRPr kern="1200">
        <a:solidFill>
          <a:schemeClr val="tx1"/>
        </a:solidFill>
        <a:latin typeface="Arial" charset="0"/>
        <a:ea typeface="宋体" charset="-122"/>
        <a:cs typeface="+mn-cs"/>
      </a:defRPr>
    </a:lvl6pPr>
    <a:lvl7pPr marL="2743200" algn="l" defTabSz="914400" rtl="0" eaLnBrk="1" latinLnBrk="0" hangingPunct="1">
      <a:defRPr kern="1200">
        <a:solidFill>
          <a:schemeClr val="tx1"/>
        </a:solidFill>
        <a:latin typeface="Arial" charset="0"/>
        <a:ea typeface="宋体" charset="-122"/>
        <a:cs typeface="+mn-cs"/>
      </a:defRPr>
    </a:lvl7pPr>
    <a:lvl8pPr marL="3200400" algn="l" defTabSz="914400" rtl="0" eaLnBrk="1" latinLnBrk="0" hangingPunct="1">
      <a:defRPr kern="1200">
        <a:solidFill>
          <a:schemeClr val="tx1"/>
        </a:solidFill>
        <a:latin typeface="Arial" charset="0"/>
        <a:ea typeface="宋体" charset="-122"/>
        <a:cs typeface="+mn-cs"/>
      </a:defRPr>
    </a:lvl8pPr>
    <a:lvl9pPr marL="3657600" algn="l" defTabSz="914400" rtl="0" eaLnBrk="1" latinLnBrk="0" hangingPunct="1">
      <a:defRPr kern="1200">
        <a:solidFill>
          <a:schemeClr val="tx1"/>
        </a:solidFill>
        <a:latin typeface="Arial" charset="0"/>
        <a:ea typeface="宋体" charset="-122"/>
        <a:cs typeface="+mn-cs"/>
      </a:defRPr>
    </a:lvl9pPr>
  </p:defaultTextStyle>
  <p:extLst>
    <p:ext uri="{EFAFB233-063F-42B5-8137-9DF3F51BA10A}">
      <p15:sldGuideLst xmlns:p15="http://schemas.microsoft.com/office/powerpoint/2012/main">
        <p15:guide id="3" orient="horz" pos="4201" userDrawn="1">
          <p15:clr>
            <a:srgbClr val="A4A3A4"/>
          </p15:clr>
        </p15:guide>
        <p15:guide id="4" pos="2879">
          <p15:clr>
            <a:srgbClr val="A4A3A4"/>
          </p15:clr>
        </p15:guide>
        <p15:guide id="5" orient="horz" pos="3151">
          <p15:clr>
            <a:srgbClr val="A4A3A4"/>
          </p15:clr>
        </p15:guide>
      </p15:sldGuideLst>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guide id="3" orient="horz" pos="4200">
          <p15:clr>
            <a:srgbClr val="A4A3A4"/>
          </p15:clr>
        </p15:guide>
        <p15:guide id="4" pos="2879">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99FF"/>
    <a:srgbClr val="003B76"/>
    <a:srgbClr val="66CCFF"/>
    <a:srgbClr val="3366FF"/>
    <a:srgbClr val="736303"/>
    <a:srgbClr val="F0DA04"/>
    <a:srgbClr val="33CCFF"/>
    <a:srgbClr val="6D629C"/>
    <a:srgbClr val="7F629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D27102A9-8310-4765-A935-A1911B00CA55}" styleName="浅色样式 1 - 强调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1E171933-4619-4E11-9A3F-F7608DF75F80}" styleName="中度样式 1 - 强调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797" autoAdjust="0"/>
    <p:restoredTop sz="89821" autoAdjust="0"/>
  </p:normalViewPr>
  <p:slideViewPr>
    <p:cSldViewPr snapToObjects="1">
      <p:cViewPr varScale="1">
        <p:scale>
          <a:sx n="78" d="100"/>
          <a:sy n="78" d="100"/>
        </p:scale>
        <p:origin x="932" y="48"/>
      </p:cViewPr>
      <p:guideLst>
        <p:guide orient="horz" pos="4201"/>
        <p:guide pos="2879"/>
        <p:guide orient="horz" pos="3151"/>
      </p:guideLst>
    </p:cSldViewPr>
  </p:slideViewPr>
  <p:notesTextViewPr>
    <p:cViewPr>
      <p:scale>
        <a:sx n="300" d="100"/>
        <a:sy n="300" d="100"/>
      </p:scale>
      <p:origin x="0" y="0"/>
    </p:cViewPr>
  </p:notesTextViewPr>
  <p:sorterViewPr>
    <p:cViewPr>
      <p:scale>
        <a:sx n="100" d="100"/>
        <a:sy n="100" d="100"/>
      </p:scale>
      <p:origin x="0" y="-26472"/>
    </p:cViewPr>
  </p:sorterViewPr>
  <p:notesViewPr>
    <p:cSldViewPr snapToObjects="1">
      <p:cViewPr varScale="1">
        <p:scale>
          <a:sx n="47" d="100"/>
          <a:sy n="47" d="100"/>
        </p:scale>
        <p:origin x="2694" y="60"/>
      </p:cViewPr>
      <p:guideLst>
        <p:guide orient="horz" pos="2880"/>
        <p:guide pos="2160"/>
        <p:guide orient="horz" pos="4200"/>
        <p:guide pos="2879"/>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defRPr>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ea typeface="+mn-ea"/>
              </a:defRPr>
            </a:lvl1pPr>
          </a:lstStyle>
          <a:p>
            <a:pPr>
              <a:defRPr/>
            </a:pPr>
            <a:fld id="{F4DA7F0C-A8F0-4487-826C-000FF0B66B21}" type="datetimeFigureOut">
              <a:rPr lang="zh-CN" altLang="en-US"/>
              <a:pPr>
                <a:defRPr/>
              </a:pPr>
              <a:t>2025/3/7</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defRPr>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ea typeface="+mn-ea"/>
              </a:defRPr>
            </a:lvl1pPr>
          </a:lstStyle>
          <a:p>
            <a:pPr>
              <a:defRPr/>
            </a:pPr>
            <a:fld id="{B6C58412-F58B-4DA5-9529-CC0CDE193992}" type="slidenum">
              <a:rPr lang="zh-CN" altLang="en-US"/>
              <a:pPr>
                <a:defRPr/>
              </a:pPr>
              <a:t>‹#›</a:t>
            </a:fld>
            <a:endParaRPr lang="zh-CN" altLang="en-US"/>
          </a:p>
        </p:txBody>
      </p:sp>
    </p:spTree>
    <p:extLst>
      <p:ext uri="{BB962C8B-B14F-4D97-AF65-F5344CB8AC3E}">
        <p14:creationId xmlns:p14="http://schemas.microsoft.com/office/powerpoint/2010/main" val="256516533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blog.csdn.net/m0_73995538/article/details/133046112" TargetMode="External"/><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dirty="0">
                <a:cs typeface="+mn-ea"/>
                <a:sym typeface="+mn-lt"/>
              </a:rPr>
              <a:t>数组：用于容纳同种类型的元素</a:t>
            </a:r>
            <a:endParaRPr lang="en-US" altLang="zh-CN" sz="1200" dirty="0">
              <a:cs typeface="+mn-ea"/>
              <a:sym typeface="+mn-lt"/>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zh-CN" sz="1200" dirty="0">
              <a:cs typeface="+mn-ea"/>
              <a:sym typeface="+mn-lt"/>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b="1" u="none" strike="noStrike" dirty="0">
                <a:solidFill>
                  <a:srgbClr val="4007A2"/>
                </a:solidFill>
                <a:effectLst/>
                <a:latin typeface="Arial" panose="020B0604020202020204" pitchFamily="34" charset="0"/>
                <a:hlinkClick r:id="rId3"/>
              </a:rPr>
              <a:t>Python</a:t>
            </a:r>
            <a:r>
              <a:rPr lang="zh-CN" altLang="en-US" b="0" u="none" strike="noStrike" dirty="0">
                <a:solidFill>
                  <a:srgbClr val="CC0000"/>
                </a:solidFill>
                <a:effectLst/>
                <a:latin typeface="Arial" panose="020B0604020202020204" pitchFamily="34" charset="0"/>
                <a:hlinkClick r:id="rId3"/>
              </a:rPr>
              <a:t>数据容器</a:t>
            </a:r>
            <a:r>
              <a:rPr lang="en-US" altLang="zh-CN" b="1" u="none" strike="noStrike" dirty="0">
                <a:solidFill>
                  <a:srgbClr val="4007A2"/>
                </a:solidFill>
                <a:effectLst/>
                <a:latin typeface="Arial" panose="020B0604020202020204" pitchFamily="34" charset="0"/>
                <a:hlinkClick r:id="rId3"/>
              </a:rPr>
              <a:t>——</a:t>
            </a:r>
            <a:r>
              <a:rPr lang="zh-CN" altLang="en-US" b="1" u="none" strike="noStrike" dirty="0">
                <a:solidFill>
                  <a:srgbClr val="4007A2"/>
                </a:solidFill>
                <a:effectLst/>
                <a:latin typeface="Arial" panose="020B0604020202020204" pitchFamily="34" charset="0"/>
                <a:hlinkClick r:id="rId3"/>
              </a:rPr>
              <a:t>列表、元组、字符串、集合、字典</a:t>
            </a:r>
            <a:endParaRPr lang="zh-CN" altLang="en-US" b="1" dirty="0">
              <a:solidFill>
                <a:srgbClr val="71777D"/>
              </a:solidFill>
              <a:effectLst/>
              <a:latin typeface="Arial" panose="020B060402020202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b="0" i="0" dirty="0">
                <a:solidFill>
                  <a:srgbClr val="71777D"/>
                </a:solidFill>
                <a:effectLst/>
                <a:latin typeface="Arial" panose="020B0604020202020204" pitchFamily="34" charset="0"/>
              </a:rPr>
              <a:t> 每种容器都有其独特的特性和适用场景，适合存储不同类型的数据。</a:t>
            </a:r>
            <a:endParaRPr lang="zh-CN" altLang="en-US" sz="1200" dirty="0">
              <a:cs typeface="+mn-ea"/>
              <a:sym typeface="+mn-lt"/>
            </a:endParaRPr>
          </a:p>
          <a:p>
            <a:endParaRPr lang="zh-CN" altLang="en-US" dirty="0"/>
          </a:p>
        </p:txBody>
      </p:sp>
      <p:sp>
        <p:nvSpPr>
          <p:cNvPr id="4" name="灯片编号占位符 3"/>
          <p:cNvSpPr>
            <a:spLocks noGrp="1"/>
          </p:cNvSpPr>
          <p:nvPr>
            <p:ph type="sldNum" sz="quarter" idx="5"/>
          </p:nvPr>
        </p:nvSpPr>
        <p:spPr/>
        <p:txBody>
          <a:bodyPr/>
          <a:lstStyle/>
          <a:p>
            <a:pPr>
              <a:defRPr/>
            </a:pPr>
            <a:fld id="{B6C58412-F58B-4DA5-9529-CC0CDE193992}" type="slidenum">
              <a:rPr lang="zh-CN" altLang="en-US" smtClean="0"/>
              <a:pPr>
                <a:defRPr/>
              </a:pPr>
              <a:t>1</a:t>
            </a:fld>
            <a:endParaRPr lang="zh-CN" altLang="en-US"/>
          </a:p>
        </p:txBody>
      </p:sp>
    </p:spTree>
    <p:extLst>
      <p:ext uri="{BB962C8B-B14F-4D97-AF65-F5344CB8AC3E}">
        <p14:creationId xmlns:p14="http://schemas.microsoft.com/office/powerpoint/2010/main" val="5388616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atinLnBrk="1">
              <a:lnSpc>
                <a:spcPct val="150000"/>
              </a:lnSpc>
            </a:pPr>
            <a:r>
              <a:rPr lang="zh-CN" altLang="en-US" b="0" i="0" dirty="0">
                <a:solidFill>
                  <a:srgbClr val="333333"/>
                </a:solidFill>
                <a:effectLst/>
                <a:latin typeface="Helvetica Neue"/>
              </a:rPr>
              <a:t>数组可以是一维数组（向量）、二维</a:t>
            </a:r>
            <a:r>
              <a:rPr lang="en-US" altLang="zh-CN" b="0" i="0" dirty="0">
                <a:solidFill>
                  <a:srgbClr val="333333"/>
                </a:solidFill>
                <a:effectLst/>
                <a:latin typeface="Helvetica Neue"/>
              </a:rPr>
              <a:t>(</a:t>
            </a:r>
            <a:r>
              <a:rPr lang="zh-CN" altLang="en-US" b="0" i="0" dirty="0">
                <a:solidFill>
                  <a:srgbClr val="333333"/>
                </a:solidFill>
                <a:effectLst/>
                <a:latin typeface="Helvetica Neue"/>
              </a:rPr>
              <a:t>矩阵</a:t>
            </a:r>
            <a:r>
              <a:rPr lang="en-US" altLang="zh-CN" b="0" i="0" dirty="0">
                <a:solidFill>
                  <a:srgbClr val="333333"/>
                </a:solidFill>
                <a:effectLst/>
                <a:latin typeface="Helvetica Neue"/>
              </a:rPr>
              <a:t>)</a:t>
            </a:r>
            <a:r>
              <a:rPr lang="zh-CN" altLang="en-US" b="0" i="0" dirty="0">
                <a:solidFill>
                  <a:srgbClr val="333333"/>
                </a:solidFill>
                <a:effectLst/>
                <a:latin typeface="Helvetica Neue"/>
              </a:rPr>
              <a:t>和多维数组</a:t>
            </a:r>
          </a:p>
          <a:p>
            <a:pPr algn="l" latinLnBrk="1">
              <a:lnSpc>
                <a:spcPct val="150000"/>
              </a:lnSpc>
            </a:pPr>
            <a:r>
              <a:rPr lang="zh-CN" altLang="en-US" b="0" i="0" dirty="0">
                <a:solidFill>
                  <a:srgbClr val="333333"/>
                </a:solidFill>
                <a:effectLst/>
                <a:latin typeface="Helvetica Neue"/>
              </a:rPr>
              <a:t>数组可以</a:t>
            </a:r>
            <a:r>
              <a:rPr lang="zh-CN" altLang="en-US" dirty="0">
                <a:solidFill>
                  <a:srgbClr val="333333"/>
                </a:solidFill>
                <a:latin typeface="Helvetica Neue"/>
              </a:rPr>
              <a:t>包含</a:t>
            </a:r>
            <a:r>
              <a:rPr lang="zh-CN" altLang="en-US" b="0" i="0" dirty="0">
                <a:solidFill>
                  <a:srgbClr val="333333"/>
                </a:solidFill>
                <a:effectLst/>
                <a:latin typeface="Helvetica Neue"/>
              </a:rPr>
              <a:t>任意大小</a:t>
            </a:r>
            <a:r>
              <a:rPr lang="zh-CN" altLang="en-US" dirty="0">
                <a:solidFill>
                  <a:srgbClr val="333333"/>
                </a:solidFill>
                <a:latin typeface="Helvetica Neue"/>
              </a:rPr>
              <a:t>和任意</a:t>
            </a:r>
            <a:r>
              <a:rPr lang="zh-CN" altLang="en-US" b="0" i="0" dirty="0">
                <a:solidFill>
                  <a:srgbClr val="333333"/>
                </a:solidFill>
                <a:effectLst/>
                <a:latin typeface="Helvetica Neue"/>
              </a:rPr>
              <a:t>类型的元素</a:t>
            </a:r>
          </a:p>
          <a:p>
            <a:endParaRPr lang="zh-CN" altLang="en-US" dirty="0"/>
          </a:p>
        </p:txBody>
      </p:sp>
      <p:sp>
        <p:nvSpPr>
          <p:cNvPr id="4" name="灯片编号占位符 3"/>
          <p:cNvSpPr>
            <a:spLocks noGrp="1"/>
          </p:cNvSpPr>
          <p:nvPr>
            <p:ph type="sldNum" sz="quarter" idx="5"/>
          </p:nvPr>
        </p:nvSpPr>
        <p:spPr/>
        <p:txBody>
          <a:bodyPr/>
          <a:lstStyle/>
          <a:p>
            <a:pPr>
              <a:defRPr/>
            </a:pPr>
            <a:fld id="{B6C58412-F58B-4DA5-9529-CC0CDE193992}" type="slidenum">
              <a:rPr lang="zh-CN" altLang="en-US" smtClean="0"/>
              <a:pPr>
                <a:defRPr/>
              </a:pPr>
              <a:t>2</a:t>
            </a:fld>
            <a:endParaRPr lang="zh-CN" altLang="en-US"/>
          </a:p>
        </p:txBody>
      </p:sp>
    </p:spTree>
    <p:extLst>
      <p:ext uri="{BB962C8B-B14F-4D97-AF65-F5344CB8AC3E}">
        <p14:creationId xmlns:p14="http://schemas.microsoft.com/office/powerpoint/2010/main" val="9661727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两种形式等价</a:t>
            </a:r>
          </a:p>
        </p:txBody>
      </p:sp>
      <p:sp>
        <p:nvSpPr>
          <p:cNvPr id="4" name="灯片编号占位符 3"/>
          <p:cNvSpPr>
            <a:spLocks noGrp="1"/>
          </p:cNvSpPr>
          <p:nvPr>
            <p:ph type="sldNum" sz="quarter" idx="5"/>
          </p:nvPr>
        </p:nvSpPr>
        <p:spPr/>
        <p:txBody>
          <a:bodyPr/>
          <a:lstStyle/>
          <a:p>
            <a:pPr>
              <a:defRPr/>
            </a:pPr>
            <a:fld id="{B6C58412-F58B-4DA5-9529-CC0CDE193992}" type="slidenum">
              <a:rPr lang="zh-CN" altLang="en-US" smtClean="0"/>
              <a:pPr>
                <a:defRPr/>
              </a:pPr>
              <a:t>3</a:t>
            </a:fld>
            <a:endParaRPr lang="zh-CN" altLang="en-US"/>
          </a:p>
        </p:txBody>
      </p:sp>
    </p:spTree>
    <p:extLst>
      <p:ext uri="{BB962C8B-B14F-4D97-AF65-F5344CB8AC3E}">
        <p14:creationId xmlns:p14="http://schemas.microsoft.com/office/powerpoint/2010/main" val="21998653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sz="1200" b="1" dirty="0">
                <a:solidFill>
                  <a:srgbClr val="0070C0"/>
                </a:solidFill>
                <a:latin typeface="微软雅黑" panose="020B0503020204020204" pitchFamily="34" charset="-122"/>
                <a:ea typeface="微软雅黑" panose="020B0503020204020204" pitchFamily="34" charset="-122"/>
              </a:rPr>
              <a:t>Julia</a:t>
            </a:r>
            <a:r>
              <a:rPr lang="zh-CN" altLang="en-US" sz="1200" b="1" i="0" dirty="0">
                <a:solidFill>
                  <a:srgbClr val="0070C0"/>
                </a:solidFill>
                <a:effectLst/>
                <a:latin typeface="微软雅黑" panose="020B0503020204020204" pitchFamily="34" charset="-122"/>
                <a:ea typeface="微软雅黑" panose="020B0503020204020204" pitchFamily="34" charset="-122"/>
              </a:rPr>
              <a:t>最有用运算符之一，</a:t>
            </a:r>
            <a:endParaRPr lang="en-US" altLang="zh-CN" sz="1200" b="1" kern="1800" dirty="0">
              <a:solidFill>
                <a:srgbClr val="D57747"/>
              </a:solidFill>
              <a:latin typeface="Segoe UI" panose="020B0502040204020203" pitchFamily="34" charset="0"/>
              <a:ea typeface="宋体" panose="02010600030101010101" pitchFamily="2" charset="-122"/>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zh-CN" sz="1200" b="1" kern="1800" dirty="0">
                <a:solidFill>
                  <a:srgbClr val="D57747"/>
                </a:solidFill>
                <a:latin typeface="Segoe UI" panose="020B0502040204020203" pitchFamily="34" charset="0"/>
                <a:ea typeface="宋体" panose="02010600030101010101" pitchFamily="2" charset="-122"/>
              </a:rPr>
              <a:t>UnitRange</a:t>
            </a:r>
            <a:r>
              <a:rPr lang="zh-CN" altLang="en-US" sz="1200" b="1" kern="1800" dirty="0">
                <a:solidFill>
                  <a:srgbClr val="D57747"/>
                </a:solidFill>
                <a:latin typeface="Segoe UI" panose="020B0502040204020203" pitchFamily="34" charset="0"/>
                <a:ea typeface="宋体" panose="02010600030101010101" pitchFamily="2" charset="-122"/>
              </a:rPr>
              <a:t>：</a:t>
            </a:r>
            <a:r>
              <a:rPr lang="zh-CN" altLang="zh-CN" sz="1200" dirty="0">
                <a:solidFill>
                  <a:srgbClr val="2C3E50"/>
                </a:solidFill>
                <a:latin typeface="-apple-system"/>
                <a:ea typeface="华文楷体" panose="02010600040101010101" pitchFamily="2" charset="-122"/>
              </a:rPr>
              <a:t>获取步长为1的范围值</a:t>
            </a:r>
            <a:r>
              <a:rPr lang="en-US" altLang="zh-CN" sz="1200" dirty="0">
                <a:solidFill>
                  <a:srgbClr val="2C3E50"/>
                </a:solidFill>
                <a:latin typeface="-apple-system"/>
                <a:ea typeface="华文楷体" panose="02010600040101010101" pitchFamily="2" charset="-122"/>
              </a:rPr>
              <a:t>  </a:t>
            </a:r>
            <a:r>
              <a:rPr lang="en-US" altLang="zh-CN" sz="1200" dirty="0">
                <a:solidFill>
                  <a:schemeClr val="bg1"/>
                </a:solidFill>
                <a:latin typeface="Times New Roman" panose="02020603050405020304" pitchFamily="18" charset="0"/>
                <a:cs typeface="Times New Roman" panose="02020603050405020304" pitchFamily="18" charset="0"/>
              </a:rPr>
              <a:t>x</a:t>
            </a:r>
            <a:r>
              <a:rPr lang="zh-CN" altLang="zh-CN" sz="1200" dirty="0">
                <a:solidFill>
                  <a:schemeClr val="bg1"/>
                </a:solidFill>
                <a:latin typeface="Times New Roman" panose="02020603050405020304" pitchFamily="18" charset="0"/>
                <a:cs typeface="Times New Roman" panose="02020603050405020304" pitchFamily="18" charset="0"/>
              </a:rPr>
              <a:t> =</a:t>
            </a:r>
            <a:endParaRPr lang="en-US" altLang="zh-CN" sz="1200" dirty="0">
              <a:solidFill>
                <a:schemeClr val="bg1"/>
              </a:solidFill>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zh-CN" sz="1200" dirty="0">
                <a:solidFill>
                  <a:schemeClr val="bg1"/>
                </a:solidFill>
                <a:latin typeface="Times New Roman" panose="02020603050405020304" pitchFamily="18" charset="0"/>
                <a:cs typeface="Times New Roman" panose="02020603050405020304" pitchFamily="18" charset="0"/>
              </a:rPr>
              <a:t> UnitRange(</a:t>
            </a:r>
            <a:r>
              <a:rPr lang="en-US" altLang="zh-CN" sz="1200" dirty="0">
                <a:solidFill>
                  <a:schemeClr val="bg1"/>
                </a:solidFill>
                <a:latin typeface="Times New Roman" panose="02020603050405020304" pitchFamily="18" charset="0"/>
                <a:cs typeface="Times New Roman" panose="02020603050405020304" pitchFamily="18" charset="0"/>
              </a:rPr>
              <a:t>x1</a:t>
            </a:r>
            <a:r>
              <a:rPr lang="zh-CN" altLang="zh-CN" sz="1200" dirty="0">
                <a:solidFill>
                  <a:schemeClr val="bg1"/>
                </a:solidFill>
                <a:latin typeface="Times New Roman" panose="02020603050405020304" pitchFamily="18" charset="0"/>
                <a:cs typeface="Times New Roman" panose="02020603050405020304" pitchFamily="18" charset="0"/>
              </a:rPr>
              <a:t>, </a:t>
            </a:r>
            <a:r>
              <a:rPr lang="en-US" altLang="zh-CN" sz="1200" dirty="0">
                <a:solidFill>
                  <a:schemeClr val="bg1"/>
                </a:solidFill>
                <a:latin typeface="Times New Roman" panose="02020603050405020304" pitchFamily="18" charset="0"/>
                <a:cs typeface="Times New Roman" panose="02020603050405020304" pitchFamily="18" charset="0"/>
              </a:rPr>
              <a:t>x2</a:t>
            </a:r>
            <a:r>
              <a:rPr lang="zh-CN" altLang="zh-CN" sz="1200" dirty="0">
                <a:solidFill>
                  <a:schemeClr val="bg1"/>
                </a:solidFill>
                <a:latin typeface="Times New Roman" panose="02020603050405020304" pitchFamily="18" charset="0"/>
                <a:cs typeface="Times New Roman" panose="02020603050405020304" pitchFamily="18" charset="0"/>
              </a:rPr>
              <a:t>)</a:t>
            </a:r>
            <a:endParaRPr lang="en-US" altLang="zh-CN" sz="1200" dirty="0">
              <a:solidFill>
                <a:schemeClr val="bg1"/>
              </a:solidFill>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dirty="0">
                <a:latin typeface="楷体" panose="02010609060101010101" pitchFamily="49" charset="-122"/>
                <a:ea typeface="楷体" panose="02010609060101010101" pitchFamily="49" charset="-122"/>
              </a:rPr>
              <a:t>从</a:t>
            </a:r>
            <a:r>
              <a:rPr lang="en-US" altLang="zh-CN" sz="1200" dirty="0">
                <a:latin typeface="楷体" panose="02010609060101010101" pitchFamily="49" charset="-122"/>
                <a:ea typeface="楷体" panose="02010609060101010101" pitchFamily="49" charset="-122"/>
              </a:rPr>
              <a:t>x1</a:t>
            </a:r>
            <a:r>
              <a:rPr lang="zh-CN" altLang="en-US" sz="1200" dirty="0">
                <a:latin typeface="楷体" panose="02010609060101010101" pitchFamily="49" charset="-122"/>
                <a:ea typeface="楷体" panose="02010609060101010101" pitchFamily="49" charset="-122"/>
              </a:rPr>
              <a:t>开始到</a:t>
            </a:r>
            <a:r>
              <a:rPr lang="en-US" altLang="zh-CN" sz="1200" dirty="0">
                <a:latin typeface="楷体" panose="02010609060101010101" pitchFamily="49" charset="-122"/>
                <a:ea typeface="楷体" panose="02010609060101010101" pitchFamily="49" charset="-122"/>
              </a:rPr>
              <a:t>x2</a:t>
            </a:r>
            <a:r>
              <a:rPr lang="zh-CN" altLang="en-US" sz="1200" dirty="0">
                <a:latin typeface="楷体" panose="02010609060101010101" pitchFamily="49" charset="-122"/>
                <a:ea typeface="楷体" panose="02010609060101010101" pitchFamily="49" charset="-122"/>
              </a:rPr>
              <a:t>结束，步长为</a:t>
            </a:r>
            <a:r>
              <a:rPr lang="en-US" altLang="zh-CN" sz="1200" dirty="0">
                <a:latin typeface="楷体" panose="02010609060101010101" pitchFamily="49" charset="-122"/>
                <a:ea typeface="楷体" panose="02010609060101010101" pitchFamily="49" charset="-122"/>
              </a:rPr>
              <a:t>1</a:t>
            </a:r>
            <a:r>
              <a:rPr lang="zh-CN" altLang="en-US" sz="1200" dirty="0">
                <a:latin typeface="楷体" panose="02010609060101010101" pitchFamily="49" charset="-122"/>
                <a:ea typeface="楷体" panose="02010609060101010101" pitchFamily="49" charset="-122"/>
              </a:rPr>
              <a:t>，最后值不超过</a:t>
            </a:r>
            <a:r>
              <a:rPr lang="en-US" altLang="zh-CN" sz="1200" dirty="0">
                <a:latin typeface="楷体" panose="02010609060101010101" pitchFamily="49" charset="-122"/>
                <a:ea typeface="楷体" panose="02010609060101010101" pitchFamily="49" charset="-122"/>
              </a:rPr>
              <a:t>x2</a:t>
            </a:r>
            <a:endParaRPr lang="zh-CN" altLang="en-US" sz="1200" dirty="0">
              <a:latin typeface="楷体" panose="02010609060101010101" pitchFamily="49" charset="-122"/>
              <a:ea typeface="楷体" panose="02010609060101010101" pitchFamily="49" charset="-122"/>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zh-CN" sz="1200" dirty="0">
                <a:solidFill>
                  <a:schemeClr val="bg1"/>
                </a:solidFill>
                <a:latin typeface="Times New Roman" panose="02020603050405020304" pitchFamily="18" charset="0"/>
                <a:cs typeface="Times New Roman" panose="02020603050405020304" pitchFamily="18" charset="0"/>
              </a:rPr>
              <a:t> </a:t>
            </a:r>
            <a:r>
              <a:rPr lang="zh-CN" altLang="zh-CN" sz="1200" b="1" kern="1800" dirty="0">
                <a:solidFill>
                  <a:srgbClr val="D57747"/>
                </a:solidFill>
                <a:latin typeface="Segoe UI" panose="020B0502040204020203" pitchFamily="34" charset="0"/>
                <a:ea typeface="宋体" panose="02010600030101010101" pitchFamily="2" charset="-122"/>
              </a:rPr>
              <a:t>UnitRange</a:t>
            </a:r>
            <a:r>
              <a:rPr lang="zh-CN" altLang="en-US" sz="1200" b="1" kern="1800" dirty="0">
                <a:solidFill>
                  <a:srgbClr val="D57747"/>
                </a:solidFill>
                <a:latin typeface="Segoe UI" panose="020B0502040204020203" pitchFamily="34" charset="0"/>
                <a:ea typeface="宋体" panose="02010600030101010101" pitchFamily="2" charset="-122"/>
              </a:rPr>
              <a:t>：</a:t>
            </a:r>
            <a:r>
              <a:rPr lang="zh-CN" altLang="zh-CN" sz="1200" b="1" dirty="0">
                <a:solidFill>
                  <a:srgbClr val="00B0F0"/>
                </a:solidFill>
                <a:latin typeface="微软雅黑" panose="020B0503020204020204" pitchFamily="34" charset="-122"/>
                <a:ea typeface="微软雅黑" panose="020B0503020204020204" pitchFamily="34" charset="-122"/>
              </a:rPr>
              <a:t>获取</a:t>
            </a:r>
            <a:r>
              <a:rPr lang="en-US" altLang="zh-CN" sz="1200" b="1" dirty="0">
                <a:solidFill>
                  <a:srgbClr val="00B0F0"/>
                </a:solidFill>
                <a:latin typeface="微软雅黑" panose="020B0503020204020204" pitchFamily="34" charset="-122"/>
                <a:ea typeface="微软雅黑" panose="020B0503020204020204" pitchFamily="34" charset="-122"/>
              </a:rPr>
              <a:t>step</a:t>
            </a:r>
            <a:r>
              <a:rPr lang="zh-CN" altLang="zh-CN" sz="1200" b="1" dirty="0">
                <a:solidFill>
                  <a:srgbClr val="00B0F0"/>
                </a:solidFill>
                <a:latin typeface="微软雅黑" panose="020B0503020204020204" pitchFamily="34" charset="-122"/>
                <a:ea typeface="微软雅黑" panose="020B0503020204020204" pitchFamily="34" charset="-122"/>
              </a:rPr>
              <a:t>步长为1的范围值</a:t>
            </a:r>
            <a:r>
              <a:rPr lang="en-US" altLang="zh-CN" sz="1200" b="1" dirty="0">
                <a:solidFill>
                  <a:srgbClr val="00B0F0"/>
                </a:solidFill>
                <a:latin typeface="微软雅黑" panose="020B0503020204020204" pitchFamily="34" charset="-122"/>
                <a:ea typeface="微软雅黑" panose="020B0503020204020204" pitchFamily="34" charset="-122"/>
              </a:rPr>
              <a:t> </a:t>
            </a:r>
            <a:endParaRPr lang="zh-CN" altLang="en-US" sz="1200" b="1" dirty="0">
              <a:solidFill>
                <a:srgbClr val="00B0F0"/>
              </a:solidFill>
              <a:latin typeface="微软雅黑" panose="020B0503020204020204" pitchFamily="34" charset="-122"/>
              <a:ea typeface="微软雅黑" panose="020B0503020204020204" pitchFamily="34" charset="-122"/>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zh-CN" altLang="zh-CN" sz="1200" dirty="0">
              <a:solidFill>
                <a:schemeClr val="bg1"/>
              </a:solidFill>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kumimoji="0" lang="zh-CN" altLang="zh-CN" sz="1200" b="0" i="0" u="none" strike="noStrike" cap="none" normalizeH="0" baseline="0" dirty="0">
              <a:ln>
                <a:noFill/>
              </a:ln>
              <a:solidFill>
                <a:schemeClr val="tx1"/>
              </a:solidFill>
              <a:effectLst/>
              <a:latin typeface="Arial" panose="020B0604020202020204" pitchFamily="34" charset="0"/>
            </a:endParaRPr>
          </a:p>
          <a:p>
            <a:endParaRPr lang="zh-CN" altLang="en-US" dirty="0"/>
          </a:p>
        </p:txBody>
      </p:sp>
      <p:sp>
        <p:nvSpPr>
          <p:cNvPr id="4" name="灯片编号占位符 3"/>
          <p:cNvSpPr>
            <a:spLocks noGrp="1"/>
          </p:cNvSpPr>
          <p:nvPr>
            <p:ph type="sldNum" sz="quarter" idx="5"/>
          </p:nvPr>
        </p:nvSpPr>
        <p:spPr/>
        <p:txBody>
          <a:bodyPr/>
          <a:lstStyle/>
          <a:p>
            <a:pPr>
              <a:defRPr/>
            </a:pPr>
            <a:fld id="{B6C58412-F58B-4DA5-9529-CC0CDE193992}" type="slidenum">
              <a:rPr lang="zh-CN" altLang="en-US" smtClean="0"/>
              <a:pPr>
                <a:defRPr/>
              </a:pPr>
              <a:t>4</a:t>
            </a:fld>
            <a:endParaRPr lang="zh-CN" altLang="en-US"/>
          </a:p>
        </p:txBody>
      </p:sp>
    </p:spTree>
    <p:extLst>
      <p:ext uri="{BB962C8B-B14F-4D97-AF65-F5344CB8AC3E}">
        <p14:creationId xmlns:p14="http://schemas.microsoft.com/office/powerpoint/2010/main" val="7778340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6C58412-F58B-4DA5-9529-CC0CDE193992}" type="slidenum">
              <a:rPr lang="zh-CN" altLang="en-US" smtClean="0"/>
              <a:pPr>
                <a:defRPr/>
              </a:pPr>
              <a:t>5</a:t>
            </a:fld>
            <a:endParaRPr lang="zh-CN" altLang="en-US"/>
          </a:p>
        </p:txBody>
      </p:sp>
    </p:spTree>
    <p:extLst>
      <p:ext uri="{BB962C8B-B14F-4D97-AF65-F5344CB8AC3E}">
        <p14:creationId xmlns:p14="http://schemas.microsoft.com/office/powerpoint/2010/main" val="32677847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kern="0" dirty="0">
                <a:solidFill>
                  <a:srgbClr val="FF0000"/>
                </a:solidFill>
                <a:latin typeface="Times New Roman" panose="02020603050405020304" pitchFamily="18" charset="0"/>
                <a:cs typeface="Times New Roman" panose="02020603050405020304" pitchFamily="18" charset="0"/>
              </a:rPr>
              <a:t>ａｒｒｙ</a:t>
            </a:r>
            <a:r>
              <a:rPr lang="zh-CN" altLang="en-US" sz="1200" b="1" i="0" dirty="0">
                <a:solidFill>
                  <a:srgbClr val="FF0000"/>
                </a:solidFill>
                <a:effectLst/>
                <a:latin typeface="Times New Roman" panose="02020603050405020304" pitchFamily="18" charset="0"/>
                <a:cs typeface="Times New Roman" panose="02020603050405020304" pitchFamily="18" charset="0"/>
              </a:rPr>
              <a:t>指定数组类型及维度</a:t>
            </a:r>
            <a:endParaRPr lang="en-US" altLang="zh-CN" sz="1200" b="1" i="0" dirty="0">
              <a:solidFill>
                <a:srgbClr val="FF0000"/>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sz="1200" dirty="0">
                <a:solidFill>
                  <a:schemeClr val="bg1"/>
                </a:solidFill>
                <a:highlight>
                  <a:srgbClr val="000080"/>
                </a:highlight>
              </a:rPr>
              <a:t>Array{type}(</a:t>
            </a:r>
            <a:r>
              <a:rPr lang="en-US" altLang="zh-CN" sz="1200" dirty="0" err="1">
                <a:solidFill>
                  <a:schemeClr val="bg1"/>
                </a:solidFill>
                <a:highlight>
                  <a:srgbClr val="000080"/>
                </a:highlight>
              </a:rPr>
              <a:t>undef</a:t>
            </a:r>
            <a:r>
              <a:rPr lang="en-US" altLang="zh-CN" sz="1200" dirty="0">
                <a:solidFill>
                  <a:schemeClr val="bg1"/>
                </a:solidFill>
                <a:highlight>
                  <a:srgbClr val="000080"/>
                </a:highlight>
              </a:rPr>
              <a:t>, dims...)</a:t>
            </a:r>
          </a:p>
          <a:p>
            <a:pPr algn="l" latinLnBrk="1"/>
            <a:r>
              <a:rPr lang="zh-CN" altLang="en-US" sz="1200" b="1" i="0" dirty="0">
                <a:solidFill>
                  <a:srgbClr val="333333"/>
                </a:solidFill>
                <a:effectLst/>
                <a:latin typeface="Helvetica Neue"/>
              </a:rPr>
              <a:t>Ｔｙｐｅ：数据类型</a:t>
            </a:r>
            <a:endParaRPr lang="en-US" altLang="zh-CN" sz="1200" b="1" i="0" dirty="0">
              <a:solidFill>
                <a:srgbClr val="333333"/>
              </a:solidFill>
              <a:effectLst/>
              <a:latin typeface="Helvetica Neue"/>
            </a:endParaRPr>
          </a:p>
          <a:p>
            <a:pPr algn="l" latinLnBrk="1"/>
            <a:r>
              <a:rPr lang="en-US" altLang="zh-CN" sz="1200" b="1" i="0" dirty="0" err="1">
                <a:solidFill>
                  <a:srgbClr val="333333"/>
                </a:solidFill>
                <a:effectLst/>
                <a:latin typeface="Helvetica Neue"/>
              </a:rPr>
              <a:t>undef</a:t>
            </a:r>
            <a:r>
              <a:rPr lang="zh-CN" altLang="en-US" sz="1200" b="0" i="0" dirty="0">
                <a:solidFill>
                  <a:srgbClr val="333333"/>
                </a:solidFill>
                <a:effectLst/>
                <a:latin typeface="Helvetica Neue"/>
              </a:rPr>
              <a:t> ：表示数组未初始化。</a:t>
            </a:r>
          </a:p>
          <a:p>
            <a:pPr algn="l" latinLnBrk="1"/>
            <a:r>
              <a:rPr lang="zh-CN" altLang="en-US" sz="1200" b="1" dirty="0">
                <a:solidFill>
                  <a:srgbClr val="333333"/>
                </a:solidFill>
                <a:latin typeface="Helvetica Neue"/>
              </a:rPr>
              <a:t>ｄ</a:t>
            </a:r>
            <a:r>
              <a:rPr lang="en-US" altLang="zh-CN" sz="1200" b="1" i="0" dirty="0" err="1">
                <a:solidFill>
                  <a:srgbClr val="333333"/>
                </a:solidFill>
                <a:effectLst/>
                <a:latin typeface="Helvetica Neue"/>
              </a:rPr>
              <a:t>ims</a:t>
            </a:r>
            <a:r>
              <a:rPr lang="zh-CN" altLang="en-US" sz="1200" b="1" i="0" dirty="0">
                <a:solidFill>
                  <a:srgbClr val="333333"/>
                </a:solidFill>
                <a:effectLst/>
                <a:latin typeface="Helvetica Neue"/>
              </a:rPr>
              <a:t>：</a:t>
            </a:r>
            <a:r>
              <a:rPr lang="zh-CN" altLang="en-US" sz="1200" b="0" i="0" dirty="0">
                <a:solidFill>
                  <a:srgbClr val="333333"/>
                </a:solidFill>
                <a:effectLst/>
                <a:latin typeface="Helvetica Neue"/>
              </a:rPr>
              <a:t>可以是维度的单多元组，也可以是维度作为可变参数时的一组值。</a:t>
            </a:r>
          </a:p>
          <a:p>
            <a:pPr algn="l" latinLnBrk="1"/>
            <a:r>
              <a:rPr lang="zh-CN" altLang="en-US" sz="1200" b="1" dirty="0">
                <a:solidFill>
                  <a:srgbClr val="333333"/>
                </a:solidFill>
                <a:latin typeface="Helvetica Neue"/>
              </a:rPr>
              <a:t>ｄ</a:t>
            </a:r>
            <a:r>
              <a:rPr lang="en-US" altLang="zh-CN" sz="1200" b="1" i="0" dirty="0" err="1">
                <a:solidFill>
                  <a:srgbClr val="333333"/>
                </a:solidFill>
                <a:effectLst/>
                <a:latin typeface="Helvetica Neue"/>
              </a:rPr>
              <a:t>ims</a:t>
            </a:r>
            <a:r>
              <a:rPr lang="zh-CN" altLang="en-US" sz="1200" b="1" i="0" dirty="0">
                <a:solidFill>
                  <a:srgbClr val="333333"/>
                </a:solidFill>
                <a:effectLst/>
                <a:latin typeface="Helvetica Neue"/>
              </a:rPr>
              <a:t>：</a:t>
            </a:r>
            <a:r>
              <a:rPr lang="zh-CN" altLang="en-US" sz="1200" b="0" i="0" dirty="0">
                <a:solidFill>
                  <a:srgbClr val="333333"/>
                </a:solidFill>
                <a:effectLst/>
                <a:latin typeface="Helvetica Neue"/>
              </a:rPr>
              <a:t> 数字表示元素个数，多个维度使用逗号 </a:t>
            </a:r>
            <a:r>
              <a:rPr lang="en-US" altLang="zh-CN" sz="1200" b="1" i="0" dirty="0">
                <a:solidFill>
                  <a:srgbClr val="333333"/>
                </a:solidFill>
                <a:effectLst/>
                <a:latin typeface="SFMono-Regular"/>
              </a:rPr>
              <a:t>,</a:t>
            </a:r>
            <a:r>
              <a:rPr lang="zh-CN" altLang="en-US" sz="1200" b="0" i="0" dirty="0">
                <a:solidFill>
                  <a:srgbClr val="333333"/>
                </a:solidFill>
                <a:effectLst/>
                <a:latin typeface="Helvetica Neue"/>
              </a:rPr>
              <a:t> 分隔</a:t>
            </a:r>
            <a:endParaRPr lang="zh-CN" altLang="en-US" sz="1200" dirty="0">
              <a:solidFill>
                <a:schemeClr val="bg1"/>
              </a:solidFill>
              <a:highlight>
                <a:srgbClr val="000080"/>
              </a:highlight>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zh-CN" altLang="en-US" sz="1200" b="1" i="0" dirty="0">
              <a:solidFill>
                <a:srgbClr val="FF0000"/>
              </a:solidFill>
              <a:effectLst/>
              <a:latin typeface="Times New Roman" panose="02020603050405020304" pitchFamily="18" charset="0"/>
              <a:cs typeface="Times New Roman" panose="02020603050405020304" pitchFamily="18" charset="0"/>
            </a:endParaRPr>
          </a:p>
          <a:p>
            <a:endParaRPr lang="zh-CN" altLang="en-US" dirty="0"/>
          </a:p>
        </p:txBody>
      </p:sp>
      <p:sp>
        <p:nvSpPr>
          <p:cNvPr id="4" name="灯片编号占位符 3"/>
          <p:cNvSpPr>
            <a:spLocks noGrp="1"/>
          </p:cNvSpPr>
          <p:nvPr>
            <p:ph type="sldNum" sz="quarter" idx="5"/>
          </p:nvPr>
        </p:nvSpPr>
        <p:spPr/>
        <p:txBody>
          <a:bodyPr/>
          <a:lstStyle/>
          <a:p>
            <a:pPr>
              <a:defRPr/>
            </a:pPr>
            <a:fld id="{B6C58412-F58B-4DA5-9529-CC0CDE193992}" type="slidenum">
              <a:rPr lang="zh-CN" altLang="en-US" smtClean="0"/>
              <a:pPr>
                <a:defRPr/>
              </a:pPr>
              <a:t>7</a:t>
            </a:fld>
            <a:endParaRPr lang="zh-CN" altLang="en-US"/>
          </a:p>
        </p:txBody>
      </p:sp>
    </p:spTree>
    <p:extLst>
      <p:ext uri="{BB962C8B-B14F-4D97-AF65-F5344CB8AC3E}">
        <p14:creationId xmlns:p14="http://schemas.microsoft.com/office/powerpoint/2010/main" val="8644531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6C58412-F58B-4DA5-9529-CC0CDE193992}" type="slidenum">
              <a:rPr lang="zh-CN" altLang="en-US" smtClean="0"/>
              <a:pPr>
                <a:defRPr/>
              </a:pPr>
              <a:t>8</a:t>
            </a:fld>
            <a:endParaRPr lang="zh-CN" altLang="en-US"/>
          </a:p>
        </p:txBody>
      </p:sp>
    </p:spTree>
    <p:extLst>
      <p:ext uri="{BB962C8B-B14F-4D97-AF65-F5344CB8AC3E}">
        <p14:creationId xmlns:p14="http://schemas.microsoft.com/office/powerpoint/2010/main" val="41807951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6C58412-F58B-4DA5-9529-CC0CDE193992}" type="slidenum">
              <a:rPr lang="zh-CN" altLang="en-US" smtClean="0"/>
              <a:pPr>
                <a:defRPr/>
              </a:pPr>
              <a:t>9</a:t>
            </a:fld>
            <a:endParaRPr lang="zh-CN" altLang="en-US"/>
          </a:p>
        </p:txBody>
      </p:sp>
    </p:spTree>
    <p:extLst>
      <p:ext uri="{BB962C8B-B14F-4D97-AF65-F5344CB8AC3E}">
        <p14:creationId xmlns:p14="http://schemas.microsoft.com/office/powerpoint/2010/main" val="14857899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s-ES" altLang="zh-CN" dirty="0"/>
              <a:t>julia&gt; magic(2)</a:t>
            </a:r>
          </a:p>
          <a:p>
            <a:r>
              <a:rPr lang="es-ES" altLang="zh-CN" dirty="0"/>
              <a:t>2×2 Matrix{Int64}:</a:t>
            </a:r>
          </a:p>
          <a:p>
            <a:r>
              <a:rPr lang="es-ES" altLang="zh-CN" dirty="0"/>
              <a:t> 1  3</a:t>
            </a:r>
          </a:p>
          <a:p>
            <a:r>
              <a:rPr lang="es-ES" altLang="zh-CN" dirty="0"/>
              <a:t> 4  2</a:t>
            </a:r>
            <a:endParaRPr lang="zh-CN" altLang="en-US" dirty="0"/>
          </a:p>
        </p:txBody>
      </p:sp>
      <p:sp>
        <p:nvSpPr>
          <p:cNvPr id="4" name="灯片编号占位符 3"/>
          <p:cNvSpPr>
            <a:spLocks noGrp="1"/>
          </p:cNvSpPr>
          <p:nvPr>
            <p:ph type="sldNum" sz="quarter" idx="5"/>
          </p:nvPr>
        </p:nvSpPr>
        <p:spPr/>
        <p:txBody>
          <a:bodyPr/>
          <a:lstStyle/>
          <a:p>
            <a:pPr>
              <a:defRPr/>
            </a:pPr>
            <a:fld id="{B6C58412-F58B-4DA5-9529-CC0CDE193992}" type="slidenum">
              <a:rPr lang="zh-CN" altLang="en-US" smtClean="0"/>
              <a:pPr>
                <a:defRPr/>
              </a:pPr>
              <a:t>10</a:t>
            </a:fld>
            <a:endParaRPr lang="zh-CN" altLang="en-US"/>
          </a:p>
        </p:txBody>
      </p:sp>
    </p:spTree>
    <p:extLst>
      <p:ext uri="{BB962C8B-B14F-4D97-AF65-F5344CB8AC3E}">
        <p14:creationId xmlns:p14="http://schemas.microsoft.com/office/powerpoint/2010/main" val="79546387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6C58412-F58B-4DA5-9529-CC0CDE193992}" type="slidenum">
              <a:rPr lang="zh-CN" altLang="en-US" smtClean="0"/>
              <a:pPr>
                <a:defRPr/>
              </a:pPr>
              <a:t>11</a:t>
            </a:fld>
            <a:endParaRPr lang="zh-CN" altLang="en-US"/>
          </a:p>
        </p:txBody>
      </p:sp>
    </p:spTree>
    <p:extLst>
      <p:ext uri="{BB962C8B-B14F-4D97-AF65-F5344CB8AC3E}">
        <p14:creationId xmlns:p14="http://schemas.microsoft.com/office/powerpoint/2010/main" val="18190966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6C58412-F58B-4DA5-9529-CC0CDE193992}" type="slidenum">
              <a:rPr lang="zh-CN" altLang="en-US" smtClean="0"/>
              <a:pPr>
                <a:defRPr/>
              </a:pPr>
              <a:t>12</a:t>
            </a:fld>
            <a:endParaRPr lang="zh-CN" altLang="en-US"/>
          </a:p>
        </p:txBody>
      </p:sp>
    </p:spTree>
    <p:extLst>
      <p:ext uri="{BB962C8B-B14F-4D97-AF65-F5344CB8AC3E}">
        <p14:creationId xmlns:p14="http://schemas.microsoft.com/office/powerpoint/2010/main" val="221767226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6C58412-F58B-4DA5-9529-CC0CDE193992}" type="slidenum">
              <a:rPr lang="zh-CN" altLang="en-US" smtClean="0"/>
              <a:pPr>
                <a:defRPr/>
              </a:pPr>
              <a:t>13</a:t>
            </a:fld>
            <a:endParaRPr lang="zh-CN" altLang="en-US"/>
          </a:p>
        </p:txBody>
      </p:sp>
    </p:spTree>
    <p:extLst>
      <p:ext uri="{BB962C8B-B14F-4D97-AF65-F5344CB8AC3E}">
        <p14:creationId xmlns:p14="http://schemas.microsoft.com/office/powerpoint/2010/main" val="146834210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dirty="0">
                <a:solidFill>
                  <a:srgbClr val="0070C0"/>
                </a:solidFill>
                <a:latin typeface="隶书" panose="02010509060101010101" pitchFamily="49" charset="-122"/>
                <a:ea typeface="隶书" panose="02010509060101010101" pitchFamily="49" charset="-122"/>
              </a:rPr>
              <a:t>通过下标可知元素位置从而实现对</a:t>
            </a:r>
            <a:r>
              <a:rPr lang="en-US" altLang="zh-CN" sz="1200" dirty="0">
                <a:solidFill>
                  <a:srgbClr val="0070C0"/>
                </a:solidFill>
                <a:latin typeface="隶书" panose="02010509060101010101" pitchFamily="49" charset="-122"/>
                <a:ea typeface="隶书" panose="02010509060101010101" pitchFamily="49" charset="-122"/>
              </a:rPr>
              <a:t>A</a:t>
            </a:r>
            <a:r>
              <a:rPr lang="zh-CN" altLang="en-US" sz="1200" dirty="0">
                <a:solidFill>
                  <a:srgbClr val="0070C0"/>
                </a:solidFill>
                <a:latin typeface="隶书" panose="02010509060101010101" pitchFamily="49" charset="-122"/>
                <a:ea typeface="隶书" panose="02010509060101010101" pitchFamily="49" charset="-122"/>
              </a:rPr>
              <a:t>矩阵中元素的访问、修改和提取</a:t>
            </a:r>
            <a:endParaRPr lang="en-US" altLang="zh-CN" sz="1200" dirty="0">
              <a:solidFill>
                <a:srgbClr val="0070C0"/>
              </a:solidFill>
              <a:latin typeface="隶书" panose="02010509060101010101" pitchFamily="49" charset="-122"/>
              <a:ea typeface="隶书" panose="02010509060101010101" pitchFamily="49" charset="-122"/>
              <a:sym typeface="Arial" panose="020B0604020202020204" pitchFamily="34" charset="0"/>
            </a:endParaRPr>
          </a:p>
          <a:p>
            <a:endParaRPr lang="zh-CN" altLang="en-US" dirty="0"/>
          </a:p>
        </p:txBody>
      </p:sp>
      <p:sp>
        <p:nvSpPr>
          <p:cNvPr id="4" name="灯片编号占位符 3"/>
          <p:cNvSpPr>
            <a:spLocks noGrp="1"/>
          </p:cNvSpPr>
          <p:nvPr>
            <p:ph type="sldNum" sz="quarter" idx="5"/>
          </p:nvPr>
        </p:nvSpPr>
        <p:spPr/>
        <p:txBody>
          <a:bodyPr/>
          <a:lstStyle/>
          <a:p>
            <a:pPr>
              <a:defRPr/>
            </a:pPr>
            <a:fld id="{B6C58412-F58B-4DA5-9529-CC0CDE193992}" type="slidenum">
              <a:rPr lang="zh-CN" altLang="en-US" smtClean="0"/>
              <a:pPr>
                <a:defRPr/>
              </a:pPr>
              <a:t>14</a:t>
            </a:fld>
            <a:endParaRPr lang="zh-CN" altLang="en-US"/>
          </a:p>
        </p:txBody>
      </p:sp>
    </p:spTree>
    <p:extLst>
      <p:ext uri="{BB962C8B-B14F-4D97-AF65-F5344CB8AC3E}">
        <p14:creationId xmlns:p14="http://schemas.microsoft.com/office/powerpoint/2010/main" val="125084325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6C58412-F58B-4DA5-9529-CC0CDE193992}" type="slidenum">
              <a:rPr lang="zh-CN" altLang="en-US" smtClean="0"/>
              <a:pPr>
                <a:defRPr/>
              </a:pPr>
              <a:t>15</a:t>
            </a:fld>
            <a:endParaRPr lang="zh-CN" altLang="en-US"/>
          </a:p>
        </p:txBody>
      </p:sp>
    </p:spTree>
    <p:extLst>
      <p:ext uri="{BB962C8B-B14F-4D97-AF65-F5344CB8AC3E}">
        <p14:creationId xmlns:p14="http://schemas.microsoft.com/office/powerpoint/2010/main" val="7064548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6C58412-F58B-4DA5-9529-CC0CDE193992}" type="slidenum">
              <a:rPr lang="zh-CN" altLang="en-US" smtClean="0"/>
              <a:pPr>
                <a:defRPr/>
              </a:pPr>
              <a:t>16</a:t>
            </a:fld>
            <a:endParaRPr lang="zh-CN" altLang="en-US"/>
          </a:p>
        </p:txBody>
      </p:sp>
    </p:spTree>
    <p:extLst>
      <p:ext uri="{BB962C8B-B14F-4D97-AF65-F5344CB8AC3E}">
        <p14:creationId xmlns:p14="http://schemas.microsoft.com/office/powerpoint/2010/main" val="57132059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a:lnSpc>
                <a:spcPts val="3100"/>
              </a:lnSpc>
              <a:spcAft>
                <a:spcPts val="0"/>
              </a:spcAft>
            </a:pPr>
            <a:r>
              <a:rPr lang="en-US" altLang="zh-CN" kern="100" dirty="0">
                <a:solidFill>
                  <a:srgbClr val="FFFF00"/>
                </a:solidFill>
                <a:highlight>
                  <a:srgbClr val="FF0000"/>
                </a:highlight>
                <a:latin typeface="Times New Roman" panose="02020603050405020304" pitchFamily="18" charset="0"/>
                <a:ea typeface="宋体" panose="02010600030101010101" pitchFamily="2" charset="-122"/>
              </a:rPr>
              <a:t>w=0:0.2pi:2*pi; </a:t>
            </a:r>
          </a:p>
          <a:p>
            <a:pPr algn="just">
              <a:lnSpc>
                <a:spcPts val="3100"/>
              </a:lnSpc>
              <a:spcAft>
                <a:spcPts val="0"/>
              </a:spcAft>
            </a:pPr>
            <a:r>
              <a:rPr lang="en-US" altLang="zh-CN" kern="100" dirty="0" err="1">
                <a:latin typeface="Times New Roman" panose="02020603050405020304" pitchFamily="18" charset="0"/>
                <a:ea typeface="宋体" panose="02010600030101010101" pitchFamily="2" charset="-122"/>
              </a:rPr>
              <a:t>u,v</a:t>
            </a:r>
            <a:r>
              <a:rPr lang="en-US" altLang="zh-CN" kern="100" dirty="0">
                <a:latin typeface="Times New Roman" panose="02020603050405020304" pitchFamily="18" charset="0"/>
                <a:ea typeface="宋体" panose="02010600030101010101" pitchFamily="2" charset="-122"/>
              </a:rPr>
              <a:t>=meshgrid2(w);   </a:t>
            </a:r>
          </a:p>
          <a:p>
            <a:pPr algn="just">
              <a:lnSpc>
                <a:spcPts val="3100"/>
              </a:lnSpc>
              <a:spcAft>
                <a:spcPts val="0"/>
              </a:spcAft>
            </a:pPr>
            <a:r>
              <a:rPr lang="en-US" altLang="zh-CN" kern="100" dirty="0">
                <a:latin typeface="Times New Roman" panose="02020603050405020304" pitchFamily="18" charset="0"/>
                <a:ea typeface="宋体" panose="02010600030101010101" pitchFamily="2" charset="-122"/>
              </a:rPr>
              <a:t>xx(</a:t>
            </a:r>
            <a:r>
              <a:rPr lang="en-US" altLang="zh-CN" kern="100" dirty="0" err="1">
                <a:latin typeface="Times New Roman" panose="02020603050405020304" pitchFamily="18" charset="0"/>
                <a:ea typeface="宋体" panose="02010600030101010101" pitchFamily="2" charset="-122"/>
              </a:rPr>
              <a:t>u,v</a:t>
            </a:r>
            <a:r>
              <a:rPr lang="en-US" altLang="zh-CN" kern="100" dirty="0">
                <a:latin typeface="Times New Roman" panose="02020603050405020304" pitchFamily="18" charset="0"/>
                <a:ea typeface="宋体" panose="02010600030101010101" pitchFamily="2" charset="-122"/>
              </a:rPr>
              <a:t>)=(6+2cos(u))*cos(v);  </a:t>
            </a:r>
          </a:p>
          <a:p>
            <a:pPr algn="just">
              <a:lnSpc>
                <a:spcPts val="3100"/>
              </a:lnSpc>
              <a:spcAft>
                <a:spcPts val="0"/>
              </a:spcAft>
            </a:pPr>
            <a:r>
              <a:rPr lang="en-US" altLang="zh-CN" kern="100" dirty="0" err="1">
                <a:latin typeface="Times New Roman" panose="02020603050405020304" pitchFamily="18" charset="0"/>
                <a:ea typeface="宋体" panose="02010600030101010101" pitchFamily="2" charset="-122"/>
              </a:rPr>
              <a:t>yy</a:t>
            </a:r>
            <a:r>
              <a:rPr lang="en-US" altLang="zh-CN" kern="100" dirty="0">
                <a:latin typeface="Times New Roman" panose="02020603050405020304" pitchFamily="18" charset="0"/>
                <a:ea typeface="宋体" panose="02010600030101010101" pitchFamily="2" charset="-122"/>
              </a:rPr>
              <a:t>(</a:t>
            </a:r>
            <a:r>
              <a:rPr lang="en-US" altLang="zh-CN" kern="100" dirty="0" err="1">
                <a:latin typeface="Times New Roman" panose="02020603050405020304" pitchFamily="18" charset="0"/>
                <a:ea typeface="宋体" panose="02010600030101010101" pitchFamily="2" charset="-122"/>
              </a:rPr>
              <a:t>u,v</a:t>
            </a:r>
            <a:r>
              <a:rPr lang="en-US" altLang="zh-CN" kern="100" dirty="0">
                <a:latin typeface="Times New Roman" panose="02020603050405020304" pitchFamily="18" charset="0"/>
                <a:ea typeface="宋体" panose="02010600030101010101" pitchFamily="2" charset="-122"/>
              </a:rPr>
              <a:t>)=(6+2cos(u))*sin.(v);      </a:t>
            </a:r>
          </a:p>
          <a:p>
            <a:pPr algn="just">
              <a:lnSpc>
                <a:spcPts val="3100"/>
              </a:lnSpc>
              <a:spcAft>
                <a:spcPts val="0"/>
              </a:spcAft>
            </a:pPr>
            <a:r>
              <a:rPr lang="en-US" altLang="zh-CN" kern="100" dirty="0" err="1">
                <a:latin typeface="Times New Roman" panose="02020603050405020304" pitchFamily="18" charset="0"/>
                <a:ea typeface="宋体" panose="02010600030101010101" pitchFamily="2" charset="-122"/>
              </a:rPr>
              <a:t>zz</a:t>
            </a:r>
            <a:r>
              <a:rPr lang="en-US" altLang="zh-CN" kern="100" dirty="0">
                <a:latin typeface="Times New Roman" panose="02020603050405020304" pitchFamily="18" charset="0"/>
                <a:ea typeface="宋体" panose="02010600030101010101" pitchFamily="2" charset="-122"/>
              </a:rPr>
              <a:t>(v)=2sin(v);     </a:t>
            </a:r>
          </a:p>
          <a:p>
            <a:pPr algn="just">
              <a:lnSpc>
                <a:spcPts val="3100"/>
              </a:lnSpc>
              <a:spcAft>
                <a:spcPts val="0"/>
              </a:spcAft>
            </a:pPr>
            <a:r>
              <a:rPr lang="en-US" altLang="zh-CN" kern="100" dirty="0">
                <a:latin typeface="Times New Roman" panose="02020603050405020304" pitchFamily="18" charset="0"/>
                <a:ea typeface="宋体" panose="02010600030101010101" pitchFamily="2" charset="-122"/>
              </a:rPr>
              <a:t>surf(xx.(</a:t>
            </a:r>
            <a:r>
              <a:rPr lang="en-US" altLang="zh-CN" kern="100" dirty="0" err="1">
                <a:latin typeface="Times New Roman" panose="02020603050405020304" pitchFamily="18" charset="0"/>
                <a:ea typeface="宋体" panose="02010600030101010101" pitchFamily="2" charset="-122"/>
              </a:rPr>
              <a:t>u,v</a:t>
            </a:r>
            <a:r>
              <a:rPr lang="en-US" altLang="zh-CN" kern="100" dirty="0">
                <a:latin typeface="Times New Roman" panose="02020603050405020304" pitchFamily="18" charset="0"/>
                <a:ea typeface="宋体" panose="02010600030101010101" pitchFamily="2" charset="-122"/>
              </a:rPr>
              <a:t>),</a:t>
            </a:r>
            <a:r>
              <a:rPr lang="en-US" altLang="zh-CN" kern="100" dirty="0" err="1">
                <a:latin typeface="Times New Roman" panose="02020603050405020304" pitchFamily="18" charset="0"/>
                <a:ea typeface="宋体" panose="02010600030101010101" pitchFamily="2" charset="-122"/>
              </a:rPr>
              <a:t>yy</a:t>
            </a:r>
            <a:r>
              <a:rPr lang="en-US" altLang="zh-CN" kern="100" dirty="0">
                <a:latin typeface="Times New Roman" panose="02020603050405020304" pitchFamily="18" charset="0"/>
                <a:ea typeface="宋体" panose="02010600030101010101" pitchFamily="2" charset="-122"/>
              </a:rPr>
              <a:t>.(</a:t>
            </a:r>
            <a:r>
              <a:rPr lang="en-US" altLang="zh-CN" kern="100" dirty="0" err="1">
                <a:latin typeface="Times New Roman" panose="02020603050405020304" pitchFamily="18" charset="0"/>
                <a:ea typeface="宋体" panose="02010600030101010101" pitchFamily="2" charset="-122"/>
              </a:rPr>
              <a:t>u,v</a:t>
            </a:r>
            <a:r>
              <a:rPr lang="en-US" altLang="zh-CN" kern="100" dirty="0">
                <a:latin typeface="Times New Roman" panose="02020603050405020304" pitchFamily="18" charset="0"/>
                <a:ea typeface="宋体" panose="02010600030101010101" pitchFamily="2" charset="-122"/>
              </a:rPr>
              <a:t>),</a:t>
            </a:r>
            <a:r>
              <a:rPr lang="en-US" altLang="zh-CN" kern="100" dirty="0" err="1">
                <a:latin typeface="Times New Roman" panose="02020603050405020304" pitchFamily="18" charset="0"/>
                <a:ea typeface="宋体" panose="02010600030101010101" pitchFamily="2" charset="-122"/>
              </a:rPr>
              <a:t>zz</a:t>
            </a:r>
            <a:r>
              <a:rPr lang="en-US" altLang="zh-CN" kern="100" dirty="0">
                <a:latin typeface="Times New Roman" panose="02020603050405020304" pitchFamily="18" charset="0"/>
                <a:ea typeface="宋体" panose="02010600030101010101" pitchFamily="2" charset="-122"/>
              </a:rPr>
              <a:t>.(v)); </a:t>
            </a:r>
            <a:endParaRPr lang="zh-CN" altLang="en-US" dirty="0"/>
          </a:p>
        </p:txBody>
      </p:sp>
      <p:sp>
        <p:nvSpPr>
          <p:cNvPr id="4" name="灯片编号占位符 3"/>
          <p:cNvSpPr>
            <a:spLocks noGrp="1"/>
          </p:cNvSpPr>
          <p:nvPr>
            <p:ph type="sldNum" sz="quarter" idx="5"/>
          </p:nvPr>
        </p:nvSpPr>
        <p:spPr/>
        <p:txBody>
          <a:bodyPr/>
          <a:lstStyle/>
          <a:p>
            <a:pPr>
              <a:defRPr/>
            </a:pPr>
            <a:fld id="{B6C58412-F58B-4DA5-9529-CC0CDE193992}" type="slidenum">
              <a:rPr lang="zh-CN" altLang="en-US" smtClean="0"/>
              <a:pPr>
                <a:defRPr/>
              </a:pPr>
              <a:t>17</a:t>
            </a:fld>
            <a:endParaRPr lang="zh-CN" altLang="en-US"/>
          </a:p>
        </p:txBody>
      </p:sp>
    </p:spTree>
    <p:extLst>
      <p:ext uri="{BB962C8B-B14F-4D97-AF65-F5344CB8AC3E}">
        <p14:creationId xmlns:p14="http://schemas.microsoft.com/office/powerpoint/2010/main" val="82807897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342900" indent="-342900">
              <a:lnSpc>
                <a:spcPts val="3300"/>
              </a:lnSpc>
              <a:buFont typeface="+mj-ea"/>
              <a:buAutoNum type="circleNumDbPlain"/>
            </a:pPr>
            <a:endParaRPr lang="en-US" altLang="zh-CN" dirty="0">
              <a:solidFill>
                <a:srgbClr val="0070C0"/>
              </a:solidFill>
              <a:latin typeface="微软雅黑" panose="020B0503020204020204" pitchFamily="34" charset="-122"/>
              <a:ea typeface="微软雅黑" panose="020B0503020204020204" pitchFamily="34" charset="-122"/>
            </a:endParaRPr>
          </a:p>
          <a:p>
            <a:pPr marL="0" indent="0">
              <a:lnSpc>
                <a:spcPts val="3300"/>
              </a:lnSpc>
              <a:buFont typeface="+mj-ea"/>
              <a:buNone/>
            </a:pPr>
            <a:r>
              <a:rPr lang="es-ES" altLang="zh-CN" dirty="0">
                <a:solidFill>
                  <a:srgbClr val="0070C0"/>
                </a:solidFill>
                <a:latin typeface="微软雅黑" panose="020B0503020204020204" pitchFamily="34" charset="-122"/>
                <a:ea typeface="微软雅黑" panose="020B0503020204020204" pitchFamily="34" charset="-122"/>
              </a:rPr>
              <a:t>z(x,y)=cos(200/(3sqrt(x^2+y^2)))</a:t>
            </a:r>
            <a:endParaRPr lang="en-US" altLang="zh-CN" dirty="0">
              <a:solidFill>
                <a:srgbClr val="0070C0"/>
              </a:solidFill>
              <a:latin typeface="微软雅黑" panose="020B0503020204020204" pitchFamily="34" charset="-122"/>
              <a:ea typeface="微软雅黑" panose="020B0503020204020204" pitchFamily="34" charset="-122"/>
            </a:endParaRPr>
          </a:p>
          <a:p>
            <a:pPr marL="342900" indent="-342900">
              <a:lnSpc>
                <a:spcPts val="3300"/>
              </a:lnSpc>
              <a:buFont typeface="+mj-ea"/>
              <a:buAutoNum type="circleNumDbPlain"/>
            </a:pPr>
            <a:endParaRPr lang="en-US" altLang="zh-CN" dirty="0">
              <a:solidFill>
                <a:srgbClr val="0070C0"/>
              </a:solidFill>
              <a:latin typeface="微软雅黑" panose="020B0503020204020204" pitchFamily="34" charset="-122"/>
              <a:ea typeface="微软雅黑" panose="020B0503020204020204" pitchFamily="34" charset="-122"/>
            </a:endParaRPr>
          </a:p>
          <a:p>
            <a:pPr marL="342900" indent="-342900">
              <a:lnSpc>
                <a:spcPts val="3300"/>
              </a:lnSpc>
              <a:buFont typeface="+mj-ea"/>
              <a:buAutoNum type="circleNumDbPlain"/>
            </a:pPr>
            <a:r>
              <a:rPr lang="zh-CN" altLang="en-US" dirty="0">
                <a:solidFill>
                  <a:srgbClr val="0070C0"/>
                </a:solidFill>
                <a:latin typeface="微软雅黑" panose="020B0503020204020204" pitchFamily="34" charset="-122"/>
                <a:ea typeface="微软雅黑" panose="020B0503020204020204" pitchFamily="34" charset="-122"/>
              </a:rPr>
              <a:t>用冒号法用步长为</a:t>
            </a:r>
            <a:r>
              <a:rPr lang="en-US" altLang="zh-CN" dirty="0">
                <a:solidFill>
                  <a:srgbClr val="0070C0"/>
                </a:solidFill>
                <a:latin typeface="微软雅黑" panose="020B0503020204020204" pitchFamily="34" charset="-122"/>
                <a:ea typeface="微软雅黑" panose="020B0503020204020204" pitchFamily="34" charset="-122"/>
              </a:rPr>
              <a:t>0.01pi</a:t>
            </a:r>
            <a:r>
              <a:rPr lang="zh-CN" altLang="en-US" dirty="0">
                <a:solidFill>
                  <a:srgbClr val="0070C0"/>
                </a:solidFill>
                <a:latin typeface="微软雅黑" panose="020B0503020204020204" pitchFamily="34" charset="-122"/>
                <a:ea typeface="微软雅黑" panose="020B0503020204020204" pitchFamily="34" charset="-122"/>
              </a:rPr>
              <a:t>绘制封闭的环</a:t>
            </a:r>
            <a:endParaRPr lang="en-US" altLang="zh-CN" dirty="0">
              <a:solidFill>
                <a:srgbClr val="0070C0"/>
              </a:solidFill>
              <a:latin typeface="微软雅黑" panose="020B0503020204020204" pitchFamily="34" charset="-122"/>
              <a:ea typeface="微软雅黑" panose="020B0503020204020204" pitchFamily="34" charset="-122"/>
            </a:endParaRPr>
          </a:p>
          <a:p>
            <a:pPr marL="342900" indent="-342900">
              <a:lnSpc>
                <a:spcPts val="3300"/>
              </a:lnSpc>
              <a:buFont typeface="+mj-ea"/>
              <a:buAutoNum type="circleNumDbPlain"/>
            </a:pPr>
            <a:r>
              <a:rPr lang="zh-CN" altLang="en-US" dirty="0">
                <a:solidFill>
                  <a:srgbClr val="0070C0"/>
                </a:solidFill>
                <a:latin typeface="微软雅黑" panose="020B0503020204020204" pitchFamily="34" charset="-122"/>
                <a:ea typeface="微软雅黑" panose="020B0503020204020204" pitchFamily="34" charset="-122"/>
              </a:rPr>
              <a:t>在命令行窗口运行</a:t>
            </a:r>
            <a:r>
              <a:rPr lang="en-US" altLang="zh-CN" dirty="0">
                <a:solidFill>
                  <a:srgbClr val="0070C0"/>
                </a:solidFill>
                <a:latin typeface="微软雅黑" panose="020B0503020204020204" pitchFamily="34" charset="-122"/>
                <a:ea typeface="微软雅黑" panose="020B0503020204020204" pitchFamily="34" charset="-122"/>
              </a:rPr>
              <a:t>w=0:0.01pi:2pi</a:t>
            </a:r>
            <a:r>
              <a:rPr lang="zh-CN" altLang="en-US" dirty="0">
                <a:solidFill>
                  <a:srgbClr val="0070C0"/>
                </a:solidFill>
                <a:latin typeface="微软雅黑" panose="020B0503020204020204" pitchFamily="34" charset="-122"/>
                <a:ea typeface="微软雅黑" panose="020B0503020204020204" pitchFamily="34" charset="-122"/>
              </a:rPr>
              <a:t>，观察终止值是否是</a:t>
            </a:r>
            <a:r>
              <a:rPr lang="en-US" altLang="zh-CN" dirty="0">
                <a:solidFill>
                  <a:srgbClr val="0070C0"/>
                </a:solidFill>
                <a:latin typeface="微软雅黑" panose="020B0503020204020204" pitchFamily="34" charset="-122"/>
                <a:ea typeface="微软雅黑" panose="020B0503020204020204" pitchFamily="34" charset="-122"/>
              </a:rPr>
              <a:t>2pi</a:t>
            </a:r>
            <a:r>
              <a:rPr lang="zh-CN" altLang="en-US" dirty="0">
                <a:solidFill>
                  <a:srgbClr val="0070C0"/>
                </a:solidFill>
                <a:latin typeface="微软雅黑" panose="020B0503020204020204" pitchFamily="34" charset="-122"/>
                <a:ea typeface="微软雅黑" panose="020B0503020204020204" pitchFamily="34" charset="-122"/>
              </a:rPr>
              <a:t>？</a:t>
            </a:r>
            <a:endParaRPr lang="en-US" altLang="zh-CN" dirty="0">
              <a:solidFill>
                <a:srgbClr val="0070C0"/>
              </a:solidFill>
              <a:latin typeface="微软雅黑" panose="020B0503020204020204" pitchFamily="34" charset="-122"/>
              <a:ea typeface="微软雅黑" panose="020B0503020204020204" pitchFamily="34" charset="-122"/>
            </a:endParaRPr>
          </a:p>
          <a:p>
            <a:endParaRPr lang="en-US" altLang="zh-CN" dirty="0"/>
          </a:p>
          <a:p>
            <a:r>
              <a:rPr lang="en-US" altLang="zh-CN" dirty="0"/>
              <a:t>w=0:0.01pi:2pi</a:t>
            </a:r>
          </a:p>
          <a:p>
            <a:r>
              <a:rPr lang="en-US" altLang="zh-CN" dirty="0"/>
              <a:t>0.0:0.031415926535897934:6.2517693806436885</a:t>
            </a:r>
          </a:p>
          <a:p>
            <a:r>
              <a:rPr lang="zh-CN" altLang="en-US" dirty="0"/>
              <a:t>julia&gt; 2pi</a:t>
            </a:r>
          </a:p>
          <a:p>
            <a:r>
              <a:rPr lang="zh-CN" altLang="en-US" dirty="0"/>
              <a:t>6.283185307179586</a:t>
            </a:r>
          </a:p>
          <a:p>
            <a:endParaRPr lang="zh-CN" altLang="en-US" dirty="0"/>
          </a:p>
          <a:p>
            <a:r>
              <a:rPr lang="zh-CN" altLang="en-US" dirty="0"/>
              <a:t>julia&gt; w[end]</a:t>
            </a:r>
          </a:p>
          <a:p>
            <a:r>
              <a:rPr lang="zh-CN" altLang="en-US" dirty="0"/>
              <a:t>6.2517693806436885</a:t>
            </a:r>
          </a:p>
          <a:p>
            <a:endParaRPr lang="zh-CN" altLang="en-US" dirty="0"/>
          </a:p>
        </p:txBody>
      </p:sp>
      <p:sp>
        <p:nvSpPr>
          <p:cNvPr id="4" name="灯片编号占位符 3"/>
          <p:cNvSpPr>
            <a:spLocks noGrp="1"/>
          </p:cNvSpPr>
          <p:nvPr>
            <p:ph type="sldNum" sz="quarter" idx="5"/>
          </p:nvPr>
        </p:nvSpPr>
        <p:spPr/>
        <p:txBody>
          <a:bodyPr/>
          <a:lstStyle/>
          <a:p>
            <a:pPr>
              <a:defRPr/>
            </a:pPr>
            <a:fld id="{B6C58412-F58B-4DA5-9529-CC0CDE193992}" type="slidenum">
              <a:rPr lang="zh-CN" altLang="en-US" smtClean="0"/>
              <a:pPr>
                <a:defRPr/>
              </a:pPr>
              <a:t>18</a:t>
            </a:fld>
            <a:endParaRPr lang="zh-CN" altLang="en-US"/>
          </a:p>
        </p:txBody>
      </p:sp>
    </p:spTree>
    <p:extLst>
      <p:ext uri="{BB962C8B-B14F-4D97-AF65-F5344CB8AC3E}">
        <p14:creationId xmlns:p14="http://schemas.microsoft.com/office/powerpoint/2010/main" val="183310055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zh-CN" altLang="zh-CN" sz="1200" b="0" i="0" u="none" strike="noStrike" cap="none" normalizeH="0" baseline="0" dirty="0">
                <a:ln>
                  <a:noFill/>
                </a:ln>
                <a:solidFill>
                  <a:srgbClr val="212121"/>
                </a:solidFill>
                <a:effectLst/>
                <a:latin typeface="微软雅黑" panose="020B0503020204020204" pitchFamily="34" charset="-122"/>
                <a:ea typeface="微软雅黑" panose="020B0503020204020204" pitchFamily="34" charset="-122"/>
              </a:rPr>
              <a:t>避免在收集（collections）中出现</a:t>
            </a:r>
            <a:r>
              <a:rPr kumimoji="0" lang="zh-CN" altLang="zh-CN" sz="1200" b="0" i="0" u="none" strike="noStrike" cap="none" normalizeH="0" baseline="0" dirty="0">
                <a:ln>
                  <a:noFill/>
                </a:ln>
                <a:solidFill>
                  <a:srgbClr val="A31515"/>
                </a:solidFill>
                <a:effectLst/>
                <a:latin typeface="Arial Unicode MS"/>
                <a:ea typeface="source-code-pro"/>
              </a:rPr>
              <a:t>Any</a:t>
            </a:r>
            <a:endParaRPr kumimoji="0" lang="zh-CN" altLang="zh-CN" sz="1200" b="0" i="0" u="none" strike="noStrike" cap="none" normalizeH="0" baseline="0" dirty="0">
              <a:ln>
                <a:noFill/>
              </a:ln>
              <a:solidFill>
                <a:srgbClr val="212121"/>
              </a:solidFill>
              <a:effectLst/>
              <a:latin typeface="微软雅黑" panose="020B0503020204020204" pitchFamily="34" charset="-122"/>
              <a:ea typeface="微软雅黑" panose="020B0503020204020204" pitchFamily="34" charset="-122"/>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zh-CN" altLang="zh-CN" sz="1200" b="0" i="0" u="none" strike="noStrike" cap="none" normalizeH="0" baseline="0" dirty="0">
                <a:ln>
                  <a:noFill/>
                </a:ln>
                <a:solidFill>
                  <a:srgbClr val="212121"/>
                </a:solidFill>
                <a:effectLst/>
                <a:latin typeface="微软雅黑" panose="020B0503020204020204" pitchFamily="34" charset="-122"/>
                <a:ea typeface="微软雅黑" panose="020B0503020204020204" pitchFamily="34" charset="-122"/>
              </a:rPr>
              <a:t>避免在收集（collections）中使用抽象类型</a:t>
            </a:r>
          </a:p>
          <a:p>
            <a:endParaRPr lang="zh-CN" altLang="en-US" dirty="0"/>
          </a:p>
        </p:txBody>
      </p:sp>
      <p:sp>
        <p:nvSpPr>
          <p:cNvPr id="4" name="灯片编号占位符 3"/>
          <p:cNvSpPr>
            <a:spLocks noGrp="1"/>
          </p:cNvSpPr>
          <p:nvPr>
            <p:ph type="sldNum" sz="quarter" idx="5"/>
          </p:nvPr>
        </p:nvSpPr>
        <p:spPr/>
        <p:txBody>
          <a:bodyPr/>
          <a:lstStyle/>
          <a:p>
            <a:pPr>
              <a:defRPr/>
            </a:pPr>
            <a:fld id="{B6C58412-F58B-4DA5-9529-CC0CDE193992}" type="slidenum">
              <a:rPr lang="zh-CN" altLang="en-US" smtClean="0"/>
              <a:pPr>
                <a:defRPr/>
              </a:pPr>
              <a:t>19</a:t>
            </a:fld>
            <a:endParaRPr lang="zh-CN" altLang="en-US"/>
          </a:p>
        </p:txBody>
      </p:sp>
    </p:spTree>
    <p:extLst>
      <p:ext uri="{BB962C8B-B14F-4D97-AF65-F5344CB8AC3E}">
        <p14:creationId xmlns:p14="http://schemas.microsoft.com/office/powerpoint/2010/main" val="137118073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6C58412-F58B-4DA5-9529-CC0CDE193992}" type="slidenum">
              <a:rPr lang="zh-CN" altLang="en-US" smtClean="0"/>
              <a:pPr>
                <a:defRPr/>
              </a:pPr>
              <a:t>20</a:t>
            </a:fld>
            <a:endParaRPr lang="zh-CN" altLang="en-US"/>
          </a:p>
        </p:txBody>
      </p:sp>
    </p:spTree>
    <p:extLst>
      <p:ext uri="{BB962C8B-B14F-4D97-AF65-F5344CB8AC3E}">
        <p14:creationId xmlns:p14="http://schemas.microsoft.com/office/powerpoint/2010/main" val="294809650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zh-CN" sz="1200" b="1" dirty="0">
                <a:solidFill>
                  <a:srgbClr val="D57747"/>
                </a:solidFill>
                <a:latin typeface="Arial" panose="020B0604020202020204" pitchFamily="34" charset="0"/>
                <a:ea typeface="-apple-system"/>
              </a:rPr>
              <a:t>DataFrame</a:t>
            </a:r>
            <a:r>
              <a:rPr lang="zh-CN" altLang="en-US" sz="1200" dirty="0">
                <a:solidFill>
                  <a:srgbClr val="2C3E50"/>
                </a:solidFill>
                <a:latin typeface="华文楷体" panose="02010600040101010101" pitchFamily="2" charset="-122"/>
                <a:ea typeface="华文楷体" panose="02010600040101010101" pitchFamily="2" charset="-122"/>
              </a:rPr>
              <a:t>根据键值对</a:t>
            </a:r>
            <a:r>
              <a:rPr lang="zh-CN" altLang="en-US" sz="1200" b="1" dirty="0">
                <a:solidFill>
                  <a:srgbClr val="D57747"/>
                </a:solidFill>
                <a:latin typeface="Arial" panose="020B0604020202020204" pitchFamily="34" charset="0"/>
                <a:ea typeface="-apple-system"/>
              </a:rPr>
              <a:t>创建</a:t>
            </a:r>
            <a:r>
              <a:rPr lang="zh-CN" altLang="zh-CN" sz="1200" dirty="0">
                <a:solidFill>
                  <a:srgbClr val="2C3E50"/>
                </a:solidFill>
                <a:latin typeface="-apple-system"/>
                <a:ea typeface="华文楷体" panose="02010600040101010101" pitchFamily="2" charset="-122"/>
              </a:rPr>
              <a:t>有命名变量</a:t>
            </a:r>
            <a:r>
              <a:rPr lang="zh-CN" altLang="en-US" sz="1200" b="1" dirty="0">
                <a:solidFill>
                  <a:srgbClr val="D57747"/>
                </a:solidFill>
                <a:latin typeface="Arial" panose="020B0604020202020204" pitchFamily="34" charset="0"/>
                <a:ea typeface="-apple-system"/>
              </a:rPr>
              <a:t>表格</a:t>
            </a:r>
            <a:endParaRPr lang="en-US" altLang="zh-CN" sz="1200" b="1" dirty="0">
              <a:solidFill>
                <a:srgbClr val="D57747"/>
              </a:solidFill>
              <a:latin typeface="Arial" panose="020B0604020202020204" pitchFamily="34" charset="0"/>
              <a:ea typeface="-apple-system"/>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sz="1200" dirty="0">
                <a:solidFill>
                  <a:schemeClr val="bg1"/>
                </a:solidFill>
                <a:latin typeface="Times New Roman" panose="02020603050405020304" pitchFamily="18" charset="0"/>
                <a:cs typeface="Times New Roman" panose="02020603050405020304" pitchFamily="18" charset="0"/>
              </a:rPr>
              <a:t>D=</a:t>
            </a:r>
            <a:r>
              <a:rPr lang="en-US" altLang="zh-CN" sz="1200" dirty="0" err="1">
                <a:solidFill>
                  <a:schemeClr val="bg1"/>
                </a:solidFill>
                <a:latin typeface="Times New Roman" panose="02020603050405020304" pitchFamily="18" charset="0"/>
                <a:cs typeface="Times New Roman" panose="02020603050405020304" pitchFamily="18" charset="0"/>
              </a:rPr>
              <a:t>DataFrame</a:t>
            </a:r>
            <a:r>
              <a:rPr lang="en-US" altLang="zh-CN" sz="1200" dirty="0">
                <a:solidFill>
                  <a:schemeClr val="bg1"/>
                </a:solidFill>
                <a:latin typeface="Times New Roman" panose="02020603050405020304" pitchFamily="18" charset="0"/>
                <a:cs typeface="Times New Roman" panose="02020603050405020304" pitchFamily="18" charset="0"/>
              </a:rPr>
              <a:t>(pairs::Pair)</a:t>
            </a:r>
            <a:endParaRPr lang="zh-CN" altLang="en-US" sz="1200" dirty="0">
              <a:solidFill>
                <a:schemeClr val="bg1"/>
              </a:solidFill>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kumimoji="0" lang="zh-CN" altLang="zh-CN" sz="1200" b="0" i="0" u="none" strike="noStrike" cap="none" normalizeH="0" baseline="0" dirty="0">
              <a:ln>
                <a:noFill/>
              </a:ln>
              <a:solidFill>
                <a:schemeClr val="tx1"/>
              </a:solidFill>
              <a:effectLst/>
              <a:latin typeface="Arial" panose="020B0604020202020204" pitchFamily="34" charset="0"/>
            </a:endParaRPr>
          </a:p>
          <a:p>
            <a:endParaRPr lang="zh-CN" altLang="en-US" dirty="0"/>
          </a:p>
        </p:txBody>
      </p:sp>
      <p:sp>
        <p:nvSpPr>
          <p:cNvPr id="4" name="灯片编号占位符 3"/>
          <p:cNvSpPr>
            <a:spLocks noGrp="1"/>
          </p:cNvSpPr>
          <p:nvPr>
            <p:ph type="sldNum" sz="quarter" idx="5"/>
          </p:nvPr>
        </p:nvSpPr>
        <p:spPr/>
        <p:txBody>
          <a:bodyPr/>
          <a:lstStyle/>
          <a:p>
            <a:pPr>
              <a:defRPr/>
            </a:pPr>
            <a:fld id="{B6C58412-F58B-4DA5-9529-CC0CDE193992}" type="slidenum">
              <a:rPr lang="zh-CN" altLang="en-US" smtClean="0"/>
              <a:pPr>
                <a:defRPr/>
              </a:pPr>
              <a:t>22</a:t>
            </a:fld>
            <a:endParaRPr lang="zh-CN" altLang="en-US"/>
          </a:p>
        </p:txBody>
      </p:sp>
    </p:spTree>
    <p:extLst>
      <p:ext uri="{BB962C8B-B14F-4D97-AF65-F5344CB8AC3E}">
        <p14:creationId xmlns:p14="http://schemas.microsoft.com/office/powerpoint/2010/main" val="59196797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6C58412-F58B-4DA5-9529-CC0CDE193992}" type="slidenum">
              <a:rPr lang="zh-CN" altLang="en-US" smtClean="0"/>
              <a:pPr>
                <a:defRPr/>
              </a:pPr>
              <a:t>25</a:t>
            </a:fld>
            <a:endParaRPr lang="zh-CN" altLang="en-US"/>
          </a:p>
        </p:txBody>
      </p:sp>
    </p:spTree>
    <p:extLst>
      <p:ext uri="{BB962C8B-B14F-4D97-AF65-F5344CB8AC3E}">
        <p14:creationId xmlns:p14="http://schemas.microsoft.com/office/powerpoint/2010/main" val="323130252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6C58412-F58B-4DA5-9529-CC0CDE193992}" type="slidenum">
              <a:rPr lang="zh-CN" altLang="en-US" smtClean="0"/>
              <a:pPr>
                <a:defRPr/>
              </a:pPr>
              <a:t>27</a:t>
            </a:fld>
            <a:endParaRPr lang="zh-CN" altLang="en-US"/>
          </a:p>
        </p:txBody>
      </p:sp>
    </p:spTree>
    <p:extLst>
      <p:ext uri="{BB962C8B-B14F-4D97-AF65-F5344CB8AC3E}">
        <p14:creationId xmlns:p14="http://schemas.microsoft.com/office/powerpoint/2010/main" val="169560807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6C58412-F58B-4DA5-9529-CC0CDE193992}" type="slidenum">
              <a:rPr lang="zh-CN" altLang="en-US" smtClean="0"/>
              <a:pPr>
                <a:defRPr/>
              </a:pPr>
              <a:t>28</a:t>
            </a:fld>
            <a:endParaRPr lang="zh-CN" altLang="en-US"/>
          </a:p>
        </p:txBody>
      </p:sp>
    </p:spTree>
    <p:extLst>
      <p:ext uri="{BB962C8B-B14F-4D97-AF65-F5344CB8AC3E}">
        <p14:creationId xmlns:p14="http://schemas.microsoft.com/office/powerpoint/2010/main" val="243502948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6C58412-F58B-4DA5-9529-CC0CDE193992}" type="slidenum">
              <a:rPr lang="zh-CN" altLang="en-US" smtClean="0"/>
              <a:pPr>
                <a:defRPr/>
              </a:pPr>
              <a:t>29</a:t>
            </a:fld>
            <a:endParaRPr lang="zh-CN" altLang="en-US"/>
          </a:p>
        </p:txBody>
      </p:sp>
    </p:spTree>
    <p:extLst>
      <p:ext uri="{BB962C8B-B14F-4D97-AF65-F5344CB8AC3E}">
        <p14:creationId xmlns:p14="http://schemas.microsoft.com/office/powerpoint/2010/main" val="151631814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元组</a:t>
            </a:r>
            <a:r>
              <a:rPr lang="zh-CN" altLang="en-US" b="0" i="0" dirty="0">
                <a:solidFill>
                  <a:srgbClr val="2C3E50"/>
                </a:solidFill>
                <a:effectLst/>
                <a:latin typeface="-apple-system"/>
              </a:rPr>
              <a:t>可用于存储任意类型的数据</a:t>
            </a:r>
            <a:endParaRPr lang="zh-CN" altLang="en-US" dirty="0"/>
          </a:p>
        </p:txBody>
      </p:sp>
      <p:sp>
        <p:nvSpPr>
          <p:cNvPr id="4" name="灯片编号占位符 3"/>
          <p:cNvSpPr>
            <a:spLocks noGrp="1"/>
          </p:cNvSpPr>
          <p:nvPr>
            <p:ph type="sldNum" sz="quarter" idx="5"/>
          </p:nvPr>
        </p:nvSpPr>
        <p:spPr/>
        <p:txBody>
          <a:bodyPr/>
          <a:lstStyle/>
          <a:p>
            <a:pPr>
              <a:defRPr/>
            </a:pPr>
            <a:fld id="{B6C58412-F58B-4DA5-9529-CC0CDE193992}" type="slidenum">
              <a:rPr lang="zh-CN" altLang="en-US" smtClean="0"/>
              <a:pPr>
                <a:defRPr/>
              </a:pPr>
              <a:t>30</a:t>
            </a:fld>
            <a:endParaRPr lang="zh-CN" altLang="en-US"/>
          </a:p>
        </p:txBody>
      </p:sp>
    </p:spTree>
    <p:extLst>
      <p:ext uri="{BB962C8B-B14F-4D97-AF65-F5344CB8AC3E}">
        <p14:creationId xmlns:p14="http://schemas.microsoft.com/office/powerpoint/2010/main" val="123263733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6C58412-F58B-4DA5-9529-CC0CDE193992}" type="slidenum">
              <a:rPr lang="zh-CN" altLang="en-US" smtClean="0"/>
              <a:pPr>
                <a:defRPr/>
              </a:pPr>
              <a:t>31</a:t>
            </a:fld>
            <a:endParaRPr lang="zh-CN" altLang="en-US"/>
          </a:p>
        </p:txBody>
      </p:sp>
    </p:spTree>
    <p:extLst>
      <p:ext uri="{BB962C8B-B14F-4D97-AF65-F5344CB8AC3E}">
        <p14:creationId xmlns:p14="http://schemas.microsoft.com/office/powerpoint/2010/main" val="145470033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6C58412-F58B-4DA5-9529-CC0CDE193992}" type="slidenum">
              <a:rPr lang="zh-CN" altLang="en-US" smtClean="0"/>
              <a:pPr>
                <a:defRPr/>
              </a:pPr>
              <a:t>33</a:t>
            </a:fld>
            <a:endParaRPr lang="zh-CN" altLang="en-US"/>
          </a:p>
        </p:txBody>
      </p:sp>
    </p:spTree>
    <p:extLst>
      <p:ext uri="{BB962C8B-B14F-4D97-AF65-F5344CB8AC3E}">
        <p14:creationId xmlns:p14="http://schemas.microsoft.com/office/powerpoint/2010/main" val="200475974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6C58412-F58B-4DA5-9529-CC0CDE193992}" type="slidenum">
              <a:rPr lang="zh-CN" altLang="en-US" smtClean="0"/>
              <a:pPr>
                <a:defRPr/>
              </a:pPr>
              <a:t>34</a:t>
            </a:fld>
            <a:endParaRPr lang="zh-CN" altLang="en-US"/>
          </a:p>
        </p:txBody>
      </p:sp>
    </p:spTree>
    <p:extLst>
      <p:ext uri="{BB962C8B-B14F-4D97-AF65-F5344CB8AC3E}">
        <p14:creationId xmlns:p14="http://schemas.microsoft.com/office/powerpoint/2010/main" val="269959435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6C58412-F58B-4DA5-9529-CC0CDE193992}" type="slidenum">
              <a:rPr lang="zh-CN" altLang="en-US" smtClean="0"/>
              <a:pPr>
                <a:defRPr/>
              </a:pPr>
              <a:t>35</a:t>
            </a:fld>
            <a:endParaRPr lang="zh-CN" altLang="en-US"/>
          </a:p>
        </p:txBody>
      </p:sp>
    </p:spTree>
    <p:extLst>
      <p:ext uri="{BB962C8B-B14F-4D97-AF65-F5344CB8AC3E}">
        <p14:creationId xmlns:p14="http://schemas.microsoft.com/office/powerpoint/2010/main" val="9790942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p:spPr>
        <p:txBody>
          <a:bodyPr/>
          <a:lstStyle/>
          <a:p>
            <a:r>
              <a:rPr lang="zh-CN" altLang="en-US"/>
              <a:t>单击此处编辑母版标题样式</a:t>
            </a:r>
          </a:p>
        </p:txBody>
      </p:sp>
      <p:sp>
        <p:nvSpPr>
          <p:cNvPr id="3" name="副标题 2"/>
          <p:cNvSpPr>
            <a:spLocks noGrp="1"/>
          </p:cNvSpPr>
          <p:nvPr>
            <p:ph type="subTitle" idx="1"/>
          </p:nvPr>
        </p:nvSpPr>
        <p:spPr>
          <a:xfrm>
            <a:off x="1371600" y="2914650"/>
            <a:ext cx="6400800" cy="566309"/>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8"/>
          <p:cNvSpPr>
            <a:spLocks noGrp="1" noChangeArrowheads="1"/>
          </p:cNvSpPr>
          <p:nvPr>
            <p:ph type="sldNum" sz="quarter" idx="10"/>
          </p:nvPr>
        </p:nvSpPr>
        <p:spPr>
          <a:ln/>
        </p:spPr>
        <p:txBody>
          <a:bodyPr/>
          <a:lstStyle>
            <a:lvl1pPr>
              <a:defRPr/>
            </a:lvl1pPr>
          </a:lstStyle>
          <a:p>
            <a:pPr>
              <a:defRPr/>
            </a:pPr>
            <a:fld id="{C6A839A6-78F6-48CF-87A6-6BD8E9022CF6}" type="slidenum">
              <a:rPr lang="zh-CN" altLang="en-US"/>
              <a:pPr>
                <a:defRPr/>
              </a:pPr>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930276" y="195486"/>
            <a:ext cx="7667625" cy="438150"/>
          </a:xfrm>
        </p:spPr>
        <p:txBody>
          <a:bodyPr/>
          <a:lstStyle>
            <a:lvl1pPr>
              <a:defRPr sz="3200" b="0">
                <a:solidFill>
                  <a:srgbClr val="002060"/>
                </a:solidFill>
                <a:latin typeface="华文楷体" panose="02010600040101010101" pitchFamily="2" charset="-122"/>
                <a:ea typeface="华文楷体" panose="02010600040101010101" pitchFamily="2" charset="-122"/>
              </a:defRPr>
            </a:lvl1pPr>
          </a:lstStyle>
          <a:p>
            <a:r>
              <a:rPr lang="zh-CN" altLang="en-US" dirty="0"/>
              <a:t>单击此处编辑母版标题样式</a:t>
            </a:r>
          </a:p>
        </p:txBody>
      </p:sp>
      <p:sp>
        <p:nvSpPr>
          <p:cNvPr id="3" name="内容占位符 2"/>
          <p:cNvSpPr>
            <a:spLocks noGrp="1"/>
          </p:cNvSpPr>
          <p:nvPr>
            <p:ph idx="1"/>
          </p:nvPr>
        </p:nvSpPr>
        <p:spPr>
          <a:xfrm>
            <a:off x="673100" y="802481"/>
            <a:ext cx="6515100" cy="547842"/>
          </a:xfrm>
        </p:spPr>
        <p:txBody>
          <a:bodyPr/>
          <a:lstStyle>
            <a:lvl1pPr marL="177800" indent="-177800">
              <a:buFont typeface="Wingdings" panose="05000000000000000000" pitchFamily="2" charset="2"/>
              <a:buChar char="Ø"/>
              <a:defRPr b="0">
                <a:solidFill>
                  <a:srgbClr val="002060"/>
                </a:solidFill>
                <a:latin typeface="华文楷体" panose="02010600040101010101" pitchFamily="2" charset="-122"/>
                <a:ea typeface="华文楷体" panose="02010600040101010101" pitchFamily="2" charset="-122"/>
              </a:defRPr>
            </a:lvl1pPr>
            <a:lvl2pPr marL="635000" indent="-177800">
              <a:buFont typeface="Wingdings" panose="05000000000000000000" pitchFamily="2" charset="2"/>
              <a:buChar char="Ø"/>
              <a:defRPr b="0">
                <a:solidFill>
                  <a:srgbClr val="002060"/>
                </a:solidFill>
                <a:latin typeface="华文楷体" panose="02010600040101010101" pitchFamily="2" charset="-122"/>
                <a:ea typeface="华文楷体" panose="02010600040101010101" pitchFamily="2" charset="-122"/>
              </a:defRPr>
            </a:lvl2pPr>
            <a:lvl3pPr marL="1092200" indent="-177800">
              <a:buFont typeface="Wingdings" panose="05000000000000000000" pitchFamily="2" charset="2"/>
              <a:buChar char="Ø"/>
              <a:defRPr b="0">
                <a:solidFill>
                  <a:srgbClr val="002060"/>
                </a:solidFill>
                <a:latin typeface="华文楷体" panose="02010600040101010101" pitchFamily="2" charset="-122"/>
                <a:ea typeface="华文楷体" panose="02010600040101010101" pitchFamily="2" charset="-122"/>
              </a:defRPr>
            </a:lvl3pPr>
            <a:lvl4pPr marL="1549400" indent="-177800">
              <a:buFont typeface="Wingdings" panose="05000000000000000000" pitchFamily="2" charset="2"/>
              <a:buChar char="Ø"/>
              <a:defRPr b="0">
                <a:solidFill>
                  <a:srgbClr val="002060"/>
                </a:solidFill>
                <a:latin typeface="华文楷体" panose="02010600040101010101" pitchFamily="2" charset="-122"/>
                <a:ea typeface="华文楷体" panose="02010600040101010101" pitchFamily="2" charset="-122"/>
              </a:defRPr>
            </a:lvl4pPr>
            <a:lvl5pPr marL="2006600" indent="-177800">
              <a:buFont typeface="Wingdings" panose="05000000000000000000" pitchFamily="2" charset="2"/>
              <a:buChar char="Ø"/>
              <a:defRPr b="0">
                <a:solidFill>
                  <a:srgbClr val="002060"/>
                </a:solidFill>
                <a:latin typeface="华文楷体" panose="02010600040101010101" pitchFamily="2" charset="-122"/>
                <a:ea typeface="华文楷体" panose="02010600040101010101" pitchFamily="2" charset="-122"/>
              </a:defRPr>
            </a:lvl5pPr>
          </a:lstStyle>
          <a:p>
            <a:pPr lvl="0"/>
            <a:endParaRPr lang="zh-CN" altLang="en-US" dirty="0"/>
          </a:p>
        </p:txBody>
      </p:sp>
      <p:pic>
        <p:nvPicPr>
          <p:cNvPr id="5" name="Picture 11"/>
          <p:cNvPicPr>
            <a:picLocks noChangeAspect="1" noChangeArrowheads="1"/>
          </p:cNvPicPr>
          <p:nvPr userDrawn="1"/>
        </p:nvPicPr>
        <p:blipFill>
          <a:blip r:embed="rId2" cstate="print"/>
          <a:srcRect/>
          <a:stretch>
            <a:fillRect/>
          </a:stretch>
        </p:blipFill>
        <p:spPr bwMode="auto">
          <a:xfrm>
            <a:off x="359024" y="4726213"/>
            <a:ext cx="8784976" cy="417287"/>
          </a:xfrm>
          <a:prstGeom prst="rect">
            <a:avLst/>
          </a:prstGeom>
          <a:noFill/>
          <a:ln w="9525">
            <a:noFill/>
            <a:miter lim="800000"/>
            <a:headEnd/>
            <a:tailEnd/>
          </a:ln>
        </p:spPr>
      </p:pic>
      <p:cxnSp>
        <p:nvCxnSpPr>
          <p:cNvPr id="8" name="直接连接符 7">
            <a:extLst>
              <a:ext uri="{FF2B5EF4-FFF2-40B4-BE49-F238E27FC236}">
                <a16:creationId xmlns:a16="http://schemas.microsoft.com/office/drawing/2014/main" id="{76BB9768-376B-0637-C297-1B5D054A51BD}"/>
              </a:ext>
            </a:extLst>
          </p:cNvPr>
          <p:cNvCxnSpPr/>
          <p:nvPr userDrawn="1"/>
        </p:nvCxnSpPr>
        <p:spPr bwMode="auto">
          <a:xfrm>
            <a:off x="6626" y="4645735"/>
            <a:ext cx="9144000" cy="0"/>
          </a:xfrm>
          <a:prstGeom prst="line">
            <a:avLst/>
          </a:prstGeom>
          <a:ln w="19050">
            <a:solidFill>
              <a:srgbClr val="736303"/>
            </a:solidFill>
            <a:headEnd type="none" w="med" len="med"/>
            <a:tailEnd type="none" w="med" len="med"/>
          </a:ln>
        </p:spPr>
        <p:style>
          <a:lnRef idx="3">
            <a:schemeClr val="accent6"/>
          </a:lnRef>
          <a:fillRef idx="0">
            <a:schemeClr val="accent6"/>
          </a:fillRef>
          <a:effectRef idx="2">
            <a:schemeClr val="accent6"/>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874288"/>
            <a:ext cx="7772400" cy="4308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8"/>
          <p:cNvSpPr>
            <a:spLocks noGrp="1" noChangeArrowheads="1"/>
          </p:cNvSpPr>
          <p:nvPr>
            <p:ph type="sldNum" sz="quarter" idx="10"/>
          </p:nvPr>
        </p:nvSpPr>
        <p:spPr>
          <a:ln/>
        </p:spPr>
        <p:txBody>
          <a:bodyPr/>
          <a:lstStyle>
            <a:lvl1pPr>
              <a:defRPr/>
            </a:lvl1pPr>
          </a:lstStyle>
          <a:p>
            <a:pPr>
              <a:defRPr/>
            </a:pPr>
            <a:fld id="{8F1CB138-D962-4159-86D4-69744E72DFCB}" type="slidenum">
              <a:rPr lang="zh-CN" altLang="en-US"/>
              <a:pPr>
                <a:defRPr/>
              </a:pPr>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73100" y="802481"/>
            <a:ext cx="3181350" cy="239450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006850" y="802481"/>
            <a:ext cx="3181350" cy="239450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8"/>
          <p:cNvSpPr>
            <a:spLocks noGrp="1" noChangeArrowheads="1"/>
          </p:cNvSpPr>
          <p:nvPr>
            <p:ph type="sldNum" sz="quarter" idx="10"/>
          </p:nvPr>
        </p:nvSpPr>
        <p:spPr>
          <a:ln/>
        </p:spPr>
        <p:txBody>
          <a:bodyPr/>
          <a:lstStyle>
            <a:lvl1pPr>
              <a:defRPr/>
            </a:lvl1pPr>
          </a:lstStyle>
          <a:p>
            <a:pPr>
              <a:defRPr/>
            </a:pPr>
            <a:fld id="{82AC858E-3DCE-4D01-A80F-DEA7F14DD0EB}" type="slidenum">
              <a:rPr lang="zh-CN" altLang="en-US"/>
              <a:pPr>
                <a:defRPr/>
              </a:pPr>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132559"/>
            <a:ext cx="4040188" cy="49859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631156"/>
            <a:ext cx="4040188" cy="168353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6" y="1132559"/>
            <a:ext cx="4041775" cy="49859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6" y="1631156"/>
            <a:ext cx="4041775" cy="168353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8"/>
          <p:cNvSpPr>
            <a:spLocks noGrp="1" noChangeArrowheads="1"/>
          </p:cNvSpPr>
          <p:nvPr>
            <p:ph type="sldNum" sz="quarter" idx="10"/>
          </p:nvPr>
        </p:nvSpPr>
        <p:spPr>
          <a:ln/>
        </p:spPr>
        <p:txBody>
          <a:bodyPr/>
          <a:lstStyle>
            <a:lvl1pPr>
              <a:defRPr/>
            </a:lvl1pPr>
          </a:lstStyle>
          <a:p>
            <a:pPr>
              <a:defRPr/>
            </a:pPr>
            <a:fld id="{59E2ED9D-B9E8-4415-A1AA-A51EE65F1343}" type="slidenum">
              <a:rPr lang="zh-CN" altLang="en-US"/>
              <a:pPr>
                <a:defRPr/>
              </a:pPr>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8"/>
          <p:cNvSpPr>
            <a:spLocks noGrp="1" noChangeArrowheads="1"/>
          </p:cNvSpPr>
          <p:nvPr>
            <p:ph type="sldNum" sz="quarter" idx="10"/>
          </p:nvPr>
        </p:nvSpPr>
        <p:spPr>
          <a:ln/>
        </p:spPr>
        <p:txBody>
          <a:bodyPr/>
          <a:lstStyle>
            <a:lvl1pPr>
              <a:defRPr/>
            </a:lvl1pPr>
          </a:lstStyle>
          <a:p>
            <a:pPr>
              <a:defRPr/>
            </a:pPr>
            <a:fld id="{148DE395-C011-4FCA-B35B-9450E02CE85B}" type="slidenum">
              <a:rPr lang="zh-CN" altLang="en-US"/>
              <a:pPr>
                <a:defRPr/>
              </a:pPr>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8"/>
          <p:cNvSpPr>
            <a:spLocks noGrp="1" noChangeArrowheads="1"/>
          </p:cNvSpPr>
          <p:nvPr>
            <p:ph type="sldNum" sz="quarter" idx="10"/>
          </p:nvPr>
        </p:nvSpPr>
        <p:spPr>
          <a:ln/>
        </p:spPr>
        <p:txBody>
          <a:bodyPr/>
          <a:lstStyle>
            <a:lvl1pPr>
              <a:defRPr/>
            </a:lvl1pPr>
          </a:lstStyle>
          <a:p>
            <a:pPr>
              <a:defRPr/>
            </a:pPr>
            <a:fld id="{132BEE3A-E9D9-4E9F-BCF8-FFCE31090B4C}" type="slidenum">
              <a:rPr lang="zh-CN" altLang="en-US"/>
              <a:pPr>
                <a:defRPr/>
              </a:pPr>
              <a:t>‹#›</a:t>
            </a:fld>
            <a:endParaRPr lang="zh-CN" altLang="en-US"/>
          </a:p>
        </p:txBody>
      </p:sp>
      <p:pic>
        <p:nvPicPr>
          <p:cNvPr id="3" name="Picture 11"/>
          <p:cNvPicPr>
            <a:picLocks noChangeAspect="1" noChangeArrowheads="1"/>
          </p:cNvPicPr>
          <p:nvPr userDrawn="1"/>
        </p:nvPicPr>
        <p:blipFill>
          <a:blip r:embed="rId2" cstate="print"/>
          <a:srcRect/>
          <a:stretch>
            <a:fillRect/>
          </a:stretch>
        </p:blipFill>
        <p:spPr bwMode="auto">
          <a:xfrm>
            <a:off x="4300" y="4515966"/>
            <a:ext cx="9113837" cy="627534"/>
          </a:xfrm>
          <a:prstGeom prst="rect">
            <a:avLst/>
          </a:prstGeom>
          <a:noFill/>
          <a:ln w="9525">
            <a:noFill/>
            <a:miter lim="800000"/>
            <a:headEnd/>
            <a:tailEnd/>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p:spPr>
        <p:txBody>
          <a:bodyPr/>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04788"/>
            <a:ext cx="5111750" cy="2733056"/>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1" y="1076326"/>
            <a:ext cx="3008313" cy="32932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8"/>
          <p:cNvSpPr>
            <a:spLocks noGrp="1" noChangeArrowheads="1"/>
          </p:cNvSpPr>
          <p:nvPr>
            <p:ph type="sldNum" sz="quarter" idx="10"/>
          </p:nvPr>
        </p:nvSpPr>
        <p:spPr>
          <a:ln/>
        </p:spPr>
        <p:txBody>
          <a:bodyPr/>
          <a:lstStyle>
            <a:lvl1pPr>
              <a:defRPr/>
            </a:lvl1pPr>
          </a:lstStyle>
          <a:p>
            <a:pPr>
              <a:defRPr/>
            </a:pPr>
            <a:fld id="{E6FB4065-B1B7-4E06-9A01-41AE3A9EC04A}" type="slidenum">
              <a:rPr lang="zh-CN" altLang="en-US"/>
              <a:pPr>
                <a:defRPr/>
              </a:pPr>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p:spPr>
        <p:txBody>
          <a:bodyPr/>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459581"/>
            <a:ext cx="5486400" cy="63402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p>
        </p:txBody>
      </p:sp>
      <p:sp>
        <p:nvSpPr>
          <p:cNvPr id="4" name="文本占位符 3"/>
          <p:cNvSpPr>
            <a:spLocks noGrp="1"/>
          </p:cNvSpPr>
          <p:nvPr>
            <p:ph type="body" sz="half" idx="2"/>
          </p:nvPr>
        </p:nvSpPr>
        <p:spPr>
          <a:xfrm>
            <a:off x="1792288" y="4025503"/>
            <a:ext cx="5486400" cy="32932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8"/>
          <p:cNvSpPr>
            <a:spLocks noGrp="1" noChangeArrowheads="1"/>
          </p:cNvSpPr>
          <p:nvPr>
            <p:ph type="sldNum" sz="quarter" idx="10"/>
          </p:nvPr>
        </p:nvSpPr>
        <p:spPr>
          <a:ln/>
        </p:spPr>
        <p:txBody>
          <a:bodyPr/>
          <a:lstStyle>
            <a:lvl1pPr>
              <a:defRPr/>
            </a:lvl1pPr>
          </a:lstStyle>
          <a:p>
            <a:pPr>
              <a:defRPr/>
            </a:pPr>
            <a:fld id="{2428D4F1-5252-4CE3-8F75-35C51027C8D7}" type="slidenum">
              <a:rPr lang="zh-CN" altLang="en-US"/>
              <a:pPr>
                <a:defRPr/>
              </a:pPr>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a:xfrm>
            <a:off x="2331486" y="802481"/>
            <a:ext cx="4856714" cy="2055947"/>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8"/>
          <p:cNvSpPr>
            <a:spLocks noGrp="1" noChangeArrowheads="1"/>
          </p:cNvSpPr>
          <p:nvPr>
            <p:ph type="sldNum" sz="quarter" idx="10"/>
          </p:nvPr>
        </p:nvSpPr>
        <p:spPr>
          <a:ln/>
        </p:spPr>
        <p:txBody>
          <a:bodyPr/>
          <a:lstStyle>
            <a:lvl1pPr>
              <a:defRPr/>
            </a:lvl1pPr>
          </a:lstStyle>
          <a:p>
            <a:pPr>
              <a:defRPr/>
            </a:pPr>
            <a:fld id="{87EE522D-DF1B-4BE4-9E38-6362FBF71D06}" type="slidenum">
              <a:rPr lang="zh-CN" altLang="en-US"/>
              <a:pPr>
                <a:defRPr/>
              </a:pPr>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16700" y="250031"/>
            <a:ext cx="1981200" cy="1953816"/>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1607586" y="250031"/>
            <a:ext cx="4856714" cy="1953816"/>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8"/>
          <p:cNvSpPr>
            <a:spLocks noGrp="1" noChangeArrowheads="1"/>
          </p:cNvSpPr>
          <p:nvPr>
            <p:ph type="sldNum" sz="quarter" idx="10"/>
          </p:nvPr>
        </p:nvSpPr>
        <p:spPr>
          <a:ln/>
        </p:spPr>
        <p:txBody>
          <a:bodyPr/>
          <a:lstStyle>
            <a:lvl1pPr>
              <a:defRPr/>
            </a:lvl1pPr>
          </a:lstStyle>
          <a:p>
            <a:pPr>
              <a:defRPr/>
            </a:pPr>
            <a:fld id="{3F913E49-A68C-484C-9771-B00D1343D1B8}" type="slidenum">
              <a:rPr lang="zh-CN" altLang="en-US"/>
              <a:pPr>
                <a:defRPr/>
              </a:pPr>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930276" y="250031"/>
            <a:ext cx="7667625" cy="438150"/>
          </a:xfrm>
        </p:spPr>
        <p:txBody>
          <a:bodyPr/>
          <a:lstStyle/>
          <a:p>
            <a:r>
              <a:rPr lang="zh-CN" altLang="en-US"/>
              <a:t>单击此处编辑母版标题样式</a:t>
            </a:r>
          </a:p>
        </p:txBody>
      </p:sp>
      <p:sp>
        <p:nvSpPr>
          <p:cNvPr id="3" name="表格占位符 2"/>
          <p:cNvSpPr>
            <a:spLocks noGrp="1"/>
          </p:cNvSpPr>
          <p:nvPr>
            <p:ph type="tbl" idx="1"/>
          </p:nvPr>
        </p:nvSpPr>
        <p:spPr>
          <a:xfrm>
            <a:off x="673100" y="802481"/>
            <a:ext cx="6515100" cy="566309"/>
          </a:xfrm>
        </p:spPr>
        <p:txBody>
          <a:bodyPr/>
          <a:lstStyle/>
          <a:p>
            <a:pPr lvl="0"/>
            <a:r>
              <a:rPr lang="zh-CN" altLang="en-US" noProof="0"/>
              <a:t>单击图标添加表格</a:t>
            </a:r>
          </a:p>
        </p:txBody>
      </p:sp>
      <p:sp>
        <p:nvSpPr>
          <p:cNvPr id="4" name="Rectangle 8"/>
          <p:cNvSpPr>
            <a:spLocks noGrp="1" noChangeArrowheads="1"/>
          </p:cNvSpPr>
          <p:nvPr>
            <p:ph type="sldNum" sz="quarter" idx="10"/>
          </p:nvPr>
        </p:nvSpPr>
        <p:spPr>
          <a:ln/>
        </p:spPr>
        <p:txBody>
          <a:bodyPr/>
          <a:lstStyle>
            <a:lvl1pPr>
              <a:defRPr/>
            </a:lvl1pPr>
          </a:lstStyle>
          <a:p>
            <a:pPr>
              <a:defRPr/>
            </a:pPr>
            <a:fld id="{53CA134C-C122-4DE6-ABA6-CD4CFACFA387}" type="slidenum">
              <a:rPr lang="zh-CN" altLang="en-US"/>
              <a:pPr>
                <a:defRPr/>
              </a:pPr>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auto">
          <a:xfrm>
            <a:off x="685800" y="42862"/>
            <a:ext cx="7772400" cy="614363"/>
          </a:xfrm>
          <a:prstGeom prst="rect">
            <a:avLst/>
          </a:prstGeom>
          <a:noFill/>
          <a:ln>
            <a:noFill/>
          </a:ln>
        </p:spPr>
        <p:txBody>
          <a:bodyPr lIns="90488" tIns="44450" rIns="90488" bIns="44450" anchor="b"/>
          <a:lstStyle/>
          <a:p>
            <a:pPr>
              <a:lnSpc>
                <a:spcPct val="85000"/>
              </a:lnSpc>
              <a:defRPr/>
            </a:pPr>
            <a:endParaRPr lang="zh-CN" altLang="en-US" sz="3400">
              <a:solidFill>
                <a:srgbClr val="002E5C"/>
              </a:solidFill>
              <a:latin typeface="Helvetica" pitchFamily="34" charset="0"/>
              <a:ea typeface="宋体" pitchFamily="2" charset="-122"/>
            </a:endParaRPr>
          </a:p>
        </p:txBody>
      </p:sp>
      <p:sp>
        <p:nvSpPr>
          <p:cNvPr id="1027" name="Rectangle 3"/>
          <p:cNvSpPr>
            <a:spLocks noGrp="1" noChangeArrowheads="1"/>
          </p:cNvSpPr>
          <p:nvPr>
            <p:ph type="title"/>
          </p:nvPr>
        </p:nvSpPr>
        <p:spPr bwMode="auto">
          <a:xfrm>
            <a:off x="930276" y="250031"/>
            <a:ext cx="7667625" cy="438150"/>
          </a:xfrm>
          <a:prstGeom prst="rect">
            <a:avLst/>
          </a:prstGeom>
          <a:noFill/>
          <a:ln w="9525">
            <a:noFill/>
            <a:miter lim="800000"/>
            <a:headEnd/>
            <a:tailEnd/>
          </a:ln>
        </p:spPr>
        <p:txBody>
          <a:bodyPr vert="horz" wrap="none" lIns="91440" tIns="45720" rIns="91440" bIns="45720" numCol="1" anchor="b" anchorCtr="0" compatLnSpc="1">
            <a:prstTxWarp prst="textNoShape">
              <a:avLst/>
            </a:prstTxWarp>
          </a:bodyPr>
          <a:lstStyle/>
          <a:p>
            <a:pPr lvl="0"/>
            <a:r>
              <a:rPr lang="zh-CN" altLang="en-US"/>
              <a:t>单击此处编辑母版标题样式</a:t>
            </a:r>
            <a:endParaRPr lang="en-US" altLang="zh-CN"/>
          </a:p>
        </p:txBody>
      </p:sp>
      <p:sp>
        <p:nvSpPr>
          <p:cNvPr id="1028" name="Rectangle 4"/>
          <p:cNvSpPr>
            <a:spLocks noGrp="1" noChangeArrowheads="1"/>
          </p:cNvSpPr>
          <p:nvPr>
            <p:ph type="body" idx="1"/>
          </p:nvPr>
        </p:nvSpPr>
        <p:spPr bwMode="auto">
          <a:xfrm>
            <a:off x="673100" y="802481"/>
            <a:ext cx="6515100" cy="2055947"/>
          </a:xfrm>
          <a:prstGeom prst="rect">
            <a:avLst/>
          </a:prstGeom>
          <a:noFill/>
          <a:ln w="9525">
            <a:noFill/>
            <a:miter lim="800000"/>
            <a:headEnd/>
            <a:tailEnd/>
          </a:ln>
        </p:spPr>
        <p:txBody>
          <a:bodyPr vert="horz" wrap="square" lIns="91440" tIns="45720" rIns="91440" bIns="45720" numCol="1" anchor="t" anchorCtr="0" compatLnSpc="1">
            <a:prstTxWarp prst="textNoShape">
              <a:avLst/>
            </a:prstTxWarp>
            <a:sp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p>
        </p:txBody>
      </p:sp>
      <p:pic>
        <p:nvPicPr>
          <p:cNvPr id="1029" name="Picture 5" descr="symbol"/>
          <p:cNvPicPr>
            <a:picLocks noChangeAspect="1" noChangeArrowheads="1"/>
          </p:cNvPicPr>
          <p:nvPr/>
        </p:nvPicPr>
        <p:blipFill>
          <a:blip r:embed="rId14" cstate="print"/>
          <a:srcRect/>
          <a:stretch>
            <a:fillRect/>
          </a:stretch>
        </p:blipFill>
        <p:spPr bwMode="auto">
          <a:xfrm>
            <a:off x="1" y="330994"/>
            <a:ext cx="942975" cy="681038"/>
          </a:xfrm>
          <a:prstGeom prst="rect">
            <a:avLst/>
          </a:prstGeom>
          <a:noFill/>
          <a:ln w="9525">
            <a:noFill/>
            <a:miter lim="800000"/>
            <a:headEnd/>
            <a:tailEnd/>
          </a:ln>
        </p:spPr>
      </p:pic>
      <p:sp>
        <p:nvSpPr>
          <p:cNvPr id="1030" name="Line 6"/>
          <p:cNvSpPr>
            <a:spLocks noChangeShapeType="1"/>
          </p:cNvSpPr>
          <p:nvPr/>
        </p:nvSpPr>
        <p:spPr bwMode="auto">
          <a:xfrm>
            <a:off x="906463" y="660797"/>
            <a:ext cx="8121650" cy="0"/>
          </a:xfrm>
          <a:prstGeom prst="line">
            <a:avLst/>
          </a:prstGeom>
          <a:noFill/>
          <a:ln w="28575">
            <a:solidFill>
              <a:srgbClr val="003B76"/>
            </a:solidFill>
            <a:round/>
            <a:headEnd/>
            <a:tailEnd/>
          </a:ln>
        </p:spPr>
        <p:txBody>
          <a:bodyPr lIns="0" tIns="0" rIns="0" bIns="0" anchor="ctr">
            <a:spAutoFit/>
          </a:bodyPr>
          <a:lstStyle/>
          <a:p>
            <a:pPr>
              <a:defRPr/>
            </a:pPr>
            <a:endParaRPr lang="zh-CN" altLang="en-US">
              <a:ea typeface="宋体" pitchFamily="2" charset="-122"/>
            </a:endParaRPr>
          </a:p>
        </p:txBody>
      </p:sp>
      <p:sp>
        <p:nvSpPr>
          <p:cNvPr id="1031" name="Line 7"/>
          <p:cNvSpPr>
            <a:spLocks noChangeShapeType="1"/>
          </p:cNvSpPr>
          <p:nvPr/>
        </p:nvSpPr>
        <p:spPr bwMode="auto">
          <a:xfrm>
            <a:off x="915988" y="653653"/>
            <a:ext cx="8108950" cy="0"/>
          </a:xfrm>
          <a:prstGeom prst="line">
            <a:avLst/>
          </a:prstGeom>
          <a:noFill/>
          <a:ln w="12700">
            <a:solidFill>
              <a:srgbClr val="F0DA04"/>
            </a:solidFill>
            <a:round/>
            <a:headEnd/>
            <a:tailEnd/>
          </a:ln>
        </p:spPr>
        <p:txBody>
          <a:bodyPr wrap="none" anchor="ctr"/>
          <a:lstStyle/>
          <a:p>
            <a:pPr>
              <a:defRPr/>
            </a:pPr>
            <a:endParaRPr lang="zh-CN" altLang="en-US">
              <a:ea typeface="宋体" pitchFamily="2" charset="-122"/>
            </a:endParaRPr>
          </a:p>
        </p:txBody>
      </p:sp>
      <p:sp>
        <p:nvSpPr>
          <p:cNvPr id="1032" name="Rectangle 8"/>
          <p:cNvSpPr>
            <a:spLocks noGrp="1" noChangeArrowheads="1"/>
          </p:cNvSpPr>
          <p:nvPr>
            <p:ph type="sldNum" sz="quarter" idx="4"/>
          </p:nvPr>
        </p:nvSpPr>
        <p:spPr bwMode="auto">
          <a:xfrm>
            <a:off x="6553200" y="4683919"/>
            <a:ext cx="2133600" cy="3571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fontAlgn="auto">
              <a:lnSpc>
                <a:spcPct val="100000"/>
              </a:lnSpc>
              <a:spcBef>
                <a:spcPts val="0"/>
              </a:spcBef>
              <a:spcAft>
                <a:spcPts val="0"/>
              </a:spcAft>
              <a:defRPr sz="1400" b="0">
                <a:latin typeface="+mn-lt"/>
                <a:ea typeface="宋体" pitchFamily="2" charset="-122"/>
              </a:defRPr>
            </a:lvl1pPr>
          </a:lstStyle>
          <a:p>
            <a:pPr>
              <a:defRPr/>
            </a:pPr>
            <a:fld id="{FD990E54-9BDD-4FF4-80FA-301FCBFF661E}"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sldLayoutIdLst>
    <p:sldLayoutId id="2147483672" r:id="rId1"/>
    <p:sldLayoutId id="2147483671" r:id="rId2"/>
    <p:sldLayoutId id="2147483670" r:id="rId3"/>
    <p:sldLayoutId id="2147483669" r:id="rId4"/>
    <p:sldLayoutId id="2147483668" r:id="rId5"/>
    <p:sldLayoutId id="2147483667" r:id="rId6"/>
    <p:sldLayoutId id="2147483666" r:id="rId7"/>
    <p:sldLayoutId id="2147483665" r:id="rId8"/>
    <p:sldLayoutId id="2147483664" r:id="rId9"/>
    <p:sldLayoutId id="2147483663" r:id="rId10"/>
    <p:sldLayoutId id="2147483662" r:id="rId11"/>
    <p:sldLayoutId id="2147483661" r:id="rId12"/>
  </p:sldLayoutIdLst>
  <p:txStyles>
    <p:titleStyle>
      <a:lvl1pPr algn="l" rtl="0" eaLnBrk="0" fontAlgn="base" hangingPunct="0">
        <a:lnSpc>
          <a:spcPct val="85000"/>
        </a:lnSpc>
        <a:spcBef>
          <a:spcPct val="0"/>
        </a:spcBef>
        <a:spcAft>
          <a:spcPct val="0"/>
        </a:spcAft>
        <a:defRPr sz="3400" b="1">
          <a:solidFill>
            <a:srgbClr val="002E5C"/>
          </a:solidFill>
          <a:latin typeface="+mj-lt"/>
          <a:ea typeface="+mj-ea"/>
          <a:cs typeface="+mj-cs"/>
        </a:defRPr>
      </a:lvl1pPr>
      <a:lvl2pPr algn="l" rtl="0" eaLnBrk="0" fontAlgn="base" hangingPunct="0">
        <a:lnSpc>
          <a:spcPct val="85000"/>
        </a:lnSpc>
        <a:spcBef>
          <a:spcPct val="0"/>
        </a:spcBef>
        <a:spcAft>
          <a:spcPct val="0"/>
        </a:spcAft>
        <a:defRPr sz="3400" b="1">
          <a:solidFill>
            <a:srgbClr val="002E5C"/>
          </a:solidFill>
          <a:latin typeface="Helvetica" pitchFamily="34" charset="0"/>
        </a:defRPr>
      </a:lvl2pPr>
      <a:lvl3pPr algn="l" rtl="0" eaLnBrk="0" fontAlgn="base" hangingPunct="0">
        <a:lnSpc>
          <a:spcPct val="85000"/>
        </a:lnSpc>
        <a:spcBef>
          <a:spcPct val="0"/>
        </a:spcBef>
        <a:spcAft>
          <a:spcPct val="0"/>
        </a:spcAft>
        <a:defRPr sz="3400" b="1">
          <a:solidFill>
            <a:srgbClr val="002E5C"/>
          </a:solidFill>
          <a:latin typeface="Helvetica" pitchFamily="34" charset="0"/>
        </a:defRPr>
      </a:lvl3pPr>
      <a:lvl4pPr algn="l" rtl="0" eaLnBrk="0" fontAlgn="base" hangingPunct="0">
        <a:lnSpc>
          <a:spcPct val="85000"/>
        </a:lnSpc>
        <a:spcBef>
          <a:spcPct val="0"/>
        </a:spcBef>
        <a:spcAft>
          <a:spcPct val="0"/>
        </a:spcAft>
        <a:defRPr sz="3400" b="1">
          <a:solidFill>
            <a:srgbClr val="002E5C"/>
          </a:solidFill>
          <a:latin typeface="Helvetica" pitchFamily="34" charset="0"/>
        </a:defRPr>
      </a:lvl4pPr>
      <a:lvl5pPr algn="l" rtl="0" eaLnBrk="0" fontAlgn="base" hangingPunct="0">
        <a:lnSpc>
          <a:spcPct val="85000"/>
        </a:lnSpc>
        <a:spcBef>
          <a:spcPct val="0"/>
        </a:spcBef>
        <a:spcAft>
          <a:spcPct val="0"/>
        </a:spcAft>
        <a:defRPr sz="3400" b="1">
          <a:solidFill>
            <a:srgbClr val="002E5C"/>
          </a:solidFill>
          <a:latin typeface="Helvetica" pitchFamily="34" charset="0"/>
        </a:defRPr>
      </a:lvl5pPr>
      <a:lvl6pPr marL="457200" algn="l" rtl="0" eaLnBrk="1" fontAlgn="base" hangingPunct="1">
        <a:lnSpc>
          <a:spcPct val="85000"/>
        </a:lnSpc>
        <a:spcBef>
          <a:spcPct val="0"/>
        </a:spcBef>
        <a:spcAft>
          <a:spcPct val="0"/>
        </a:spcAft>
        <a:defRPr sz="3400" b="1">
          <a:solidFill>
            <a:srgbClr val="002E5C"/>
          </a:solidFill>
          <a:latin typeface="Helvetica" pitchFamily="34" charset="0"/>
        </a:defRPr>
      </a:lvl6pPr>
      <a:lvl7pPr marL="914400" algn="l" rtl="0" eaLnBrk="1" fontAlgn="base" hangingPunct="1">
        <a:lnSpc>
          <a:spcPct val="85000"/>
        </a:lnSpc>
        <a:spcBef>
          <a:spcPct val="0"/>
        </a:spcBef>
        <a:spcAft>
          <a:spcPct val="0"/>
        </a:spcAft>
        <a:defRPr sz="3400" b="1">
          <a:solidFill>
            <a:srgbClr val="002E5C"/>
          </a:solidFill>
          <a:latin typeface="Helvetica" pitchFamily="34" charset="0"/>
        </a:defRPr>
      </a:lvl7pPr>
      <a:lvl8pPr marL="1371600" algn="l" rtl="0" eaLnBrk="1" fontAlgn="base" hangingPunct="1">
        <a:lnSpc>
          <a:spcPct val="85000"/>
        </a:lnSpc>
        <a:spcBef>
          <a:spcPct val="0"/>
        </a:spcBef>
        <a:spcAft>
          <a:spcPct val="0"/>
        </a:spcAft>
        <a:defRPr sz="3400" b="1">
          <a:solidFill>
            <a:srgbClr val="002E5C"/>
          </a:solidFill>
          <a:latin typeface="Helvetica" pitchFamily="34" charset="0"/>
        </a:defRPr>
      </a:lvl8pPr>
      <a:lvl9pPr marL="1828800" algn="l" rtl="0" eaLnBrk="1" fontAlgn="base" hangingPunct="1">
        <a:lnSpc>
          <a:spcPct val="85000"/>
        </a:lnSpc>
        <a:spcBef>
          <a:spcPct val="0"/>
        </a:spcBef>
        <a:spcAft>
          <a:spcPct val="0"/>
        </a:spcAft>
        <a:defRPr sz="3400" b="1">
          <a:solidFill>
            <a:srgbClr val="002E5C"/>
          </a:solidFill>
          <a:latin typeface="Helvetica" pitchFamily="34" charset="0"/>
        </a:defRPr>
      </a:lvl9pPr>
    </p:titleStyle>
    <p:bodyStyle>
      <a:lvl1pPr marL="177800" indent="-177800" algn="l" rtl="0" eaLnBrk="0" fontAlgn="base" hangingPunct="0">
        <a:lnSpc>
          <a:spcPct val="110000"/>
        </a:lnSpc>
        <a:spcBef>
          <a:spcPct val="0"/>
        </a:spcBef>
        <a:spcAft>
          <a:spcPct val="0"/>
        </a:spcAft>
        <a:buChar char="•"/>
        <a:defRPr sz="2800" b="1">
          <a:solidFill>
            <a:srgbClr val="A50021"/>
          </a:solidFill>
          <a:latin typeface="+mn-lt"/>
          <a:ea typeface="+mn-ea"/>
          <a:cs typeface="+mn-cs"/>
        </a:defRPr>
      </a:lvl1pPr>
      <a:lvl2pPr marL="635000" indent="-177800" algn="l" rtl="0" eaLnBrk="0" fontAlgn="base" hangingPunct="0">
        <a:lnSpc>
          <a:spcPct val="110000"/>
        </a:lnSpc>
        <a:spcBef>
          <a:spcPct val="0"/>
        </a:spcBef>
        <a:spcAft>
          <a:spcPct val="0"/>
        </a:spcAft>
        <a:buChar char="•"/>
        <a:defRPr sz="2400" b="1">
          <a:solidFill>
            <a:schemeClr val="tx1"/>
          </a:solidFill>
          <a:latin typeface="+mn-lt"/>
        </a:defRPr>
      </a:lvl2pPr>
      <a:lvl3pPr marL="1092200" indent="-177800" algn="l" rtl="0" eaLnBrk="0" fontAlgn="base" hangingPunct="0">
        <a:lnSpc>
          <a:spcPct val="110000"/>
        </a:lnSpc>
        <a:spcBef>
          <a:spcPct val="0"/>
        </a:spcBef>
        <a:spcAft>
          <a:spcPct val="0"/>
        </a:spcAft>
        <a:buChar char="•"/>
        <a:defRPr sz="2400" b="1">
          <a:solidFill>
            <a:srgbClr val="002E5C"/>
          </a:solidFill>
          <a:latin typeface="+mn-lt"/>
        </a:defRPr>
      </a:lvl3pPr>
      <a:lvl4pPr marL="1549400" indent="-177800" algn="l" rtl="0" eaLnBrk="0" fontAlgn="base" hangingPunct="0">
        <a:lnSpc>
          <a:spcPct val="110000"/>
        </a:lnSpc>
        <a:spcBef>
          <a:spcPct val="0"/>
        </a:spcBef>
        <a:spcAft>
          <a:spcPct val="0"/>
        </a:spcAft>
        <a:buChar char="•"/>
        <a:defRPr sz="2000" b="1">
          <a:solidFill>
            <a:srgbClr val="002E5C"/>
          </a:solidFill>
          <a:latin typeface="+mn-lt"/>
        </a:defRPr>
      </a:lvl4pPr>
      <a:lvl5pPr marL="2006600" indent="-177800" algn="l" rtl="0" eaLnBrk="0" fontAlgn="base" hangingPunct="0">
        <a:lnSpc>
          <a:spcPct val="110000"/>
        </a:lnSpc>
        <a:spcBef>
          <a:spcPct val="0"/>
        </a:spcBef>
        <a:spcAft>
          <a:spcPct val="0"/>
        </a:spcAft>
        <a:buChar char="•"/>
        <a:defRPr sz="2000" b="1">
          <a:solidFill>
            <a:srgbClr val="002E5C"/>
          </a:solidFill>
          <a:latin typeface="+mn-lt"/>
        </a:defRPr>
      </a:lvl5pPr>
      <a:lvl6pPr marL="2463800" indent="-177800" algn="l" rtl="0" eaLnBrk="1" fontAlgn="base" hangingPunct="1">
        <a:lnSpc>
          <a:spcPct val="110000"/>
        </a:lnSpc>
        <a:spcBef>
          <a:spcPct val="0"/>
        </a:spcBef>
        <a:spcAft>
          <a:spcPct val="0"/>
        </a:spcAft>
        <a:buChar char="•"/>
        <a:defRPr b="1">
          <a:solidFill>
            <a:srgbClr val="002E5C"/>
          </a:solidFill>
          <a:latin typeface="+mn-lt"/>
        </a:defRPr>
      </a:lvl6pPr>
      <a:lvl7pPr marL="2921000" indent="-177800" algn="l" rtl="0" eaLnBrk="1" fontAlgn="base" hangingPunct="1">
        <a:lnSpc>
          <a:spcPct val="110000"/>
        </a:lnSpc>
        <a:spcBef>
          <a:spcPct val="0"/>
        </a:spcBef>
        <a:spcAft>
          <a:spcPct val="0"/>
        </a:spcAft>
        <a:buChar char="•"/>
        <a:defRPr b="1">
          <a:solidFill>
            <a:srgbClr val="002E5C"/>
          </a:solidFill>
          <a:latin typeface="+mn-lt"/>
        </a:defRPr>
      </a:lvl7pPr>
      <a:lvl8pPr marL="3378200" indent="-177800" algn="l" rtl="0" eaLnBrk="1" fontAlgn="base" hangingPunct="1">
        <a:lnSpc>
          <a:spcPct val="110000"/>
        </a:lnSpc>
        <a:spcBef>
          <a:spcPct val="0"/>
        </a:spcBef>
        <a:spcAft>
          <a:spcPct val="0"/>
        </a:spcAft>
        <a:buChar char="•"/>
        <a:defRPr b="1">
          <a:solidFill>
            <a:srgbClr val="002E5C"/>
          </a:solidFill>
          <a:latin typeface="+mn-lt"/>
        </a:defRPr>
      </a:lvl8pPr>
      <a:lvl9pPr marL="3835400" indent="-177800" algn="l" rtl="0" eaLnBrk="1" fontAlgn="base" hangingPunct="1">
        <a:lnSpc>
          <a:spcPct val="110000"/>
        </a:lnSpc>
        <a:spcBef>
          <a:spcPct val="0"/>
        </a:spcBef>
        <a:spcAft>
          <a:spcPct val="0"/>
        </a:spcAft>
        <a:buChar char="•"/>
        <a:defRPr b="1">
          <a:solidFill>
            <a:srgbClr val="002E5C"/>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5.wmf"/><Relationship Id="rId4" Type="http://schemas.openxmlformats.org/officeDocument/2006/relationships/oleObject" Target="../embeddings/oleObject1.bin"/></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microsoft.com/office/2007/relationships/hdphoto" Target="../media/hdphoto2.wdp"/><Relationship Id="rId5" Type="http://schemas.openxmlformats.org/officeDocument/2006/relationships/image" Target="../media/image9.png"/><Relationship Id="rId4" Type="http://schemas.microsoft.com/office/2007/relationships/hdphoto" Target="../media/hdphoto1.wdp"/></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microsoft.com/office/2007/relationships/hdphoto" Target="../media/hdphoto3.wdp"/></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8" Type="http://schemas.openxmlformats.org/officeDocument/2006/relationships/hyperlink" Target="#/Doc/TyBase/Arrays/ReshapeAndSorting/partialsort&#65281;.html"/><Relationship Id="rId13" Type="http://schemas.openxmlformats.org/officeDocument/2006/relationships/hyperlink" Target="#/Doc/TyBase/Arrays/ReshapeAndSorting/rot180.html"/><Relationship Id="rId3" Type="http://schemas.openxmlformats.org/officeDocument/2006/relationships/hyperlink" Target="#/Doc/TyBase/Arrays/ReshapeAndSorting/sort.html"/><Relationship Id="rId7" Type="http://schemas.openxmlformats.org/officeDocument/2006/relationships/hyperlink" Target="#/Doc/TyBase/Arrays/ReshapeAndSorting/partialsort.html"/><Relationship Id="rId12" Type="http://schemas.openxmlformats.org/officeDocument/2006/relationships/hyperlink" Target="#/Doc/TyBase/Arrays/ReshapeAndSorting/rotl90.html"/><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hyperlink" Target="#/Doc/TyBase/Arrays/ReshapeAndSorting/sortrows.html"/><Relationship Id="rId11" Type="http://schemas.openxmlformats.org/officeDocument/2006/relationships/hyperlink" Target="#/Doc/TyBase/Arrays/ReshapeAndSorting/rotr90.html"/><Relationship Id="rId5" Type="http://schemas.openxmlformats.org/officeDocument/2006/relationships/hyperlink" Target="#/Doc/TyBase/Arrays/ReshapeAndSorting/ty_sort.html"/><Relationship Id="rId10" Type="http://schemas.openxmlformats.org/officeDocument/2006/relationships/hyperlink" Target="#/Doc/TyBase/Arrays/ReshapeAndSorting/reverse&#65281;.html"/><Relationship Id="rId4" Type="http://schemas.openxmlformats.org/officeDocument/2006/relationships/hyperlink" Target="#/Doc/TyBase/Arrays/ReshapeAndSorting/sort&#65281;.html"/><Relationship Id="rId9" Type="http://schemas.openxmlformats.org/officeDocument/2006/relationships/hyperlink" Target="#/Doc/TyBase/Arrays/ReshapeAndSorting/reverse.html"/><Relationship Id="rId14" Type="http://schemas.openxmlformats.org/officeDocument/2006/relationships/hyperlink" Target="#/Doc/TyBase/MathematicalOperationsAndElementaryFunctions/ArithmeticOperators/Transpose/transpose.html"/></Relationships>
</file>

<file path=ppt/slides/_rels/slide21.xml.rels><?xml version="1.0" encoding="UTF-8" standalone="yes"?>
<Relationships xmlns="http://schemas.openxmlformats.org/package/2006/relationships"><Relationship Id="rId3" Type="http://schemas.openxmlformats.org/officeDocument/2006/relationships/hyperlink" Target="#/Doc/TyBase/Collections/DataFrames/CSV.read.html"/><Relationship Id="rId2" Type="http://schemas.openxmlformats.org/officeDocument/2006/relationships/hyperlink" Target="#/Doc/TyBase/DataTypes/Tables/readtable.html"/><Relationship Id="rId1" Type="http://schemas.openxmlformats.org/officeDocument/2006/relationships/slideLayout" Target="../slideLayouts/slideLayout2.xml"/><Relationship Id="rId4" Type="http://schemas.openxmlformats.org/officeDocument/2006/relationships/hyperlink" Target="#/Doc/TyBase/Collections/DataFrames/CSV.write.html"/></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a:extLst>
              <a:ext uri="{FF2B5EF4-FFF2-40B4-BE49-F238E27FC236}">
                <a16:creationId xmlns:a16="http://schemas.microsoft.com/office/drawing/2014/main" id="{8426DAA7-E8F9-473E-A8BC-3ABC82639459}"/>
              </a:ext>
            </a:extLst>
          </p:cNvPr>
          <p:cNvSpPr>
            <a:spLocks noGrp="1"/>
          </p:cNvSpPr>
          <p:nvPr>
            <p:ph type="title"/>
          </p:nvPr>
        </p:nvSpPr>
        <p:spPr>
          <a:xfrm>
            <a:off x="899592" y="228627"/>
            <a:ext cx="7667625" cy="438150"/>
          </a:xfrm>
        </p:spPr>
        <p:txBody>
          <a:bodyPr/>
          <a:lstStyle/>
          <a:p>
            <a:r>
              <a:rPr lang="en-US" altLang="zh-CN" sz="2800" b="1" dirty="0">
                <a:solidFill>
                  <a:srgbClr val="0070C0"/>
                </a:solidFill>
              </a:rPr>
              <a:t>§1. 4 </a:t>
            </a:r>
            <a:r>
              <a:rPr lang="zh-CN" altLang="en-US" sz="2800" b="1" dirty="0">
                <a:solidFill>
                  <a:srgbClr val="0070C0"/>
                </a:solidFill>
              </a:rPr>
              <a:t>数组 、列表、结构、元组、字典、集合</a:t>
            </a:r>
          </a:p>
        </p:txBody>
      </p:sp>
      <p:pic>
        <p:nvPicPr>
          <p:cNvPr id="6" name="Picture 2"/>
          <p:cNvPicPr>
            <a:picLocks noChangeAspect="1" noChangeArrowheads="1"/>
          </p:cNvPicPr>
          <p:nvPr/>
        </p:nvPicPr>
        <p:blipFill rotWithShape="1">
          <a:blip r:embed="rId3" cstate="print"/>
          <a:srcRect l="6947"/>
          <a:stretch/>
        </p:blipFill>
        <p:spPr bwMode="auto">
          <a:xfrm>
            <a:off x="6567150" y="1550469"/>
            <a:ext cx="1999855" cy="1300681"/>
          </a:xfrm>
          <a:prstGeom prst="rect">
            <a:avLst/>
          </a:prstGeom>
          <a:noFill/>
          <a:ln w="9525">
            <a:noFill/>
            <a:miter lim="800000"/>
            <a:headEnd/>
            <a:tailEnd/>
          </a:ln>
        </p:spPr>
      </p:pic>
      <p:pic>
        <p:nvPicPr>
          <p:cNvPr id="7" name="Picture 3"/>
          <p:cNvPicPr>
            <a:picLocks noChangeAspect="1" noChangeArrowheads="1"/>
          </p:cNvPicPr>
          <p:nvPr/>
        </p:nvPicPr>
        <p:blipFill>
          <a:blip r:embed="rId4" cstate="print"/>
          <a:srcRect/>
          <a:stretch>
            <a:fillRect/>
          </a:stretch>
        </p:blipFill>
        <p:spPr bwMode="auto">
          <a:xfrm>
            <a:off x="234349" y="1514228"/>
            <a:ext cx="5836643" cy="1285717"/>
          </a:xfrm>
          <a:prstGeom prst="rect">
            <a:avLst/>
          </a:prstGeom>
          <a:noFill/>
          <a:ln w="9525">
            <a:noFill/>
            <a:miter lim="800000"/>
            <a:headEnd/>
            <a:tailEnd/>
          </a:ln>
        </p:spPr>
      </p:pic>
      <p:sp>
        <p:nvSpPr>
          <p:cNvPr id="9" name="文本框 8">
            <a:extLst>
              <a:ext uri="{FF2B5EF4-FFF2-40B4-BE49-F238E27FC236}">
                <a16:creationId xmlns:a16="http://schemas.microsoft.com/office/drawing/2014/main" id="{BA0420D6-50FA-4412-B476-C018EC76DECE}"/>
              </a:ext>
            </a:extLst>
          </p:cNvPr>
          <p:cNvSpPr txBox="1"/>
          <p:nvPr/>
        </p:nvSpPr>
        <p:spPr>
          <a:xfrm>
            <a:off x="163978" y="2866115"/>
            <a:ext cx="8944526" cy="1726242"/>
          </a:xfrm>
          <a:prstGeom prst="rect">
            <a:avLst/>
          </a:prstGeom>
          <a:solidFill>
            <a:schemeClr val="bg1"/>
          </a:solidFill>
          <a:ln>
            <a:noFill/>
          </a:ln>
        </p:spPr>
        <p:txBody>
          <a:bodyPr wrap="square">
            <a:spAutoFit/>
          </a:bodyPr>
          <a:lstStyle/>
          <a:p>
            <a:pPr>
              <a:lnSpc>
                <a:spcPts val="2600"/>
              </a:lnSpc>
            </a:pPr>
            <a:r>
              <a:rPr lang="zh-CN" altLang="en-US" sz="1400" b="1" dirty="0">
                <a:solidFill>
                  <a:srgbClr val="00B0F0"/>
                </a:solidFill>
                <a:latin typeface="微软雅黑" panose="020B0503020204020204" pitchFamily="34" charset="-122"/>
                <a:ea typeface="微软雅黑" panose="020B0503020204020204" pitchFamily="34" charset="-122"/>
              </a:rPr>
              <a:t>数组：</a:t>
            </a:r>
            <a:r>
              <a:rPr lang="zh-CN" altLang="en-US" sz="1400" b="1" dirty="0">
                <a:solidFill>
                  <a:srgbClr val="002060"/>
                </a:solidFill>
                <a:latin typeface="微软雅黑 Light" panose="020B0502040204020203" pitchFamily="34" charset="-122"/>
                <a:ea typeface="微软雅黑 Light" panose="020B0502040204020203" pitchFamily="34" charset="-122"/>
              </a:rPr>
              <a:t>相同类型元素（允许不同），有序存储各元素，元素可改变，用方括号“</a:t>
            </a:r>
            <a:r>
              <a:rPr lang="zh-CN" altLang="en-US" sz="1400" b="1" dirty="0">
                <a:solidFill>
                  <a:srgbClr val="FF0000"/>
                </a:solidFill>
                <a:latin typeface="微软雅黑 Light" panose="020B0502040204020203" pitchFamily="34" charset="-122"/>
                <a:ea typeface="微软雅黑 Light" panose="020B0502040204020203" pitchFamily="34" charset="-122"/>
              </a:rPr>
              <a:t>[ ]</a:t>
            </a:r>
            <a:r>
              <a:rPr lang="zh-CN" altLang="en-US" sz="1400" b="1" dirty="0">
                <a:solidFill>
                  <a:srgbClr val="002060"/>
                </a:solidFill>
                <a:latin typeface="微软雅黑 Light" panose="020B0502040204020203" pitchFamily="34" charset="-122"/>
                <a:ea typeface="微软雅黑 Light" panose="020B0502040204020203" pitchFamily="34" charset="-122"/>
              </a:rPr>
              <a:t>“表示。</a:t>
            </a:r>
            <a:endParaRPr lang="en-US" altLang="zh-CN" sz="1400" b="1" dirty="0">
              <a:solidFill>
                <a:srgbClr val="002060"/>
              </a:solidFill>
              <a:latin typeface="微软雅黑 Light" panose="020B0502040204020203" pitchFamily="34" charset="-122"/>
              <a:ea typeface="微软雅黑 Light" panose="020B0502040204020203" pitchFamily="34" charset="-122"/>
            </a:endParaRPr>
          </a:p>
          <a:p>
            <a:pPr>
              <a:lnSpc>
                <a:spcPts val="2600"/>
              </a:lnSpc>
            </a:pPr>
            <a:r>
              <a:rPr lang="zh-CN" altLang="en-US" sz="1400" b="1" dirty="0">
                <a:solidFill>
                  <a:srgbClr val="FF0000"/>
                </a:solidFill>
                <a:latin typeface="微软雅黑" panose="020B0503020204020204" pitchFamily="34" charset="-122"/>
                <a:ea typeface="微软雅黑" panose="020B0503020204020204" pitchFamily="34" charset="-122"/>
              </a:rPr>
              <a:t>元组：</a:t>
            </a:r>
            <a:r>
              <a:rPr lang="zh-CN" altLang="en-US" sz="1400" b="1" dirty="0">
                <a:solidFill>
                  <a:srgbClr val="002060"/>
                </a:solidFill>
                <a:latin typeface="微软雅黑 Light" panose="020B0502040204020203" pitchFamily="34" charset="-122"/>
                <a:ea typeface="微软雅黑 Light" panose="020B0502040204020203" pitchFamily="34" charset="-122"/>
              </a:rPr>
              <a:t>元组和数组在结构上无区别，唯一差异在于元组只读，</a:t>
            </a:r>
            <a:r>
              <a:rPr lang="zh-CN" altLang="en-US" sz="1400" b="1" dirty="0">
                <a:solidFill>
                  <a:srgbClr val="FF0000"/>
                </a:solidFill>
                <a:latin typeface="微软雅黑 Light" panose="020B0502040204020203" pitchFamily="34" charset="-122"/>
                <a:ea typeface="微软雅黑 Light" panose="020B0502040204020203" pitchFamily="34" charset="-122"/>
              </a:rPr>
              <a:t>不能修改</a:t>
            </a:r>
            <a:r>
              <a:rPr lang="zh-CN" altLang="en-US" sz="1400" b="1" dirty="0">
                <a:solidFill>
                  <a:srgbClr val="002060"/>
                </a:solidFill>
                <a:latin typeface="微软雅黑 Light" panose="020B0502040204020203" pitchFamily="34" charset="-122"/>
                <a:ea typeface="微软雅黑 Light" panose="020B0502040204020203" pitchFamily="34" charset="-122"/>
              </a:rPr>
              <a:t>。元组用圆括号</a:t>
            </a:r>
            <a:r>
              <a:rPr lang="zh-CN" altLang="en-US" sz="1400" b="1" dirty="0">
                <a:solidFill>
                  <a:srgbClr val="FF0000"/>
                </a:solidFill>
                <a:latin typeface="微软雅黑 Light" panose="020B0502040204020203" pitchFamily="34" charset="-122"/>
                <a:ea typeface="微软雅黑 Light" panose="020B0502040204020203" pitchFamily="34" charset="-122"/>
              </a:rPr>
              <a:t>( )</a:t>
            </a:r>
            <a:r>
              <a:rPr lang="zh-CN" altLang="en-US" sz="1400" b="1" dirty="0">
                <a:solidFill>
                  <a:srgbClr val="002060"/>
                </a:solidFill>
                <a:latin typeface="微软雅黑 Light" panose="020B0502040204020203" pitchFamily="34" charset="-122"/>
                <a:ea typeface="微软雅黑 Light" panose="020B0502040204020203" pitchFamily="34" charset="-122"/>
              </a:rPr>
              <a:t>表示。</a:t>
            </a:r>
            <a:endParaRPr lang="en-US" altLang="zh-CN" sz="1400" b="1" dirty="0">
              <a:solidFill>
                <a:srgbClr val="002060"/>
              </a:solidFill>
              <a:latin typeface="微软雅黑 Light" panose="020B0502040204020203" pitchFamily="34" charset="-122"/>
              <a:ea typeface="微软雅黑 Light" panose="020B0502040204020203" pitchFamily="34" charset="-122"/>
            </a:endParaRPr>
          </a:p>
          <a:p>
            <a:pPr>
              <a:lnSpc>
                <a:spcPts val="2600"/>
              </a:lnSpc>
            </a:pPr>
            <a:r>
              <a:rPr lang="zh-CN" altLang="en-US" sz="1400" b="1" dirty="0">
                <a:solidFill>
                  <a:srgbClr val="00B0F0"/>
                </a:solidFill>
                <a:latin typeface="微软雅黑" panose="020B0503020204020204" pitchFamily="34" charset="-122"/>
                <a:ea typeface="微软雅黑" panose="020B0503020204020204" pitchFamily="34" charset="-122"/>
              </a:rPr>
              <a:t>列表 ：</a:t>
            </a:r>
            <a:r>
              <a:rPr lang="zh-CN" altLang="en-US" sz="1400" b="1" dirty="0">
                <a:solidFill>
                  <a:srgbClr val="002060"/>
                </a:solidFill>
                <a:latin typeface="微软雅黑 Light" panose="020B0502040204020203" pitchFamily="34" charset="-122"/>
                <a:ea typeface="微软雅黑 Light" panose="020B0502040204020203" pitchFamily="34" charset="-122"/>
              </a:rPr>
              <a:t>具有灵活</a:t>
            </a:r>
            <a:r>
              <a:rPr lang="zh-CN" altLang="en-US" sz="1400" b="1" dirty="0">
                <a:solidFill>
                  <a:srgbClr val="FF0000"/>
                </a:solidFill>
                <a:latin typeface="微软雅黑 Light" panose="020B0502040204020203" pitchFamily="34" charset="-122"/>
                <a:ea typeface="微软雅黑 Light" panose="020B0502040204020203" pitchFamily="34" charset="-122"/>
              </a:rPr>
              <a:t>有序</a:t>
            </a:r>
            <a:r>
              <a:rPr lang="zh-CN" altLang="en-US" sz="1400" b="1" dirty="0">
                <a:solidFill>
                  <a:srgbClr val="002060"/>
                </a:solidFill>
                <a:latin typeface="微软雅黑 Light" panose="020B0502040204020203" pitchFamily="34" charset="-122"/>
                <a:ea typeface="微软雅黑 Light" panose="020B0502040204020203" pitchFamily="34" charset="-122"/>
              </a:rPr>
              <a:t>集合对象类型，可包括任意数据类型，如数值、字符串等</a:t>
            </a:r>
          </a:p>
          <a:p>
            <a:pPr>
              <a:lnSpc>
                <a:spcPts val="2600"/>
              </a:lnSpc>
            </a:pPr>
            <a:r>
              <a:rPr lang="zh-CN" altLang="en-US" sz="1400" b="1" dirty="0">
                <a:solidFill>
                  <a:srgbClr val="00B0F0"/>
                </a:solidFill>
                <a:latin typeface="微软雅黑" panose="020B0503020204020204" pitchFamily="34" charset="-122"/>
                <a:ea typeface="微软雅黑" panose="020B0503020204020204" pitchFamily="34" charset="-122"/>
              </a:rPr>
              <a:t>字典：</a:t>
            </a:r>
            <a:r>
              <a:rPr lang="zh-CN" altLang="en-US" sz="1400" b="1" dirty="0">
                <a:solidFill>
                  <a:srgbClr val="002060"/>
                </a:solidFill>
                <a:latin typeface="新宋体" panose="02010609030101010101" pitchFamily="49" charset="-122"/>
                <a:ea typeface="新宋体" panose="02010609030101010101" pitchFamily="49" charset="-122"/>
              </a:rPr>
              <a:t>字典用双箭头</a:t>
            </a:r>
            <a:r>
              <a:rPr lang="en-US" altLang="zh-CN" sz="1400" b="1" dirty="0">
                <a:solidFill>
                  <a:srgbClr val="002060"/>
                </a:solidFill>
                <a:latin typeface="新宋体" panose="02010609030101010101" pitchFamily="49" charset="-122"/>
                <a:ea typeface="新宋体" panose="02010609030101010101" pitchFamily="49" charset="-122"/>
              </a:rPr>
              <a:t>=&gt;</a:t>
            </a:r>
            <a:r>
              <a:rPr lang="zh-CN" altLang="en-US" sz="1400" b="1" dirty="0">
                <a:solidFill>
                  <a:srgbClr val="002060"/>
                </a:solidFill>
                <a:latin typeface="新宋体" panose="02010609030101010101" pitchFamily="49" charset="-122"/>
                <a:ea typeface="新宋体" panose="02010609030101010101" pitchFamily="49" charset="-122"/>
              </a:rPr>
              <a:t>定义了</a:t>
            </a:r>
            <a:r>
              <a:rPr lang="zh-CN" altLang="en-US" sz="1400" b="1" dirty="0">
                <a:solidFill>
                  <a:srgbClr val="FF0000"/>
                </a:solidFill>
                <a:latin typeface="微软雅黑 Light" panose="020B0502040204020203" pitchFamily="34" charset="-122"/>
                <a:ea typeface="微软雅黑 Light" panose="020B0502040204020203" pitchFamily="34" charset="-122"/>
              </a:rPr>
              <a:t>键和值</a:t>
            </a:r>
            <a:r>
              <a:rPr lang="zh-CN" altLang="en-US" sz="1400" b="1" dirty="0">
                <a:solidFill>
                  <a:srgbClr val="002060"/>
                </a:solidFill>
                <a:latin typeface="新宋体" panose="02010609030101010101" pitchFamily="49" charset="-122"/>
                <a:ea typeface="新宋体" panose="02010609030101010101" pitchFamily="49" charset="-122"/>
              </a:rPr>
              <a:t>之间一对一的关系, 无序的方式储存的</a:t>
            </a:r>
            <a:r>
              <a:rPr lang="en-US" altLang="zh-CN" sz="1400" b="1" dirty="0">
                <a:solidFill>
                  <a:srgbClr val="002060"/>
                </a:solidFill>
                <a:latin typeface="新宋体" panose="02010609030101010101" pitchFamily="49" charset="-122"/>
                <a:ea typeface="新宋体" panose="02010609030101010101" pitchFamily="49" charset="-122"/>
              </a:rPr>
              <a:t>,</a:t>
            </a:r>
            <a:r>
              <a:rPr lang="zh-CN" altLang="en-US" sz="1400" b="1" dirty="0">
                <a:solidFill>
                  <a:srgbClr val="002060"/>
                </a:solidFill>
                <a:latin typeface="新宋体" panose="02010609030101010101" pitchFamily="49" charset="-122"/>
                <a:ea typeface="新宋体" panose="02010609030101010101" pitchFamily="49" charset="-122"/>
              </a:rPr>
              <a:t>可修改</a:t>
            </a:r>
            <a:endParaRPr lang="en-US" altLang="zh-CN" sz="1400" b="1" dirty="0">
              <a:solidFill>
                <a:srgbClr val="002060"/>
              </a:solidFill>
              <a:latin typeface="新宋体" panose="02010609030101010101" pitchFamily="49" charset="-122"/>
              <a:ea typeface="新宋体" panose="02010609030101010101" pitchFamily="49" charset="-122"/>
            </a:endParaRPr>
          </a:p>
          <a:p>
            <a:pPr>
              <a:lnSpc>
                <a:spcPts val="2600"/>
              </a:lnSpc>
            </a:pPr>
            <a:r>
              <a:rPr lang="zh-CN" altLang="en-US" sz="1400" b="1" dirty="0">
                <a:solidFill>
                  <a:srgbClr val="FF0000"/>
                </a:solidFill>
                <a:latin typeface="微软雅黑" panose="020B0503020204020204" pitchFamily="34" charset="-122"/>
                <a:ea typeface="微软雅黑" panose="020B0503020204020204" pitchFamily="34" charset="-122"/>
              </a:rPr>
              <a:t>集合</a:t>
            </a:r>
            <a:r>
              <a:rPr lang="zh-CN" altLang="en-US" sz="1400" b="1" dirty="0">
                <a:solidFill>
                  <a:srgbClr val="00B0F0"/>
                </a:solidFill>
                <a:latin typeface="微软雅黑" panose="020B0503020204020204" pitchFamily="34" charset="-122"/>
                <a:ea typeface="微软雅黑" panose="020B0503020204020204" pitchFamily="34" charset="-122"/>
              </a:rPr>
              <a:t>：</a:t>
            </a:r>
            <a:r>
              <a:rPr lang="zh-CN" altLang="en-US" sz="1400" b="1" dirty="0">
                <a:solidFill>
                  <a:srgbClr val="002060"/>
                </a:solidFill>
                <a:latin typeface="微软雅黑 Light" panose="020B0502040204020203" pitchFamily="34" charset="-122"/>
                <a:ea typeface="微软雅黑 Light" panose="020B0502040204020203" pitchFamily="34" charset="-122"/>
              </a:rPr>
              <a:t>无序不重复元素集</a:t>
            </a:r>
            <a:endParaRPr lang="zh-CN" altLang="en-US" sz="1400" b="1" dirty="0">
              <a:latin typeface="微软雅黑 Light" panose="020B0502040204020203" pitchFamily="34" charset="-122"/>
              <a:ea typeface="微软雅黑 Light" panose="020B0502040204020203" pitchFamily="34" charset="-122"/>
            </a:endParaRPr>
          </a:p>
        </p:txBody>
      </p:sp>
      <p:sp>
        <p:nvSpPr>
          <p:cNvPr id="13" name="文本框 12">
            <a:extLst>
              <a:ext uri="{FF2B5EF4-FFF2-40B4-BE49-F238E27FC236}">
                <a16:creationId xmlns:a16="http://schemas.microsoft.com/office/drawing/2014/main" id="{E63A3FFB-F743-4AFD-8C71-C18E6D872ACE}"/>
              </a:ext>
            </a:extLst>
          </p:cNvPr>
          <p:cNvSpPr txBox="1"/>
          <p:nvPr/>
        </p:nvSpPr>
        <p:spPr>
          <a:xfrm>
            <a:off x="163978" y="1001617"/>
            <a:ext cx="8769075" cy="486480"/>
          </a:xfrm>
          <a:prstGeom prst="rect">
            <a:avLst/>
          </a:prstGeom>
          <a:solidFill>
            <a:schemeClr val="bg1"/>
          </a:solidFill>
        </p:spPr>
        <p:txBody>
          <a:bodyPr wrap="square">
            <a:spAutoFit/>
          </a:bodyPr>
          <a:lstStyle>
            <a:defPPr>
              <a:defRPr lang="zh-CN"/>
            </a:defPPr>
            <a:lvl1pPr algn="dist" defTabSz="685800" fontAlgn="auto">
              <a:lnSpc>
                <a:spcPts val="3400"/>
              </a:lnSpc>
              <a:spcBef>
                <a:spcPts val="0"/>
              </a:spcBef>
              <a:spcAft>
                <a:spcPts val="0"/>
              </a:spcAft>
              <a:defRPr sz="2200" b="1">
                <a:solidFill>
                  <a:srgbClr val="0070C0"/>
                </a:solidFill>
                <a:effectLst>
                  <a:reflection blurRad="6350" stA="30000" endPos="27000" dist="25400" dir="5400000" sy="-100000" algn="bl" rotWithShape="0"/>
                </a:effectLst>
                <a:latin typeface="微软雅黑" panose="020B0503020204020204" pitchFamily="34" charset="-122"/>
                <a:ea typeface="微软雅黑" panose="020B0503020204020204" pitchFamily="34" charset="-122"/>
                <a:cs typeface="+mn-ea"/>
              </a:defRPr>
            </a:lvl1pPr>
          </a:lstStyle>
          <a:p>
            <a:r>
              <a:rPr lang="zh-CN" altLang="en-US" sz="1600" b="0" dirty="0"/>
              <a:t>每种容器都有其独特的特性和适用场景，适合存储不同类型的数据</a:t>
            </a:r>
          </a:p>
        </p:txBody>
      </p:sp>
      <p:sp>
        <p:nvSpPr>
          <p:cNvPr id="12" name="文本框 11">
            <a:extLst>
              <a:ext uri="{FF2B5EF4-FFF2-40B4-BE49-F238E27FC236}">
                <a16:creationId xmlns:a16="http://schemas.microsoft.com/office/drawing/2014/main" id="{BACFECA1-5451-41A2-A522-CAFA60460B00}"/>
              </a:ext>
            </a:extLst>
          </p:cNvPr>
          <p:cNvSpPr txBox="1"/>
          <p:nvPr/>
        </p:nvSpPr>
        <p:spPr>
          <a:xfrm>
            <a:off x="163978" y="666777"/>
            <a:ext cx="8753173" cy="406971"/>
          </a:xfrm>
          <a:prstGeom prst="rect">
            <a:avLst/>
          </a:prstGeom>
          <a:solidFill>
            <a:schemeClr val="bg1"/>
          </a:solidFill>
        </p:spPr>
        <p:txBody>
          <a:bodyPr wrap="square">
            <a:spAutoFit/>
          </a:bodyPr>
          <a:lstStyle>
            <a:defPPr>
              <a:defRPr lang="zh-CN"/>
            </a:defPPr>
            <a:lvl1pPr defTabSz="685800" fontAlgn="auto">
              <a:lnSpc>
                <a:spcPts val="3400"/>
              </a:lnSpc>
              <a:spcBef>
                <a:spcPts val="0"/>
              </a:spcBef>
              <a:spcAft>
                <a:spcPts val="0"/>
              </a:spcAft>
              <a:defRPr sz="2000" b="1">
                <a:solidFill>
                  <a:srgbClr val="0070C0"/>
                </a:solidFill>
                <a:effectLst>
                  <a:reflection blurRad="6350" stA="30000" endPos="27000" dist="25400" dir="5400000" sy="-100000" algn="bl" rotWithShape="0"/>
                </a:effectLst>
                <a:latin typeface="微软雅黑" panose="020B0503020204020204" pitchFamily="34" charset="-122"/>
                <a:ea typeface="微软雅黑" panose="020B0503020204020204" pitchFamily="34" charset="-122"/>
                <a:cs typeface="+mn-ea"/>
              </a:defRPr>
            </a:lvl1pPr>
          </a:lstStyle>
          <a:p>
            <a:pPr algn="dist">
              <a:lnSpc>
                <a:spcPts val="2700"/>
              </a:lnSpc>
            </a:pPr>
            <a:r>
              <a:rPr lang="zh-CN" altLang="en-US" sz="1800" dirty="0"/>
              <a:t>数据容器是用于存储和组织各类数据的结构，包括数组、列表、元组、字典、集合等</a:t>
            </a:r>
          </a:p>
        </p:txBody>
      </p:sp>
      <p:sp>
        <p:nvSpPr>
          <p:cNvPr id="10" name="文本框 9">
            <a:extLst>
              <a:ext uri="{FF2B5EF4-FFF2-40B4-BE49-F238E27FC236}">
                <a16:creationId xmlns:a16="http://schemas.microsoft.com/office/drawing/2014/main" id="{88749ECD-699A-4BCB-831B-E76760020278}"/>
              </a:ext>
            </a:extLst>
          </p:cNvPr>
          <p:cNvSpPr txBox="1"/>
          <p:nvPr/>
        </p:nvSpPr>
        <p:spPr>
          <a:xfrm>
            <a:off x="2289288" y="4286098"/>
            <a:ext cx="6834088" cy="276999"/>
          </a:xfrm>
          <a:prstGeom prst="rect">
            <a:avLst/>
          </a:prstGeom>
          <a:solidFill>
            <a:schemeClr val="bg1"/>
          </a:solidFill>
        </p:spPr>
        <p:txBody>
          <a:bodyPr wrap="square">
            <a:spAutoFit/>
          </a:bodyPr>
          <a:lstStyle/>
          <a:p>
            <a:r>
              <a:rPr lang="en-US" altLang="zh-CN" sz="1200" b="1" i="0" dirty="0">
                <a:solidFill>
                  <a:srgbClr val="FF0000"/>
                </a:solidFill>
                <a:effectLst/>
                <a:latin typeface="Inter"/>
              </a:rPr>
              <a:t>MATLAB </a:t>
            </a:r>
            <a:r>
              <a:rPr lang="zh-CN" altLang="en-US" sz="1200" b="1" i="0" dirty="0">
                <a:solidFill>
                  <a:srgbClr val="FF0000"/>
                </a:solidFill>
                <a:effectLst/>
                <a:latin typeface="Inter"/>
              </a:rPr>
              <a:t>本身没有直接提供 元组（</a:t>
            </a:r>
            <a:r>
              <a:rPr lang="en-US" altLang="zh-CN" sz="1200" b="1" i="0" dirty="0">
                <a:solidFill>
                  <a:srgbClr val="FF0000"/>
                </a:solidFill>
                <a:effectLst/>
                <a:latin typeface="Inter"/>
              </a:rPr>
              <a:t>Tuple</a:t>
            </a:r>
            <a:r>
              <a:rPr lang="zh-CN" altLang="en-US" sz="1200" b="1" i="0" dirty="0">
                <a:solidFill>
                  <a:srgbClr val="FF0000"/>
                </a:solidFill>
                <a:effectLst/>
                <a:latin typeface="Inter"/>
              </a:rPr>
              <a:t>）和集合（</a:t>
            </a:r>
            <a:r>
              <a:rPr lang="en-US" altLang="zh-CN" sz="1200" b="1" i="0" dirty="0">
                <a:solidFill>
                  <a:srgbClr val="FF0000"/>
                </a:solidFill>
                <a:effectLst/>
                <a:latin typeface="Inter"/>
              </a:rPr>
              <a:t>Set</a:t>
            </a:r>
            <a:r>
              <a:rPr lang="zh-CN" altLang="en-US" sz="1200" b="1" i="0" dirty="0">
                <a:solidFill>
                  <a:srgbClr val="FF0000"/>
                </a:solidFill>
                <a:effectLst/>
                <a:latin typeface="Inter"/>
              </a:rPr>
              <a:t>）这两种数据结构通过其他方式实现类似功能</a:t>
            </a:r>
            <a:endParaRPr lang="zh-CN" altLang="en-US" sz="1200" b="1" dirty="0">
              <a:solidFill>
                <a:srgbClr val="FF0000"/>
              </a:solidFill>
            </a:endParaRPr>
          </a:p>
        </p:txBody>
      </p:sp>
      <p:sp>
        <p:nvSpPr>
          <p:cNvPr id="2" name="矩形: 圆角 1">
            <a:extLst>
              <a:ext uri="{FF2B5EF4-FFF2-40B4-BE49-F238E27FC236}">
                <a16:creationId xmlns:a16="http://schemas.microsoft.com/office/drawing/2014/main" id="{F58AADD3-9ABB-4385-A7A4-4055DD2FF5FB}"/>
              </a:ext>
            </a:extLst>
          </p:cNvPr>
          <p:cNvSpPr/>
          <p:nvPr/>
        </p:nvSpPr>
        <p:spPr bwMode="auto">
          <a:xfrm>
            <a:off x="4716016" y="2520545"/>
            <a:ext cx="504056" cy="230430"/>
          </a:xfrm>
          <a:prstGeom prst="roundRect">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177800" marR="0" indent="-177800" algn="ctr" defTabSz="914400" rtl="0" eaLnBrk="0" fontAlgn="base" latinLnBrk="0" hangingPunct="0">
              <a:lnSpc>
                <a:spcPct val="110000"/>
              </a:lnSpc>
              <a:spcBef>
                <a:spcPct val="0"/>
              </a:spcBef>
              <a:spcAft>
                <a:spcPct val="0"/>
              </a:spcAft>
              <a:buClrTx/>
              <a:buSzTx/>
              <a:buFontTx/>
              <a:buNone/>
              <a:tabLst/>
            </a:pPr>
            <a:endParaRPr kumimoji="0" lang="zh-CN" altLang="en-US" sz="1600" b="1" i="0" u="none" strike="noStrike" cap="none" normalizeH="0" baseline="0">
              <a:ln>
                <a:noFill/>
              </a:ln>
              <a:solidFill>
                <a:schemeClr val="tx1"/>
              </a:solidFill>
              <a:effectLst/>
              <a:latin typeface="Times New Roman" pitchFamily="18" charset="0"/>
            </a:endParaRPr>
          </a:p>
        </p:txBody>
      </p:sp>
      <p:sp>
        <p:nvSpPr>
          <p:cNvPr id="11" name="矩形: 圆角 10">
            <a:extLst>
              <a:ext uri="{FF2B5EF4-FFF2-40B4-BE49-F238E27FC236}">
                <a16:creationId xmlns:a16="http://schemas.microsoft.com/office/drawing/2014/main" id="{0295F2D3-A9F2-415D-9592-65C86706DEF9}"/>
              </a:ext>
            </a:extLst>
          </p:cNvPr>
          <p:cNvSpPr/>
          <p:nvPr/>
        </p:nvSpPr>
        <p:spPr bwMode="auto">
          <a:xfrm>
            <a:off x="4716016" y="1786957"/>
            <a:ext cx="504056" cy="230430"/>
          </a:xfrm>
          <a:prstGeom prst="roundRect">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177800" marR="0" indent="-177800" algn="ctr" defTabSz="914400" rtl="0" eaLnBrk="0" fontAlgn="base" latinLnBrk="0" hangingPunct="0">
              <a:lnSpc>
                <a:spcPct val="110000"/>
              </a:lnSpc>
              <a:spcBef>
                <a:spcPct val="0"/>
              </a:spcBef>
              <a:spcAft>
                <a:spcPct val="0"/>
              </a:spcAft>
              <a:buClrTx/>
              <a:buSzTx/>
              <a:buFontTx/>
              <a:buNone/>
              <a:tabLst/>
            </a:pPr>
            <a:endParaRPr kumimoji="0" lang="zh-CN" altLang="en-US" sz="1600" b="1" i="0" u="none" strike="noStrike" cap="none" normalizeH="0" baseline="0">
              <a:ln>
                <a:noFill/>
              </a:ln>
              <a:solidFill>
                <a:schemeClr val="tx1"/>
              </a:solidFill>
              <a:effectLst/>
              <a:latin typeface="Times New Roman" pitchFamily="18" charset="0"/>
            </a:endParaRPr>
          </a:p>
        </p:txBody>
      </p:sp>
      <p:sp>
        <p:nvSpPr>
          <p:cNvPr id="14" name="矩形: 圆角 13">
            <a:extLst>
              <a:ext uri="{FF2B5EF4-FFF2-40B4-BE49-F238E27FC236}">
                <a16:creationId xmlns:a16="http://schemas.microsoft.com/office/drawing/2014/main" id="{D851C251-8F78-4664-8CB8-63C6AD50CD8D}"/>
              </a:ext>
            </a:extLst>
          </p:cNvPr>
          <p:cNvSpPr/>
          <p:nvPr/>
        </p:nvSpPr>
        <p:spPr bwMode="auto">
          <a:xfrm>
            <a:off x="4743910" y="2051662"/>
            <a:ext cx="1268250" cy="198985"/>
          </a:xfrm>
          <a:prstGeom prst="roundRect">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177800" marR="0" indent="-177800" algn="ctr" defTabSz="914400" rtl="0" eaLnBrk="0" fontAlgn="base" latinLnBrk="0" hangingPunct="0">
              <a:lnSpc>
                <a:spcPct val="110000"/>
              </a:lnSpc>
              <a:spcBef>
                <a:spcPct val="0"/>
              </a:spcBef>
              <a:spcAft>
                <a:spcPct val="0"/>
              </a:spcAft>
              <a:buClrTx/>
              <a:buSzTx/>
              <a:buFontTx/>
              <a:buNone/>
              <a:tabLst/>
            </a:pPr>
            <a:endParaRPr kumimoji="0" lang="zh-CN" altLang="en-US" sz="1600" b="1" i="0" u="none" strike="noStrike" cap="none" normalizeH="0" baseline="0">
              <a:ln>
                <a:noFill/>
              </a:ln>
              <a:solidFill>
                <a:schemeClr val="tx1"/>
              </a:solidFill>
              <a:effectLst/>
              <a:latin typeface="Times New Roman" pitchFamily="18" charset="0"/>
            </a:endParaRPr>
          </a:p>
        </p:txBody>
      </p:sp>
      <p:sp>
        <p:nvSpPr>
          <p:cNvPr id="15" name="矩形: 圆角 14">
            <a:extLst>
              <a:ext uri="{FF2B5EF4-FFF2-40B4-BE49-F238E27FC236}">
                <a16:creationId xmlns:a16="http://schemas.microsoft.com/office/drawing/2014/main" id="{1140EA52-3CCE-4D7C-BF9A-A3F3D6470348}"/>
              </a:ext>
            </a:extLst>
          </p:cNvPr>
          <p:cNvSpPr/>
          <p:nvPr/>
        </p:nvSpPr>
        <p:spPr bwMode="auto">
          <a:xfrm>
            <a:off x="4733404" y="2299617"/>
            <a:ext cx="774700" cy="152149"/>
          </a:xfrm>
          <a:prstGeom prst="roundRect">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177800" marR="0" indent="-177800" algn="ctr" defTabSz="914400" rtl="0" eaLnBrk="0" fontAlgn="base" latinLnBrk="0" hangingPunct="0">
              <a:lnSpc>
                <a:spcPct val="110000"/>
              </a:lnSpc>
              <a:spcBef>
                <a:spcPct val="0"/>
              </a:spcBef>
              <a:spcAft>
                <a:spcPct val="0"/>
              </a:spcAft>
              <a:buClrTx/>
              <a:buSzTx/>
              <a:buFontTx/>
              <a:buNone/>
              <a:tabLst/>
            </a:pPr>
            <a:endParaRPr kumimoji="0" lang="zh-CN" altLang="en-US" sz="1600" b="1" i="0" u="none" strike="noStrike" cap="none" normalizeH="0" baseline="0">
              <a:ln>
                <a:noFill/>
              </a:ln>
              <a:solidFill>
                <a:schemeClr val="tx1"/>
              </a:solidFill>
              <a:effectLst/>
              <a:latin typeface="Times New Roman" pitchFamily="18" charset="0"/>
            </a:endParaRPr>
          </a:p>
        </p:txBody>
      </p:sp>
    </p:spTree>
  </p:cSld>
  <p:clrMapOvr>
    <a:masterClrMapping/>
  </p:clrMapOvr>
  <p:transition spd="slow" advClick="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2" grpId="0" animBg="1"/>
      <p:bldP spid="11" grpId="0" animBg="1"/>
      <p:bldP spid="14" grpId="0" animBg="1"/>
      <p:bldP spid="15"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1420A9B3-77A2-4430-96E9-94CDC8280650}"/>
              </a:ext>
            </a:extLst>
          </p:cNvPr>
          <p:cNvSpPr>
            <a:spLocks noGrp="1"/>
          </p:cNvSpPr>
          <p:nvPr>
            <p:ph type="title"/>
          </p:nvPr>
        </p:nvSpPr>
        <p:spPr>
          <a:xfrm>
            <a:off x="827584" y="169664"/>
            <a:ext cx="4978792" cy="438150"/>
          </a:xfrm>
        </p:spPr>
        <p:txBody>
          <a:bodyPr/>
          <a:lstStyle/>
          <a:p>
            <a:r>
              <a:rPr lang="en-US" altLang="zh-CN" sz="3600" dirty="0"/>
              <a:t>§1. 4 .1  </a:t>
            </a:r>
            <a:r>
              <a:rPr lang="zh-CN" altLang="en-US" sz="3600" dirty="0"/>
              <a:t>数组</a:t>
            </a:r>
            <a:r>
              <a:rPr lang="en-US" altLang="zh-CN" sz="3600" dirty="0">
                <a:solidFill>
                  <a:srgbClr val="FF0000"/>
                </a:solidFill>
              </a:rPr>
              <a:t> </a:t>
            </a:r>
            <a:r>
              <a:rPr lang="zh-CN" altLang="en-US" sz="3600" dirty="0">
                <a:solidFill>
                  <a:srgbClr val="FF0000"/>
                </a:solidFill>
              </a:rPr>
              <a:t>和索引</a:t>
            </a:r>
            <a:endParaRPr lang="zh-CN" altLang="en-US" sz="3600" dirty="0"/>
          </a:p>
        </p:txBody>
      </p:sp>
      <p:sp>
        <p:nvSpPr>
          <p:cNvPr id="8" name="内容占位符 2">
            <a:extLst>
              <a:ext uri="{FF2B5EF4-FFF2-40B4-BE49-F238E27FC236}">
                <a16:creationId xmlns:a16="http://schemas.microsoft.com/office/drawing/2014/main" id="{D9105D4A-AA60-4FB9-BADA-7F4B3F929ACA}"/>
              </a:ext>
            </a:extLst>
          </p:cNvPr>
          <p:cNvSpPr txBox="1">
            <a:spLocks/>
          </p:cNvSpPr>
          <p:nvPr/>
        </p:nvSpPr>
        <p:spPr bwMode="auto">
          <a:xfrm>
            <a:off x="539552" y="1128381"/>
            <a:ext cx="8352928" cy="3191195"/>
          </a:xfrm>
          <a:prstGeom prst="rect">
            <a:avLst/>
          </a:prstGeom>
          <a:noFill/>
          <a:ln w="9525">
            <a:noFill/>
            <a:miter lim="800000"/>
            <a:headEnd/>
            <a:tailEnd/>
          </a:ln>
        </p:spPr>
        <p:txBody>
          <a:bodyPr vert="horz" wrap="square" lIns="91440" tIns="45720" rIns="91440" bIns="45720" numCol="1" anchor="t" anchorCtr="0" compatLnSpc="1">
            <a:prstTxWarp prst="textNoShape">
              <a:avLst/>
            </a:prstTxWarp>
            <a:spAutoFit/>
          </a:bodyPr>
          <a:lstStyle>
            <a:lvl1pPr marL="177800" indent="-177800" algn="l" rtl="0" eaLnBrk="0" fontAlgn="base" hangingPunct="0">
              <a:lnSpc>
                <a:spcPct val="110000"/>
              </a:lnSpc>
              <a:spcBef>
                <a:spcPct val="0"/>
              </a:spcBef>
              <a:spcAft>
                <a:spcPct val="0"/>
              </a:spcAft>
              <a:buFont typeface="Wingdings" panose="05000000000000000000" pitchFamily="2" charset="2"/>
              <a:buChar char="Ø"/>
              <a:defRPr sz="2800" b="0">
                <a:solidFill>
                  <a:srgbClr val="002060"/>
                </a:solidFill>
                <a:latin typeface="华文楷体" panose="02010600040101010101" pitchFamily="2" charset="-122"/>
                <a:ea typeface="华文楷体" panose="02010600040101010101" pitchFamily="2" charset="-122"/>
                <a:cs typeface="+mn-cs"/>
              </a:defRPr>
            </a:lvl1pPr>
            <a:lvl2pPr marL="635000" indent="-177800" algn="l" rtl="0" eaLnBrk="0" fontAlgn="base" hangingPunct="0">
              <a:lnSpc>
                <a:spcPct val="110000"/>
              </a:lnSpc>
              <a:spcBef>
                <a:spcPct val="0"/>
              </a:spcBef>
              <a:spcAft>
                <a:spcPct val="0"/>
              </a:spcAft>
              <a:buFont typeface="Wingdings" panose="05000000000000000000" pitchFamily="2" charset="2"/>
              <a:buChar char="Ø"/>
              <a:defRPr sz="2400" b="0">
                <a:solidFill>
                  <a:srgbClr val="002060"/>
                </a:solidFill>
                <a:latin typeface="华文楷体" panose="02010600040101010101" pitchFamily="2" charset="-122"/>
                <a:ea typeface="华文楷体" panose="02010600040101010101" pitchFamily="2" charset="-122"/>
              </a:defRPr>
            </a:lvl2pPr>
            <a:lvl3pPr marL="1092200" indent="-177800" algn="l" rtl="0" eaLnBrk="0" fontAlgn="base" hangingPunct="0">
              <a:lnSpc>
                <a:spcPct val="110000"/>
              </a:lnSpc>
              <a:spcBef>
                <a:spcPct val="0"/>
              </a:spcBef>
              <a:spcAft>
                <a:spcPct val="0"/>
              </a:spcAft>
              <a:buFont typeface="Wingdings" panose="05000000000000000000" pitchFamily="2" charset="2"/>
              <a:buChar char="Ø"/>
              <a:defRPr sz="2400" b="0">
                <a:solidFill>
                  <a:srgbClr val="002060"/>
                </a:solidFill>
                <a:latin typeface="华文楷体" panose="02010600040101010101" pitchFamily="2" charset="-122"/>
                <a:ea typeface="华文楷体" panose="02010600040101010101" pitchFamily="2" charset="-122"/>
              </a:defRPr>
            </a:lvl3pPr>
            <a:lvl4pPr marL="1549400" indent="-177800" algn="l" rtl="0" eaLnBrk="0" fontAlgn="base" hangingPunct="0">
              <a:lnSpc>
                <a:spcPct val="110000"/>
              </a:lnSpc>
              <a:spcBef>
                <a:spcPct val="0"/>
              </a:spcBef>
              <a:spcAft>
                <a:spcPct val="0"/>
              </a:spcAft>
              <a:buFont typeface="Wingdings" panose="05000000000000000000" pitchFamily="2" charset="2"/>
              <a:buChar char="Ø"/>
              <a:defRPr sz="2000" b="0">
                <a:solidFill>
                  <a:srgbClr val="002060"/>
                </a:solidFill>
                <a:latin typeface="华文楷体" panose="02010600040101010101" pitchFamily="2" charset="-122"/>
                <a:ea typeface="华文楷体" panose="02010600040101010101" pitchFamily="2" charset="-122"/>
              </a:defRPr>
            </a:lvl4pPr>
            <a:lvl5pPr marL="2006600" indent="-177800" algn="l" rtl="0" eaLnBrk="0" fontAlgn="base" hangingPunct="0">
              <a:lnSpc>
                <a:spcPct val="110000"/>
              </a:lnSpc>
              <a:spcBef>
                <a:spcPct val="0"/>
              </a:spcBef>
              <a:spcAft>
                <a:spcPct val="0"/>
              </a:spcAft>
              <a:buFont typeface="Wingdings" panose="05000000000000000000" pitchFamily="2" charset="2"/>
              <a:buChar char="Ø"/>
              <a:defRPr sz="2000" b="0">
                <a:solidFill>
                  <a:srgbClr val="002060"/>
                </a:solidFill>
                <a:latin typeface="华文楷体" panose="02010600040101010101" pitchFamily="2" charset="-122"/>
                <a:ea typeface="华文楷体" panose="02010600040101010101" pitchFamily="2" charset="-122"/>
              </a:defRPr>
            </a:lvl5pPr>
            <a:lvl6pPr marL="2463800" indent="-177800" algn="l" rtl="0" eaLnBrk="1" fontAlgn="base" hangingPunct="1">
              <a:lnSpc>
                <a:spcPct val="110000"/>
              </a:lnSpc>
              <a:spcBef>
                <a:spcPct val="0"/>
              </a:spcBef>
              <a:spcAft>
                <a:spcPct val="0"/>
              </a:spcAft>
              <a:buChar char="•"/>
              <a:defRPr b="1">
                <a:solidFill>
                  <a:srgbClr val="002E5C"/>
                </a:solidFill>
                <a:latin typeface="+mn-lt"/>
              </a:defRPr>
            </a:lvl6pPr>
            <a:lvl7pPr marL="2921000" indent="-177800" algn="l" rtl="0" eaLnBrk="1" fontAlgn="base" hangingPunct="1">
              <a:lnSpc>
                <a:spcPct val="110000"/>
              </a:lnSpc>
              <a:spcBef>
                <a:spcPct val="0"/>
              </a:spcBef>
              <a:spcAft>
                <a:spcPct val="0"/>
              </a:spcAft>
              <a:buChar char="•"/>
              <a:defRPr b="1">
                <a:solidFill>
                  <a:srgbClr val="002E5C"/>
                </a:solidFill>
                <a:latin typeface="+mn-lt"/>
              </a:defRPr>
            </a:lvl7pPr>
            <a:lvl8pPr marL="3378200" indent="-177800" algn="l" rtl="0" eaLnBrk="1" fontAlgn="base" hangingPunct="1">
              <a:lnSpc>
                <a:spcPct val="110000"/>
              </a:lnSpc>
              <a:spcBef>
                <a:spcPct val="0"/>
              </a:spcBef>
              <a:spcAft>
                <a:spcPct val="0"/>
              </a:spcAft>
              <a:buChar char="•"/>
              <a:defRPr b="1">
                <a:solidFill>
                  <a:srgbClr val="002E5C"/>
                </a:solidFill>
                <a:latin typeface="+mn-lt"/>
              </a:defRPr>
            </a:lvl8pPr>
            <a:lvl9pPr marL="3835400" indent="-177800" algn="l" rtl="0" eaLnBrk="1" fontAlgn="base" hangingPunct="1">
              <a:lnSpc>
                <a:spcPct val="110000"/>
              </a:lnSpc>
              <a:spcBef>
                <a:spcPct val="0"/>
              </a:spcBef>
              <a:spcAft>
                <a:spcPct val="0"/>
              </a:spcAft>
              <a:buChar char="•"/>
              <a:defRPr b="1">
                <a:solidFill>
                  <a:srgbClr val="002E5C"/>
                </a:solidFill>
                <a:latin typeface="+mn-lt"/>
              </a:defRPr>
            </a:lvl9pPr>
          </a:lstStyle>
          <a:p>
            <a:pPr marL="0" indent="0">
              <a:lnSpc>
                <a:spcPct val="200000"/>
              </a:lnSpc>
              <a:buNone/>
            </a:pPr>
            <a:r>
              <a:rPr lang="en-US" altLang="zh-CN" sz="2200" kern="0" dirty="0">
                <a:latin typeface="微软雅黑" panose="020B0503020204020204" pitchFamily="34" charset="-122"/>
                <a:ea typeface="微软雅黑" panose="020B0503020204020204" pitchFamily="34" charset="-122"/>
              </a:rPr>
              <a:t>§1.4.1.1 </a:t>
            </a:r>
            <a:r>
              <a:rPr lang="zh-CN" altLang="en-US" sz="2200" kern="0" dirty="0">
                <a:latin typeface="微软雅黑" panose="020B0503020204020204" pitchFamily="34" charset="-122"/>
                <a:ea typeface="微软雅黑" panose="020B0503020204020204" pitchFamily="34" charset="-122"/>
              </a:rPr>
              <a:t>创建一维向量</a:t>
            </a:r>
            <a:r>
              <a:rPr lang="en-US" altLang="zh-CN" sz="2200" dirty="0">
                <a:solidFill>
                  <a:srgbClr val="FF0000"/>
                </a:solidFill>
                <a:latin typeface="微软雅黑" panose="020B0503020204020204" pitchFamily="34" charset="-122"/>
                <a:ea typeface="微软雅黑" panose="020B0503020204020204" pitchFamily="34" charset="-122"/>
              </a:rPr>
              <a:t>—</a:t>
            </a:r>
            <a:r>
              <a:rPr lang="zh-CN" altLang="en-US" sz="2200" dirty="0">
                <a:solidFill>
                  <a:srgbClr val="FF0000"/>
                </a:solidFill>
                <a:latin typeface="微软雅黑" panose="020B0503020204020204" pitchFamily="34" charset="-122"/>
                <a:ea typeface="微软雅黑" panose="020B0503020204020204" pitchFamily="34" charset="-122"/>
              </a:rPr>
              <a:t>方括号法</a:t>
            </a:r>
            <a:r>
              <a:rPr lang="en-US" altLang="zh-CN" sz="2200" dirty="0">
                <a:solidFill>
                  <a:srgbClr val="FF0000"/>
                </a:solidFill>
                <a:latin typeface="微软雅黑" panose="020B0503020204020204" pitchFamily="34" charset="-122"/>
                <a:ea typeface="微软雅黑" panose="020B0503020204020204" pitchFamily="34" charset="-122"/>
              </a:rPr>
              <a:t>[ ]</a:t>
            </a:r>
            <a:r>
              <a:rPr lang="zh-CN" altLang="en-US" sz="2200" dirty="0">
                <a:solidFill>
                  <a:srgbClr val="FF0000"/>
                </a:solidFill>
                <a:latin typeface="微软雅黑" panose="020B0503020204020204" pitchFamily="34" charset="-122"/>
                <a:ea typeface="微软雅黑" panose="020B0503020204020204" pitchFamily="34" charset="-122"/>
              </a:rPr>
              <a:t>、冒号法</a:t>
            </a:r>
            <a:r>
              <a:rPr lang="en-US" altLang="zh-CN" sz="2200" dirty="0">
                <a:solidFill>
                  <a:srgbClr val="FF0000"/>
                </a:solidFill>
                <a:latin typeface="微软雅黑" panose="020B0503020204020204" pitchFamily="34" charset="-122"/>
                <a:ea typeface="微软雅黑" panose="020B0503020204020204" pitchFamily="34" charset="-122"/>
              </a:rPr>
              <a:t>:</a:t>
            </a:r>
            <a:r>
              <a:rPr lang="zh-CN" altLang="en-US" sz="2200" dirty="0">
                <a:solidFill>
                  <a:srgbClr val="FF0000"/>
                </a:solidFill>
                <a:latin typeface="微软雅黑" panose="020B0503020204020204" pitchFamily="34" charset="-122"/>
                <a:ea typeface="微软雅黑" panose="020B0503020204020204" pitchFamily="34" charset="-122"/>
              </a:rPr>
              <a:t>和函数法</a:t>
            </a:r>
            <a:endParaRPr lang="en-US" altLang="zh-CN" sz="2200" kern="0" dirty="0">
              <a:latin typeface="微软雅黑" panose="020B0503020204020204" pitchFamily="34" charset="-122"/>
              <a:ea typeface="微软雅黑" panose="020B0503020204020204" pitchFamily="34" charset="-122"/>
            </a:endParaRPr>
          </a:p>
          <a:p>
            <a:pPr marL="0" indent="0">
              <a:lnSpc>
                <a:spcPct val="200000"/>
              </a:lnSpc>
              <a:buNone/>
            </a:pPr>
            <a:r>
              <a:rPr lang="en-US" altLang="zh-CN" sz="2200" kern="0" dirty="0">
                <a:latin typeface="微软雅黑" panose="020B0503020204020204" pitchFamily="34" charset="-122"/>
                <a:ea typeface="微软雅黑" panose="020B0503020204020204" pitchFamily="34" charset="-122"/>
              </a:rPr>
              <a:t>§1.4.1.2 </a:t>
            </a:r>
            <a:r>
              <a:rPr lang="zh-CN" altLang="en-US" sz="2200" kern="0" dirty="0">
                <a:latin typeface="微软雅黑" panose="020B0503020204020204" pitchFamily="34" charset="-122"/>
                <a:ea typeface="微软雅黑" panose="020B0503020204020204" pitchFamily="34" charset="-122"/>
              </a:rPr>
              <a:t>创建二维矩阵</a:t>
            </a:r>
            <a:r>
              <a:rPr lang="en-US" altLang="zh-CN" sz="2200" dirty="0">
                <a:solidFill>
                  <a:srgbClr val="FF0000"/>
                </a:solidFill>
                <a:latin typeface="微软雅黑" panose="020B0503020204020204" pitchFamily="34" charset="-122"/>
                <a:ea typeface="微软雅黑" panose="020B0503020204020204" pitchFamily="34" charset="-122"/>
              </a:rPr>
              <a:t>—</a:t>
            </a:r>
            <a:r>
              <a:rPr lang="zh-CN" altLang="en-US" sz="2200" dirty="0">
                <a:solidFill>
                  <a:srgbClr val="FF0000"/>
                </a:solidFill>
                <a:latin typeface="微软雅黑" panose="020B0503020204020204" pitchFamily="34" charset="-122"/>
                <a:ea typeface="微软雅黑" panose="020B0503020204020204" pitchFamily="34" charset="-122"/>
              </a:rPr>
              <a:t>方括号法</a:t>
            </a:r>
            <a:r>
              <a:rPr lang="en-US" altLang="zh-CN" sz="2200" dirty="0">
                <a:solidFill>
                  <a:srgbClr val="FF0000"/>
                </a:solidFill>
                <a:latin typeface="微软雅黑" panose="020B0503020204020204" pitchFamily="34" charset="-122"/>
                <a:ea typeface="微软雅黑" panose="020B0503020204020204" pitchFamily="34" charset="-122"/>
              </a:rPr>
              <a:t>[ ]</a:t>
            </a:r>
            <a:r>
              <a:rPr lang="zh-CN" altLang="en-US" sz="2200" dirty="0">
                <a:solidFill>
                  <a:srgbClr val="FF0000"/>
                </a:solidFill>
                <a:latin typeface="微软雅黑" panose="020B0503020204020204" pitchFamily="34" charset="-122"/>
                <a:ea typeface="微软雅黑" panose="020B0503020204020204" pitchFamily="34" charset="-122"/>
              </a:rPr>
              <a:t>、函数法</a:t>
            </a:r>
            <a:endParaRPr lang="en-US" altLang="zh-CN" sz="2200" dirty="0">
              <a:solidFill>
                <a:srgbClr val="FF0000"/>
              </a:solidFill>
              <a:latin typeface="微软雅黑" panose="020B0503020204020204" pitchFamily="34" charset="-122"/>
              <a:ea typeface="微软雅黑" panose="020B0503020204020204" pitchFamily="34" charset="-122"/>
            </a:endParaRPr>
          </a:p>
          <a:p>
            <a:pPr marL="0" indent="0">
              <a:lnSpc>
                <a:spcPct val="200000"/>
              </a:lnSpc>
              <a:buNone/>
            </a:pPr>
            <a:r>
              <a:rPr lang="en-US" altLang="zh-CN" sz="2200" kern="0" dirty="0">
                <a:latin typeface="微软雅黑" panose="020B0503020204020204" pitchFamily="34" charset="-122"/>
                <a:ea typeface="微软雅黑" panose="020B0503020204020204" pitchFamily="34" charset="-122"/>
              </a:rPr>
              <a:t>§1.4.1.3 </a:t>
            </a:r>
            <a:r>
              <a:rPr lang="zh-CN" altLang="en-US" sz="2200" kern="0" dirty="0">
                <a:latin typeface="微软雅黑" panose="020B0503020204020204" pitchFamily="34" charset="-122"/>
                <a:ea typeface="微软雅黑" panose="020B0503020204020204" pitchFamily="34" charset="-122"/>
              </a:rPr>
              <a:t>创建多维数组</a:t>
            </a:r>
            <a:r>
              <a:rPr lang="en-US" altLang="zh-CN" sz="2200" dirty="0">
                <a:solidFill>
                  <a:srgbClr val="FF0000"/>
                </a:solidFill>
                <a:latin typeface="微软雅黑" panose="020B0503020204020204" pitchFamily="34" charset="-122"/>
                <a:ea typeface="微软雅黑" panose="020B0503020204020204" pitchFamily="34" charset="-122"/>
              </a:rPr>
              <a:t>—</a:t>
            </a:r>
            <a:r>
              <a:rPr lang="zh-CN" altLang="en-US" sz="2200" dirty="0">
                <a:solidFill>
                  <a:srgbClr val="FF0000"/>
                </a:solidFill>
                <a:latin typeface="微软雅黑" panose="020B0503020204020204" pitchFamily="34" charset="-122"/>
                <a:ea typeface="微软雅黑" panose="020B0503020204020204" pitchFamily="34" charset="-122"/>
              </a:rPr>
              <a:t>多分号的方括号法</a:t>
            </a:r>
            <a:endParaRPr lang="en-US" altLang="zh-CN" sz="2200" kern="0" dirty="0">
              <a:latin typeface="微软雅黑" panose="020B0503020204020204" pitchFamily="34" charset="-122"/>
              <a:ea typeface="微软雅黑" panose="020B0503020204020204" pitchFamily="34" charset="-122"/>
            </a:endParaRPr>
          </a:p>
          <a:p>
            <a:pPr marL="0" indent="0">
              <a:lnSpc>
                <a:spcPct val="200000"/>
              </a:lnSpc>
              <a:buNone/>
            </a:pPr>
            <a:r>
              <a:rPr lang="en-US" altLang="zh-CN" sz="2200" kern="0" dirty="0">
                <a:latin typeface="微软雅黑" panose="020B0503020204020204" pitchFamily="34" charset="-122"/>
                <a:ea typeface="微软雅黑" panose="020B0503020204020204" pitchFamily="34" charset="-122"/>
              </a:rPr>
              <a:t>§1.4.1.4  </a:t>
            </a:r>
            <a:r>
              <a:rPr lang="zh-CN" altLang="en-US" sz="2200" kern="0" dirty="0">
                <a:latin typeface="微软雅黑" panose="020B0503020204020204" pitchFamily="34" charset="-122"/>
                <a:ea typeface="微软雅黑" panose="020B0503020204020204" pitchFamily="34" charset="-122"/>
              </a:rPr>
              <a:t>数组索引</a:t>
            </a:r>
            <a:r>
              <a:rPr lang="en-US" altLang="zh-CN" sz="2200" dirty="0">
                <a:solidFill>
                  <a:srgbClr val="FF0000"/>
                </a:solidFill>
                <a:latin typeface="微软雅黑" panose="020B0503020204020204" pitchFamily="34" charset="-122"/>
                <a:ea typeface="微软雅黑" panose="020B0503020204020204" pitchFamily="34" charset="-122"/>
              </a:rPr>
              <a:t>—</a:t>
            </a:r>
            <a:r>
              <a:rPr lang="zh-CN" altLang="en-US" sz="2200" dirty="0">
                <a:solidFill>
                  <a:srgbClr val="FF0000"/>
                </a:solidFill>
                <a:latin typeface="微软雅黑" panose="020B0503020204020204" pitchFamily="34" charset="-122"/>
                <a:ea typeface="微软雅黑" panose="020B0503020204020204" pitchFamily="34" charset="-122"/>
              </a:rPr>
              <a:t>三种索引方法和冒号索引应用</a:t>
            </a:r>
            <a:endParaRPr lang="en-US" altLang="zh-CN" sz="2200" kern="0" dirty="0">
              <a:latin typeface="微软雅黑" panose="020B0503020204020204" pitchFamily="34" charset="-122"/>
              <a:ea typeface="微软雅黑" panose="020B0503020204020204" pitchFamily="34" charset="-122"/>
            </a:endParaRPr>
          </a:p>
          <a:p>
            <a:pPr marL="0" indent="0">
              <a:buFont typeface="Wingdings" panose="05000000000000000000" pitchFamily="2" charset="2"/>
              <a:buNone/>
            </a:pPr>
            <a:endParaRPr lang="zh-CN" altLang="en-US" sz="2400" kern="0" dirty="0"/>
          </a:p>
        </p:txBody>
      </p:sp>
      <p:sp>
        <p:nvSpPr>
          <p:cNvPr id="7" name="矩形 6">
            <a:extLst>
              <a:ext uri="{FF2B5EF4-FFF2-40B4-BE49-F238E27FC236}">
                <a16:creationId xmlns:a16="http://schemas.microsoft.com/office/drawing/2014/main" id="{FE699F7F-7875-40F3-A67C-FE5A27CE9F82}"/>
              </a:ext>
            </a:extLst>
          </p:cNvPr>
          <p:cNvSpPr/>
          <p:nvPr/>
        </p:nvSpPr>
        <p:spPr>
          <a:xfrm>
            <a:off x="6462775" y="2100425"/>
            <a:ext cx="1061554" cy="338554"/>
          </a:xfrm>
          <a:prstGeom prst="rect">
            <a:avLst/>
          </a:prstGeom>
          <a:solidFill>
            <a:srgbClr val="0070C0"/>
          </a:solidFill>
          <a:ln>
            <a:solidFill>
              <a:schemeClr val="tx1">
                <a:lumMod val="50000"/>
                <a:lumOff val="50000"/>
              </a:schemeClr>
            </a:solidFill>
          </a:ln>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p>
            <a:r>
              <a:rPr lang="zh-CN" altLang="en-US" sz="1600" b="1" dirty="0">
                <a:solidFill>
                  <a:schemeClr val="bg1"/>
                </a:solidFill>
                <a:latin typeface="+mj-lt"/>
              </a:rPr>
              <a:t>矩阵</a:t>
            </a:r>
            <a:r>
              <a:rPr lang="en-US" altLang="zh-CN" sz="1600" b="1" dirty="0">
                <a:solidFill>
                  <a:schemeClr val="bg1"/>
                </a:solidFill>
                <a:latin typeface="+mj-lt"/>
              </a:rPr>
              <a:t>m</a:t>
            </a:r>
            <a:r>
              <a:rPr lang="zh-CN" altLang="en-US" sz="1600" b="1" dirty="0">
                <a:solidFill>
                  <a:schemeClr val="bg1"/>
                </a:solidFill>
                <a:latin typeface="+mj-lt"/>
              </a:rPr>
              <a:t>*</a:t>
            </a:r>
            <a:r>
              <a:rPr lang="en-US" altLang="zh-CN" sz="1600" b="1" dirty="0">
                <a:solidFill>
                  <a:schemeClr val="bg1"/>
                </a:solidFill>
                <a:latin typeface="+mj-lt"/>
              </a:rPr>
              <a:t>n</a:t>
            </a:r>
            <a:endParaRPr lang="zh-CN" altLang="en-US" sz="1600" b="1" dirty="0">
              <a:solidFill>
                <a:schemeClr val="bg1"/>
              </a:solidFill>
              <a:latin typeface="+mj-lt"/>
            </a:endParaRPr>
          </a:p>
        </p:txBody>
      </p:sp>
      <p:sp>
        <p:nvSpPr>
          <p:cNvPr id="9" name="矩形 8">
            <a:extLst>
              <a:ext uri="{FF2B5EF4-FFF2-40B4-BE49-F238E27FC236}">
                <a16:creationId xmlns:a16="http://schemas.microsoft.com/office/drawing/2014/main" id="{5D7ABB6E-77E4-4010-BB4C-4D4FD9CA6B0E}"/>
              </a:ext>
            </a:extLst>
          </p:cNvPr>
          <p:cNvSpPr/>
          <p:nvPr/>
        </p:nvSpPr>
        <p:spPr>
          <a:xfrm>
            <a:off x="7740352" y="1398694"/>
            <a:ext cx="1152128" cy="338554"/>
          </a:xfrm>
          <a:prstGeom prst="rect">
            <a:avLst/>
          </a:prstGeom>
          <a:solidFill>
            <a:srgbClr val="0070C0"/>
          </a:solidFill>
          <a:ln>
            <a:solidFill>
              <a:schemeClr val="tx1">
                <a:lumMod val="50000"/>
                <a:lumOff val="50000"/>
              </a:schemeClr>
            </a:solidFill>
          </a:ln>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p>
            <a:r>
              <a:rPr lang="zh-CN" altLang="en-US" sz="1600" b="1" dirty="0">
                <a:solidFill>
                  <a:schemeClr val="bg1"/>
                </a:solidFill>
                <a:latin typeface="+mj-lt"/>
              </a:rPr>
              <a:t>列向量</a:t>
            </a:r>
            <a:r>
              <a:rPr lang="en-US" altLang="zh-CN" sz="1600" b="1" dirty="0">
                <a:solidFill>
                  <a:schemeClr val="bg1"/>
                </a:solidFill>
                <a:latin typeface="+mj-lt"/>
              </a:rPr>
              <a:t>n*1</a:t>
            </a:r>
            <a:endParaRPr lang="zh-CN" altLang="en-US" sz="1600" b="1" dirty="0">
              <a:solidFill>
                <a:schemeClr val="bg1"/>
              </a:solidFill>
              <a:latin typeface="+mj-lt"/>
            </a:endParaRPr>
          </a:p>
        </p:txBody>
      </p:sp>
      <p:sp>
        <p:nvSpPr>
          <p:cNvPr id="10" name="矩形 9">
            <a:extLst>
              <a:ext uri="{FF2B5EF4-FFF2-40B4-BE49-F238E27FC236}">
                <a16:creationId xmlns:a16="http://schemas.microsoft.com/office/drawing/2014/main" id="{DF348D5F-6BDE-44CD-8007-ADE57B824F37}"/>
              </a:ext>
            </a:extLst>
          </p:cNvPr>
          <p:cNvSpPr/>
          <p:nvPr/>
        </p:nvSpPr>
        <p:spPr>
          <a:xfrm>
            <a:off x="6462774" y="2913392"/>
            <a:ext cx="1565610" cy="338554"/>
          </a:xfrm>
          <a:prstGeom prst="rect">
            <a:avLst/>
          </a:prstGeom>
          <a:solidFill>
            <a:srgbClr val="0070C0"/>
          </a:solidFill>
          <a:ln>
            <a:solidFill>
              <a:schemeClr val="tx1">
                <a:lumMod val="50000"/>
                <a:lumOff val="50000"/>
              </a:schemeClr>
            </a:solidFill>
          </a:ln>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p>
            <a:r>
              <a:rPr lang="zh-CN" altLang="en-US" sz="1600" b="1" dirty="0">
                <a:solidFill>
                  <a:schemeClr val="bg1"/>
                </a:solidFill>
                <a:latin typeface="+mj-lt"/>
              </a:rPr>
              <a:t>三维数组</a:t>
            </a:r>
            <a:r>
              <a:rPr lang="en-US" altLang="zh-CN" sz="1600" b="1" dirty="0">
                <a:solidFill>
                  <a:schemeClr val="bg1"/>
                </a:solidFill>
                <a:latin typeface="+mj-lt"/>
              </a:rPr>
              <a:t>m</a:t>
            </a:r>
            <a:r>
              <a:rPr lang="zh-CN" altLang="en-US" sz="1600" b="1" dirty="0">
                <a:solidFill>
                  <a:schemeClr val="bg1"/>
                </a:solidFill>
                <a:latin typeface="+mj-lt"/>
              </a:rPr>
              <a:t>*</a:t>
            </a:r>
            <a:r>
              <a:rPr lang="en-US" altLang="zh-CN" sz="1600" b="1" dirty="0">
                <a:solidFill>
                  <a:schemeClr val="bg1"/>
                </a:solidFill>
                <a:latin typeface="+mj-lt"/>
              </a:rPr>
              <a:t>n*l</a:t>
            </a:r>
            <a:endParaRPr lang="zh-CN" altLang="en-US" sz="1600" b="1" dirty="0">
              <a:solidFill>
                <a:schemeClr val="bg1"/>
              </a:solidFill>
              <a:latin typeface="+mj-lt"/>
            </a:endParaRPr>
          </a:p>
        </p:txBody>
      </p:sp>
      <p:sp>
        <p:nvSpPr>
          <p:cNvPr id="12" name="文本框 11">
            <a:extLst>
              <a:ext uri="{FF2B5EF4-FFF2-40B4-BE49-F238E27FC236}">
                <a16:creationId xmlns:a16="http://schemas.microsoft.com/office/drawing/2014/main" id="{EEB0B9EB-CDD1-4862-AA7D-084D7757E380}"/>
              </a:ext>
            </a:extLst>
          </p:cNvPr>
          <p:cNvSpPr txBox="1"/>
          <p:nvPr/>
        </p:nvSpPr>
        <p:spPr>
          <a:xfrm>
            <a:off x="423881" y="690231"/>
            <a:ext cx="8540607" cy="406971"/>
          </a:xfrm>
          <a:prstGeom prst="rect">
            <a:avLst/>
          </a:prstGeom>
          <a:solidFill>
            <a:schemeClr val="bg1"/>
          </a:solidFill>
        </p:spPr>
        <p:txBody>
          <a:bodyPr wrap="square">
            <a:spAutoFit/>
          </a:bodyPr>
          <a:lstStyle>
            <a:defPPr>
              <a:defRPr lang="zh-CN"/>
            </a:defPPr>
            <a:lvl1pPr defTabSz="685800" fontAlgn="auto">
              <a:lnSpc>
                <a:spcPts val="3400"/>
              </a:lnSpc>
              <a:spcBef>
                <a:spcPts val="0"/>
              </a:spcBef>
              <a:spcAft>
                <a:spcPts val="0"/>
              </a:spcAft>
              <a:defRPr sz="2000" b="1">
                <a:solidFill>
                  <a:srgbClr val="0070C0"/>
                </a:solidFill>
                <a:effectLst>
                  <a:reflection blurRad="6350" stA="30000" endPos="27000" dist="25400" dir="5400000" sy="-100000" algn="bl" rotWithShape="0"/>
                </a:effectLst>
                <a:latin typeface="微软雅黑" panose="020B0503020204020204" pitchFamily="34" charset="-122"/>
                <a:ea typeface="微软雅黑" panose="020B0503020204020204" pitchFamily="34" charset="-122"/>
                <a:cs typeface="+mn-ea"/>
              </a:defRPr>
            </a:lvl1pPr>
          </a:lstStyle>
          <a:p>
            <a:pPr algn="dist">
              <a:lnSpc>
                <a:spcPts val="2700"/>
              </a:lnSpc>
            </a:pPr>
            <a:r>
              <a:rPr lang="zh-CN" altLang="en-US" sz="1800" dirty="0"/>
              <a:t>数组是相同或不同数据类型元素按一定顺序排列的可变型集合，元素可以任意大小</a:t>
            </a:r>
          </a:p>
        </p:txBody>
      </p:sp>
      <p:sp>
        <p:nvSpPr>
          <p:cNvPr id="14" name="文本框 13">
            <a:extLst>
              <a:ext uri="{FF2B5EF4-FFF2-40B4-BE49-F238E27FC236}">
                <a16:creationId xmlns:a16="http://schemas.microsoft.com/office/drawing/2014/main" id="{1386F92F-4420-4A81-B440-5CF68600A39D}"/>
              </a:ext>
            </a:extLst>
          </p:cNvPr>
          <p:cNvSpPr txBox="1"/>
          <p:nvPr/>
        </p:nvSpPr>
        <p:spPr>
          <a:xfrm>
            <a:off x="369452" y="4118224"/>
            <a:ext cx="8739052" cy="403957"/>
          </a:xfrm>
          <a:prstGeom prst="rect">
            <a:avLst/>
          </a:prstGeom>
          <a:solidFill>
            <a:schemeClr val="bg1"/>
          </a:solidFill>
        </p:spPr>
        <p:txBody>
          <a:bodyPr wrap="square">
            <a:spAutoFit/>
          </a:bodyPr>
          <a:lstStyle>
            <a:defPPr>
              <a:defRPr lang="zh-CN"/>
            </a:defPPr>
            <a:lvl1pPr defTabSz="685800" fontAlgn="auto">
              <a:lnSpc>
                <a:spcPts val="3400"/>
              </a:lnSpc>
              <a:spcBef>
                <a:spcPts val="0"/>
              </a:spcBef>
              <a:spcAft>
                <a:spcPts val="0"/>
              </a:spcAft>
              <a:defRPr sz="2000" b="1">
                <a:solidFill>
                  <a:srgbClr val="0070C0"/>
                </a:solidFill>
                <a:effectLst>
                  <a:reflection blurRad="6350" stA="30000" endPos="27000" dist="25400" dir="5400000" sy="-100000" algn="bl" rotWithShape="0"/>
                </a:effectLst>
                <a:latin typeface="微软雅黑" panose="020B0503020204020204" pitchFamily="34" charset="-122"/>
                <a:ea typeface="微软雅黑" panose="020B0503020204020204" pitchFamily="34" charset="-122"/>
                <a:cs typeface="+mn-ea"/>
              </a:defRPr>
            </a:lvl1pPr>
          </a:lstStyle>
          <a:p>
            <a:pPr algn="dist">
              <a:lnSpc>
                <a:spcPts val="2700"/>
              </a:lnSpc>
            </a:pPr>
            <a:r>
              <a:rPr lang="zh-CN" altLang="en-US" sz="1800" dirty="0"/>
              <a:t>重点掌握方括号</a:t>
            </a:r>
            <a:r>
              <a:rPr lang="en-US" altLang="zh-CN" sz="1800" dirty="0"/>
              <a:t>[]</a:t>
            </a:r>
            <a:r>
              <a:rPr lang="zh-CN" altLang="en-US" sz="1800" dirty="0"/>
              <a:t>、冒号、</a:t>
            </a:r>
            <a:r>
              <a:rPr lang="en-US" altLang="zh-CN" sz="1800" dirty="0"/>
              <a:t> </a:t>
            </a:r>
            <a:r>
              <a:rPr lang="zh-CN" altLang="en-US" sz="1800" dirty="0"/>
              <a:t>内置函数创建列向量和矩阵，以及数组三种索引方法</a:t>
            </a:r>
          </a:p>
        </p:txBody>
      </p:sp>
    </p:spTree>
    <p:extLst>
      <p:ext uri="{BB962C8B-B14F-4D97-AF65-F5344CB8AC3E}">
        <p14:creationId xmlns:p14="http://schemas.microsoft.com/office/powerpoint/2010/main" val="20781250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P spid="10" grpId="0" animBg="1"/>
      <p:bldP spid="14"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45362EC-C046-E437-E94C-655586D204ED}"/>
              </a:ext>
            </a:extLst>
          </p:cNvPr>
          <p:cNvSpPr>
            <a:spLocks noGrp="1"/>
          </p:cNvSpPr>
          <p:nvPr>
            <p:ph type="title"/>
          </p:nvPr>
        </p:nvSpPr>
        <p:spPr>
          <a:xfrm>
            <a:off x="1150344" y="91463"/>
            <a:ext cx="7424102" cy="552676"/>
          </a:xfrm>
        </p:spPr>
        <p:txBody>
          <a:bodyPr/>
          <a:lstStyle/>
          <a:p>
            <a:r>
              <a:rPr lang="en-US" altLang="zh-CN" sz="2800" dirty="0"/>
              <a:t>§1.4.1.1</a:t>
            </a:r>
            <a:r>
              <a:rPr lang="zh-CN" altLang="en-US" sz="2800" dirty="0"/>
              <a:t>创建一维</a:t>
            </a:r>
            <a:r>
              <a:rPr lang="zh-CN" altLang="en-US" sz="2800" dirty="0">
                <a:latin typeface="Helvetica Neue"/>
              </a:rPr>
              <a:t>向量</a:t>
            </a:r>
            <a:r>
              <a:rPr lang="en-US" altLang="zh-CN" sz="2800" dirty="0">
                <a:solidFill>
                  <a:srgbClr val="FF0000"/>
                </a:solidFill>
              </a:rPr>
              <a:t>——1. </a:t>
            </a:r>
            <a:r>
              <a:rPr lang="zh-CN" altLang="en-US" sz="2800" dirty="0">
                <a:solidFill>
                  <a:srgbClr val="FF0000"/>
                </a:solidFill>
              </a:rPr>
              <a:t>用方括号</a:t>
            </a:r>
            <a:r>
              <a:rPr lang="en-US" altLang="zh-CN" sz="2800" dirty="0">
                <a:solidFill>
                  <a:srgbClr val="FF0000"/>
                </a:solidFill>
              </a:rPr>
              <a:t>[ ]</a:t>
            </a:r>
            <a:r>
              <a:rPr lang="zh-CN" altLang="en-US" sz="2800" dirty="0">
                <a:solidFill>
                  <a:srgbClr val="FF0000"/>
                </a:solidFill>
                <a:latin typeface="Helvetica Neue"/>
              </a:rPr>
              <a:t>创建</a:t>
            </a:r>
            <a:endParaRPr lang="zh-CN" altLang="en-US" sz="2800" dirty="0">
              <a:solidFill>
                <a:srgbClr val="FF0000"/>
              </a:solidFill>
            </a:endParaRPr>
          </a:p>
        </p:txBody>
      </p:sp>
      <p:sp>
        <p:nvSpPr>
          <p:cNvPr id="3" name="内容占位符 2">
            <a:extLst>
              <a:ext uri="{FF2B5EF4-FFF2-40B4-BE49-F238E27FC236}">
                <a16:creationId xmlns:a16="http://schemas.microsoft.com/office/drawing/2014/main" id="{A386E586-49E0-58C2-C416-BFA78C9C8D9F}"/>
              </a:ext>
            </a:extLst>
          </p:cNvPr>
          <p:cNvSpPr>
            <a:spLocks noGrp="1"/>
          </p:cNvSpPr>
          <p:nvPr>
            <p:ph idx="1"/>
          </p:nvPr>
        </p:nvSpPr>
        <p:spPr>
          <a:xfrm>
            <a:off x="107504" y="1228577"/>
            <a:ext cx="8208912" cy="375809"/>
          </a:xfrm>
        </p:spPr>
        <p:txBody>
          <a:bodyPr/>
          <a:lstStyle/>
          <a:p>
            <a:pPr marL="457200" indent="-457200">
              <a:buFont typeface="+mj-ea"/>
              <a:buAutoNum type="circleNumDbPlain"/>
            </a:pPr>
            <a:r>
              <a:rPr lang="zh-CN" altLang="en-US" sz="1800" b="1" dirty="0">
                <a:solidFill>
                  <a:srgbClr val="0070C0"/>
                </a:solidFill>
                <a:latin typeface="微软雅黑" panose="020B0503020204020204" pitchFamily="34" charset="-122"/>
                <a:ea typeface="微软雅黑" panose="020B0503020204020204" pitchFamily="34" charset="-122"/>
              </a:rPr>
              <a:t>第</a:t>
            </a:r>
            <a:r>
              <a:rPr lang="en-US" altLang="zh-CN" sz="1800" b="1" dirty="0">
                <a:solidFill>
                  <a:srgbClr val="0070C0"/>
                </a:solidFill>
                <a:latin typeface="微软雅黑" panose="020B0503020204020204" pitchFamily="34" charset="-122"/>
                <a:ea typeface="微软雅黑" panose="020B0503020204020204" pitchFamily="34" charset="-122"/>
              </a:rPr>
              <a:t>1</a:t>
            </a:r>
            <a:r>
              <a:rPr lang="zh-CN" altLang="en-US" sz="1800" b="1" dirty="0">
                <a:solidFill>
                  <a:srgbClr val="0070C0"/>
                </a:solidFill>
                <a:latin typeface="微软雅黑" panose="020B0503020204020204" pitchFamily="34" charset="-122"/>
                <a:ea typeface="微软雅黑" panose="020B0503020204020204" pitchFamily="34" charset="-122"/>
              </a:rPr>
              <a:t>种方式</a:t>
            </a:r>
            <a:r>
              <a:rPr lang="en-US" altLang="zh-CN" sz="1800" b="1" dirty="0">
                <a:solidFill>
                  <a:srgbClr val="0070C0"/>
                </a:solidFill>
                <a:latin typeface="微软雅黑" panose="020B0503020204020204" pitchFamily="34" charset="-122"/>
                <a:ea typeface="微软雅黑" panose="020B0503020204020204" pitchFamily="34" charset="-122"/>
              </a:rPr>
              <a:t>: </a:t>
            </a:r>
            <a:r>
              <a:rPr lang="zh-CN" altLang="en-US" sz="1800" b="1" dirty="0">
                <a:solidFill>
                  <a:srgbClr val="0070C0"/>
                </a:solidFill>
                <a:latin typeface="微软雅黑" panose="020B0503020204020204" pitchFamily="34" charset="-122"/>
                <a:ea typeface="微软雅黑" panose="020B0503020204020204" pitchFamily="34" charset="-122"/>
              </a:rPr>
              <a:t>用逗号分隔向量的元素</a:t>
            </a:r>
          </a:p>
        </p:txBody>
      </p:sp>
      <p:sp>
        <p:nvSpPr>
          <p:cNvPr id="5" name="文本框 4">
            <a:extLst>
              <a:ext uri="{FF2B5EF4-FFF2-40B4-BE49-F238E27FC236}">
                <a16:creationId xmlns:a16="http://schemas.microsoft.com/office/drawing/2014/main" id="{B391F912-B3CC-C219-D6D8-F59B33FF144E}"/>
              </a:ext>
            </a:extLst>
          </p:cNvPr>
          <p:cNvSpPr txBox="1"/>
          <p:nvPr/>
        </p:nvSpPr>
        <p:spPr>
          <a:xfrm>
            <a:off x="618544" y="1566022"/>
            <a:ext cx="3276364" cy="1477328"/>
          </a:xfrm>
          <a:prstGeom prst="rect">
            <a:avLst/>
          </a:prstGeom>
          <a:noFill/>
        </p:spPr>
        <p:txBody>
          <a:bodyPr wrap="square">
            <a:spAutoFit/>
          </a:bodyPr>
          <a:lstStyle/>
          <a:p>
            <a:r>
              <a:rPr lang="es-ES" altLang="zh-CN" dirty="0"/>
              <a:t>julia&gt; v=[3,4,5]</a:t>
            </a:r>
          </a:p>
          <a:p>
            <a:r>
              <a:rPr lang="es-ES" altLang="zh-CN" dirty="0">
                <a:solidFill>
                  <a:srgbClr val="FF0000"/>
                </a:solidFill>
              </a:rPr>
              <a:t>3-element Vector</a:t>
            </a:r>
            <a:r>
              <a:rPr lang="es-ES" altLang="zh-CN" dirty="0">
                <a:solidFill>
                  <a:srgbClr val="00B0F0"/>
                </a:solidFill>
              </a:rPr>
              <a:t>{Int64}:</a:t>
            </a:r>
          </a:p>
          <a:p>
            <a:r>
              <a:rPr lang="es-ES" altLang="zh-CN" dirty="0">
                <a:solidFill>
                  <a:srgbClr val="00B0F0"/>
                </a:solidFill>
              </a:rPr>
              <a:t>3</a:t>
            </a:r>
          </a:p>
          <a:p>
            <a:r>
              <a:rPr lang="es-ES" altLang="zh-CN" dirty="0">
                <a:solidFill>
                  <a:srgbClr val="00B0F0"/>
                </a:solidFill>
              </a:rPr>
              <a:t>4</a:t>
            </a:r>
          </a:p>
          <a:p>
            <a:r>
              <a:rPr lang="es-ES" altLang="zh-CN" dirty="0">
                <a:solidFill>
                  <a:srgbClr val="00B0F0"/>
                </a:solidFill>
              </a:rPr>
              <a:t>5</a:t>
            </a:r>
          </a:p>
        </p:txBody>
      </p:sp>
      <p:sp>
        <p:nvSpPr>
          <p:cNvPr id="6" name="内容占位符 2">
            <a:extLst>
              <a:ext uri="{FF2B5EF4-FFF2-40B4-BE49-F238E27FC236}">
                <a16:creationId xmlns:a16="http://schemas.microsoft.com/office/drawing/2014/main" id="{35AA9136-0B4C-A5C4-CE7D-750B44C649E7}"/>
              </a:ext>
            </a:extLst>
          </p:cNvPr>
          <p:cNvSpPr txBox="1">
            <a:spLocks/>
          </p:cNvSpPr>
          <p:nvPr/>
        </p:nvSpPr>
        <p:spPr bwMode="auto">
          <a:xfrm>
            <a:off x="107504" y="3060037"/>
            <a:ext cx="8208912" cy="375809"/>
          </a:xfrm>
          <a:prstGeom prst="rect">
            <a:avLst/>
          </a:prstGeom>
          <a:noFill/>
          <a:ln w="9525">
            <a:noFill/>
            <a:miter lim="800000"/>
            <a:headEnd/>
            <a:tailEnd/>
          </a:ln>
        </p:spPr>
        <p:txBody>
          <a:bodyPr vert="horz" wrap="square" lIns="91440" tIns="45720" rIns="91440" bIns="45720" numCol="1" anchor="t" anchorCtr="0" compatLnSpc="1">
            <a:prstTxWarp prst="textNoShape">
              <a:avLst/>
            </a:prstTxWarp>
            <a:spAutoFit/>
          </a:bodyPr>
          <a:lstStyle>
            <a:lvl1pPr marL="457200" indent="-457200" eaLnBrk="0" hangingPunct="0">
              <a:lnSpc>
                <a:spcPct val="110000"/>
              </a:lnSpc>
              <a:buFont typeface="+mj-ea"/>
              <a:buAutoNum type="circleNumDbPlain"/>
              <a:defRPr sz="2000" b="1">
                <a:solidFill>
                  <a:srgbClr val="0070C0"/>
                </a:solidFill>
                <a:latin typeface="微软雅黑" panose="020B0503020204020204" pitchFamily="34" charset="-122"/>
                <a:ea typeface="微软雅黑" panose="020B0503020204020204" pitchFamily="34" charset="-122"/>
              </a:defRPr>
            </a:lvl1pPr>
            <a:lvl2pPr marL="635000" indent="-177800" eaLnBrk="0" hangingPunct="0">
              <a:lnSpc>
                <a:spcPct val="110000"/>
              </a:lnSpc>
              <a:buFont typeface="Wingdings" panose="05000000000000000000" pitchFamily="2" charset="2"/>
              <a:buChar char="Ø"/>
              <a:defRPr sz="2400" b="0">
                <a:solidFill>
                  <a:srgbClr val="002060"/>
                </a:solidFill>
                <a:latin typeface="华文楷体" panose="02010600040101010101" pitchFamily="2" charset="-122"/>
                <a:ea typeface="华文楷体" panose="02010600040101010101" pitchFamily="2" charset="-122"/>
              </a:defRPr>
            </a:lvl2pPr>
            <a:lvl3pPr marL="1092200" indent="-177800" eaLnBrk="0" hangingPunct="0">
              <a:lnSpc>
                <a:spcPct val="110000"/>
              </a:lnSpc>
              <a:buFont typeface="Wingdings" panose="05000000000000000000" pitchFamily="2" charset="2"/>
              <a:buChar char="Ø"/>
              <a:defRPr sz="2400" b="0">
                <a:solidFill>
                  <a:srgbClr val="002060"/>
                </a:solidFill>
                <a:latin typeface="华文楷体" panose="02010600040101010101" pitchFamily="2" charset="-122"/>
                <a:ea typeface="华文楷体" panose="02010600040101010101" pitchFamily="2" charset="-122"/>
              </a:defRPr>
            </a:lvl3pPr>
            <a:lvl4pPr marL="1549400" indent="-177800" eaLnBrk="0" hangingPunct="0">
              <a:lnSpc>
                <a:spcPct val="110000"/>
              </a:lnSpc>
              <a:buFont typeface="Wingdings" panose="05000000000000000000" pitchFamily="2" charset="2"/>
              <a:buChar char="Ø"/>
              <a:defRPr sz="2000" b="0">
                <a:solidFill>
                  <a:srgbClr val="002060"/>
                </a:solidFill>
                <a:latin typeface="华文楷体" panose="02010600040101010101" pitchFamily="2" charset="-122"/>
                <a:ea typeface="华文楷体" panose="02010600040101010101" pitchFamily="2" charset="-122"/>
              </a:defRPr>
            </a:lvl4pPr>
            <a:lvl5pPr marL="2006600" indent="-177800" eaLnBrk="0" hangingPunct="0">
              <a:lnSpc>
                <a:spcPct val="110000"/>
              </a:lnSpc>
              <a:buFont typeface="Wingdings" panose="05000000000000000000" pitchFamily="2" charset="2"/>
              <a:buChar char="Ø"/>
              <a:defRPr sz="2000" b="0">
                <a:solidFill>
                  <a:srgbClr val="002060"/>
                </a:solidFill>
                <a:latin typeface="华文楷体" panose="02010600040101010101" pitchFamily="2" charset="-122"/>
                <a:ea typeface="华文楷体" panose="02010600040101010101" pitchFamily="2" charset="-122"/>
              </a:defRPr>
            </a:lvl5pPr>
            <a:lvl6pPr marL="2463800" indent="-177800" fontAlgn="base">
              <a:lnSpc>
                <a:spcPct val="110000"/>
              </a:lnSpc>
              <a:spcBef>
                <a:spcPct val="0"/>
              </a:spcBef>
              <a:spcAft>
                <a:spcPct val="0"/>
              </a:spcAft>
              <a:buChar char="•"/>
              <a:defRPr b="1">
                <a:solidFill>
                  <a:srgbClr val="002E5C"/>
                </a:solidFill>
                <a:latin typeface="+mn-lt"/>
              </a:defRPr>
            </a:lvl6pPr>
            <a:lvl7pPr marL="2921000" indent="-177800" fontAlgn="base">
              <a:lnSpc>
                <a:spcPct val="110000"/>
              </a:lnSpc>
              <a:spcBef>
                <a:spcPct val="0"/>
              </a:spcBef>
              <a:spcAft>
                <a:spcPct val="0"/>
              </a:spcAft>
              <a:buChar char="•"/>
              <a:defRPr b="1">
                <a:solidFill>
                  <a:srgbClr val="002E5C"/>
                </a:solidFill>
                <a:latin typeface="+mn-lt"/>
              </a:defRPr>
            </a:lvl7pPr>
            <a:lvl8pPr marL="3378200" indent="-177800" fontAlgn="base">
              <a:lnSpc>
                <a:spcPct val="110000"/>
              </a:lnSpc>
              <a:spcBef>
                <a:spcPct val="0"/>
              </a:spcBef>
              <a:spcAft>
                <a:spcPct val="0"/>
              </a:spcAft>
              <a:buChar char="•"/>
              <a:defRPr b="1">
                <a:solidFill>
                  <a:srgbClr val="002E5C"/>
                </a:solidFill>
                <a:latin typeface="+mn-lt"/>
              </a:defRPr>
            </a:lvl8pPr>
            <a:lvl9pPr marL="3835400" indent="-177800" fontAlgn="base">
              <a:lnSpc>
                <a:spcPct val="110000"/>
              </a:lnSpc>
              <a:spcBef>
                <a:spcPct val="0"/>
              </a:spcBef>
              <a:spcAft>
                <a:spcPct val="0"/>
              </a:spcAft>
              <a:buChar char="•"/>
              <a:defRPr b="1">
                <a:solidFill>
                  <a:srgbClr val="002E5C"/>
                </a:solidFill>
                <a:latin typeface="+mn-lt"/>
              </a:defRPr>
            </a:lvl9pPr>
          </a:lstStyle>
          <a:p>
            <a:pPr>
              <a:buFont typeface="+mj-ea"/>
              <a:buAutoNum type="circleNumDbPlain" startAt="2"/>
            </a:pPr>
            <a:r>
              <a:rPr lang="zh-CN" altLang="en-US" sz="1800" dirty="0"/>
              <a:t>第</a:t>
            </a:r>
            <a:r>
              <a:rPr lang="en-US" altLang="zh-CN" sz="1800" dirty="0"/>
              <a:t>2</a:t>
            </a:r>
            <a:r>
              <a:rPr lang="zh-CN" altLang="en-US" sz="1800" dirty="0"/>
              <a:t>种方式</a:t>
            </a:r>
            <a:r>
              <a:rPr lang="en-US" altLang="zh-CN" sz="1800" dirty="0"/>
              <a:t>: </a:t>
            </a:r>
            <a:r>
              <a:rPr lang="zh-CN" altLang="en-US" sz="1800" dirty="0"/>
              <a:t>用分号分隔向量的元素</a:t>
            </a:r>
          </a:p>
        </p:txBody>
      </p:sp>
      <p:sp>
        <p:nvSpPr>
          <p:cNvPr id="9" name="文本框 8">
            <a:extLst>
              <a:ext uri="{FF2B5EF4-FFF2-40B4-BE49-F238E27FC236}">
                <a16:creationId xmlns:a16="http://schemas.microsoft.com/office/drawing/2014/main" id="{3ECA6211-AFDA-280C-4DD5-BF165FFA0AFF}"/>
              </a:ext>
            </a:extLst>
          </p:cNvPr>
          <p:cNvSpPr txBox="1"/>
          <p:nvPr/>
        </p:nvSpPr>
        <p:spPr>
          <a:xfrm>
            <a:off x="578072" y="3500387"/>
            <a:ext cx="2841800" cy="1077218"/>
          </a:xfrm>
          <a:prstGeom prst="rect">
            <a:avLst/>
          </a:prstGeom>
          <a:solidFill>
            <a:schemeClr val="bg1"/>
          </a:solidFill>
        </p:spPr>
        <p:txBody>
          <a:bodyPr wrap="square">
            <a:spAutoFit/>
          </a:bodyPr>
          <a:lstStyle/>
          <a:p>
            <a:r>
              <a:rPr lang="es-ES" altLang="zh-CN" sz="1600" dirty="0"/>
              <a:t>julia&gt; vv=[2.3;pi]</a:t>
            </a:r>
          </a:p>
          <a:p>
            <a:r>
              <a:rPr lang="es-ES" altLang="zh-CN" sz="1600" dirty="0">
                <a:solidFill>
                  <a:srgbClr val="00B0F0"/>
                </a:solidFill>
              </a:rPr>
              <a:t>2-element Vector{Float64}:</a:t>
            </a:r>
          </a:p>
          <a:p>
            <a:r>
              <a:rPr lang="es-ES" altLang="zh-CN" sz="1600" dirty="0">
                <a:solidFill>
                  <a:srgbClr val="00B0F0"/>
                </a:solidFill>
              </a:rPr>
              <a:t>2.3</a:t>
            </a:r>
          </a:p>
          <a:p>
            <a:r>
              <a:rPr lang="es-ES" altLang="zh-CN" sz="1600" dirty="0">
                <a:solidFill>
                  <a:srgbClr val="00B0F0"/>
                </a:solidFill>
              </a:rPr>
              <a:t>3.141592653589793</a:t>
            </a:r>
          </a:p>
        </p:txBody>
      </p:sp>
      <p:sp>
        <p:nvSpPr>
          <p:cNvPr id="4" name="矩形 3">
            <a:extLst>
              <a:ext uri="{FF2B5EF4-FFF2-40B4-BE49-F238E27FC236}">
                <a16:creationId xmlns:a16="http://schemas.microsoft.com/office/drawing/2014/main" id="{CB0529F8-9738-596A-F68D-362C558289D8}"/>
              </a:ext>
            </a:extLst>
          </p:cNvPr>
          <p:cNvSpPr/>
          <p:nvPr/>
        </p:nvSpPr>
        <p:spPr>
          <a:xfrm>
            <a:off x="4184127" y="1244822"/>
            <a:ext cx="1566043" cy="338554"/>
          </a:xfrm>
          <a:prstGeom prst="rect">
            <a:avLst/>
          </a:prstGeom>
          <a:solidFill>
            <a:srgbClr val="0070C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p>
            <a:r>
              <a:rPr lang="en-US" altLang="zh-CN" sz="1600" b="1" dirty="0">
                <a:solidFill>
                  <a:schemeClr val="bg1"/>
                </a:solidFill>
                <a:latin typeface="Times New Roman" panose="02020603050405020304" pitchFamily="18" charset="0"/>
                <a:cs typeface="Times New Roman" panose="02020603050405020304" pitchFamily="18" charset="0"/>
              </a:rPr>
              <a:t>x=[x1,</a:t>
            </a:r>
            <a:r>
              <a:rPr lang="en-US" altLang="zh-CN" sz="1600" b="1">
                <a:solidFill>
                  <a:schemeClr val="bg1"/>
                </a:solidFill>
                <a:latin typeface="Times New Roman" panose="02020603050405020304" pitchFamily="18" charset="0"/>
                <a:cs typeface="Times New Roman" panose="02020603050405020304" pitchFamily="18" charset="0"/>
              </a:rPr>
              <a:t>x2,…,xn</a:t>
            </a:r>
            <a:r>
              <a:rPr lang="en-US" altLang="zh-CN" sz="1600" b="1" dirty="0">
                <a:solidFill>
                  <a:schemeClr val="bg1"/>
                </a:solidFill>
                <a:latin typeface="Times New Roman" panose="02020603050405020304" pitchFamily="18" charset="0"/>
                <a:cs typeface="Times New Roman" panose="02020603050405020304" pitchFamily="18" charset="0"/>
              </a:rPr>
              <a:t>]</a:t>
            </a:r>
            <a:endParaRPr lang="zh-CN" altLang="en-US" sz="1600" b="1" dirty="0">
              <a:solidFill>
                <a:schemeClr val="bg1"/>
              </a:solidFill>
              <a:latin typeface="Times New Roman" panose="02020603050405020304" pitchFamily="18" charset="0"/>
              <a:cs typeface="Times New Roman" panose="02020603050405020304" pitchFamily="18" charset="0"/>
            </a:endParaRPr>
          </a:p>
        </p:txBody>
      </p:sp>
      <p:sp>
        <p:nvSpPr>
          <p:cNvPr id="7" name="矩形 6">
            <a:extLst>
              <a:ext uri="{FF2B5EF4-FFF2-40B4-BE49-F238E27FC236}">
                <a16:creationId xmlns:a16="http://schemas.microsoft.com/office/drawing/2014/main" id="{E77D3919-FFC8-D3B9-0AC0-CEBB9DB32EBA}"/>
              </a:ext>
            </a:extLst>
          </p:cNvPr>
          <p:cNvSpPr/>
          <p:nvPr/>
        </p:nvSpPr>
        <p:spPr>
          <a:xfrm>
            <a:off x="4428916" y="3070930"/>
            <a:ext cx="1535210" cy="344891"/>
          </a:xfrm>
          <a:prstGeom prst="rect">
            <a:avLst/>
          </a:prstGeom>
          <a:solidFill>
            <a:srgbClr val="0070C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p>
            <a:r>
              <a:rPr lang="en-US" altLang="zh-CN" sz="1600" b="1" dirty="0">
                <a:solidFill>
                  <a:schemeClr val="bg1"/>
                </a:solidFill>
                <a:latin typeface="Times New Roman" panose="02020603050405020304" pitchFamily="18" charset="0"/>
                <a:cs typeface="Times New Roman" panose="02020603050405020304" pitchFamily="18" charset="0"/>
              </a:rPr>
              <a:t>x=[x1;x2;…;</a:t>
            </a:r>
            <a:r>
              <a:rPr lang="en-US" altLang="zh-CN" sz="1600" b="1" dirty="0" err="1">
                <a:solidFill>
                  <a:schemeClr val="bg1"/>
                </a:solidFill>
                <a:latin typeface="Times New Roman" panose="02020603050405020304" pitchFamily="18" charset="0"/>
                <a:cs typeface="Times New Roman" panose="02020603050405020304" pitchFamily="18" charset="0"/>
              </a:rPr>
              <a:t>xn</a:t>
            </a:r>
            <a:r>
              <a:rPr lang="en-US" altLang="zh-CN" sz="1600" b="1" dirty="0">
                <a:solidFill>
                  <a:schemeClr val="bg1"/>
                </a:solidFill>
                <a:latin typeface="Times New Roman" panose="02020603050405020304" pitchFamily="18" charset="0"/>
                <a:cs typeface="Times New Roman" panose="02020603050405020304" pitchFamily="18" charset="0"/>
              </a:rPr>
              <a:t>]</a:t>
            </a:r>
            <a:endParaRPr lang="zh-CN" altLang="en-US" sz="1600" b="1" dirty="0">
              <a:solidFill>
                <a:schemeClr val="bg1"/>
              </a:solidFill>
              <a:latin typeface="Times New Roman" panose="02020603050405020304" pitchFamily="18" charset="0"/>
              <a:cs typeface="Times New Roman" panose="02020603050405020304" pitchFamily="18" charset="0"/>
            </a:endParaRPr>
          </a:p>
        </p:txBody>
      </p:sp>
      <p:sp>
        <p:nvSpPr>
          <p:cNvPr id="15" name="AutoShape 13">
            <a:extLst>
              <a:ext uri="{FF2B5EF4-FFF2-40B4-BE49-F238E27FC236}">
                <a16:creationId xmlns:a16="http://schemas.microsoft.com/office/drawing/2014/main" id="{A6C7E7FA-AB9E-CE32-1CD1-E482E2E51650}"/>
              </a:ext>
            </a:extLst>
          </p:cNvPr>
          <p:cNvSpPr>
            <a:spLocks noChangeArrowheads="1"/>
          </p:cNvSpPr>
          <p:nvPr/>
        </p:nvSpPr>
        <p:spPr bwMode="auto">
          <a:xfrm>
            <a:off x="3179831" y="3876622"/>
            <a:ext cx="1080120" cy="625506"/>
          </a:xfrm>
          <a:prstGeom prst="irregularSeal2">
            <a:avLst/>
          </a:prstGeom>
          <a:solidFill>
            <a:srgbClr val="FF0000"/>
          </a:solidFill>
          <a:ln w="57150">
            <a:solidFill>
              <a:srgbClr val="00FF00"/>
            </a:solidFill>
            <a:miter lim="800000"/>
          </a:ln>
          <a:scene3d>
            <a:camera prst="orthographicFront"/>
            <a:lightRig rig="threePt" dir="t"/>
          </a:scene3d>
          <a:sp3d>
            <a:bevelT prst="angle"/>
          </a:sp3d>
        </p:spPr>
        <p:txBody>
          <a:bodyPr wrap="none" anchor="ctr"/>
          <a:lstStyle/>
          <a:p>
            <a:r>
              <a:rPr lang="zh-CN" altLang="en-US" sz="1400" kern="0" dirty="0">
                <a:solidFill>
                  <a:srgbClr val="FFFF00"/>
                </a:solidFill>
                <a:ea typeface="黑体" panose="02010609060101010101" pitchFamily="49" charset="-122"/>
              </a:rPr>
              <a:t>注意 </a:t>
            </a:r>
          </a:p>
        </p:txBody>
      </p:sp>
      <p:sp>
        <p:nvSpPr>
          <p:cNvPr id="18" name="内容占位符 2">
            <a:extLst>
              <a:ext uri="{FF2B5EF4-FFF2-40B4-BE49-F238E27FC236}">
                <a16:creationId xmlns:a16="http://schemas.microsoft.com/office/drawing/2014/main" id="{6123C2A3-A921-4023-97BC-1C74F2D7690B}"/>
              </a:ext>
            </a:extLst>
          </p:cNvPr>
          <p:cNvSpPr txBox="1">
            <a:spLocks/>
          </p:cNvSpPr>
          <p:nvPr/>
        </p:nvSpPr>
        <p:spPr bwMode="auto">
          <a:xfrm>
            <a:off x="165008" y="740136"/>
            <a:ext cx="8890477" cy="407291"/>
          </a:xfrm>
          <a:prstGeom prst="rect">
            <a:avLst/>
          </a:prstGeom>
          <a:solidFill>
            <a:schemeClr val="bg1"/>
          </a:solidFill>
          <a:ln w="9525">
            <a:noFill/>
            <a:miter lim="800000"/>
            <a:headEnd/>
            <a:tailEnd/>
          </a:ln>
        </p:spPr>
        <p:txBody>
          <a:bodyPr vert="horz" wrap="square" lIns="91440" tIns="45720" rIns="91440" bIns="45720" numCol="1" anchor="t" anchorCtr="0" compatLnSpc="1">
            <a:prstTxWarp prst="textNoShape">
              <a:avLst/>
            </a:prstTxWarp>
            <a:spAutoFit/>
          </a:bodyPr>
          <a:lstStyle>
            <a:lvl1pPr marL="177800" indent="-177800" algn="l" rtl="0" eaLnBrk="0" fontAlgn="base" hangingPunct="0">
              <a:lnSpc>
                <a:spcPct val="110000"/>
              </a:lnSpc>
              <a:spcBef>
                <a:spcPct val="0"/>
              </a:spcBef>
              <a:spcAft>
                <a:spcPct val="0"/>
              </a:spcAft>
              <a:buFont typeface="Wingdings" panose="05000000000000000000" pitchFamily="2" charset="2"/>
              <a:buChar char="Ø"/>
              <a:defRPr sz="2800" b="0">
                <a:solidFill>
                  <a:srgbClr val="002060"/>
                </a:solidFill>
                <a:latin typeface="华文楷体" panose="02010600040101010101" pitchFamily="2" charset="-122"/>
                <a:ea typeface="华文楷体" panose="02010600040101010101" pitchFamily="2" charset="-122"/>
                <a:cs typeface="+mn-cs"/>
              </a:defRPr>
            </a:lvl1pPr>
            <a:lvl2pPr marL="635000" indent="-177800" algn="l" rtl="0" eaLnBrk="0" fontAlgn="base" hangingPunct="0">
              <a:lnSpc>
                <a:spcPct val="110000"/>
              </a:lnSpc>
              <a:spcBef>
                <a:spcPct val="0"/>
              </a:spcBef>
              <a:spcAft>
                <a:spcPct val="0"/>
              </a:spcAft>
              <a:buFont typeface="Wingdings" panose="05000000000000000000" pitchFamily="2" charset="2"/>
              <a:buChar char="Ø"/>
              <a:defRPr sz="2400" b="0">
                <a:solidFill>
                  <a:srgbClr val="002060"/>
                </a:solidFill>
                <a:latin typeface="华文楷体" panose="02010600040101010101" pitchFamily="2" charset="-122"/>
                <a:ea typeface="华文楷体" panose="02010600040101010101" pitchFamily="2" charset="-122"/>
              </a:defRPr>
            </a:lvl2pPr>
            <a:lvl3pPr marL="1092200" indent="-177800" algn="l" rtl="0" eaLnBrk="0" fontAlgn="base" hangingPunct="0">
              <a:lnSpc>
                <a:spcPct val="110000"/>
              </a:lnSpc>
              <a:spcBef>
                <a:spcPct val="0"/>
              </a:spcBef>
              <a:spcAft>
                <a:spcPct val="0"/>
              </a:spcAft>
              <a:buFont typeface="Wingdings" panose="05000000000000000000" pitchFamily="2" charset="2"/>
              <a:buChar char="Ø"/>
              <a:defRPr sz="2400" b="0">
                <a:solidFill>
                  <a:srgbClr val="002060"/>
                </a:solidFill>
                <a:latin typeface="华文楷体" panose="02010600040101010101" pitchFamily="2" charset="-122"/>
                <a:ea typeface="华文楷体" panose="02010600040101010101" pitchFamily="2" charset="-122"/>
              </a:defRPr>
            </a:lvl3pPr>
            <a:lvl4pPr marL="1549400" indent="-177800" algn="l" rtl="0" eaLnBrk="0" fontAlgn="base" hangingPunct="0">
              <a:lnSpc>
                <a:spcPct val="110000"/>
              </a:lnSpc>
              <a:spcBef>
                <a:spcPct val="0"/>
              </a:spcBef>
              <a:spcAft>
                <a:spcPct val="0"/>
              </a:spcAft>
              <a:buFont typeface="Wingdings" panose="05000000000000000000" pitchFamily="2" charset="2"/>
              <a:buChar char="Ø"/>
              <a:defRPr sz="2000" b="0">
                <a:solidFill>
                  <a:srgbClr val="002060"/>
                </a:solidFill>
                <a:latin typeface="华文楷体" panose="02010600040101010101" pitchFamily="2" charset="-122"/>
                <a:ea typeface="华文楷体" panose="02010600040101010101" pitchFamily="2" charset="-122"/>
              </a:defRPr>
            </a:lvl4pPr>
            <a:lvl5pPr marL="2006600" indent="-177800" algn="l" rtl="0" eaLnBrk="0" fontAlgn="base" hangingPunct="0">
              <a:lnSpc>
                <a:spcPct val="110000"/>
              </a:lnSpc>
              <a:spcBef>
                <a:spcPct val="0"/>
              </a:spcBef>
              <a:spcAft>
                <a:spcPct val="0"/>
              </a:spcAft>
              <a:buFont typeface="Wingdings" panose="05000000000000000000" pitchFamily="2" charset="2"/>
              <a:buChar char="Ø"/>
              <a:defRPr sz="2000" b="0">
                <a:solidFill>
                  <a:srgbClr val="002060"/>
                </a:solidFill>
                <a:latin typeface="华文楷体" panose="02010600040101010101" pitchFamily="2" charset="-122"/>
                <a:ea typeface="华文楷体" panose="02010600040101010101" pitchFamily="2" charset="-122"/>
              </a:defRPr>
            </a:lvl5pPr>
            <a:lvl6pPr marL="2463800" indent="-177800" algn="l" rtl="0" eaLnBrk="1" fontAlgn="base" hangingPunct="1">
              <a:lnSpc>
                <a:spcPct val="110000"/>
              </a:lnSpc>
              <a:spcBef>
                <a:spcPct val="0"/>
              </a:spcBef>
              <a:spcAft>
                <a:spcPct val="0"/>
              </a:spcAft>
              <a:buChar char="•"/>
              <a:defRPr b="1">
                <a:solidFill>
                  <a:srgbClr val="002E5C"/>
                </a:solidFill>
                <a:latin typeface="+mn-lt"/>
              </a:defRPr>
            </a:lvl6pPr>
            <a:lvl7pPr marL="2921000" indent="-177800" algn="l" rtl="0" eaLnBrk="1" fontAlgn="base" hangingPunct="1">
              <a:lnSpc>
                <a:spcPct val="110000"/>
              </a:lnSpc>
              <a:spcBef>
                <a:spcPct val="0"/>
              </a:spcBef>
              <a:spcAft>
                <a:spcPct val="0"/>
              </a:spcAft>
              <a:buChar char="•"/>
              <a:defRPr b="1">
                <a:solidFill>
                  <a:srgbClr val="002E5C"/>
                </a:solidFill>
                <a:latin typeface="+mn-lt"/>
              </a:defRPr>
            </a:lvl7pPr>
            <a:lvl8pPr marL="3378200" indent="-177800" algn="l" rtl="0" eaLnBrk="1" fontAlgn="base" hangingPunct="1">
              <a:lnSpc>
                <a:spcPct val="110000"/>
              </a:lnSpc>
              <a:spcBef>
                <a:spcPct val="0"/>
              </a:spcBef>
              <a:spcAft>
                <a:spcPct val="0"/>
              </a:spcAft>
              <a:buChar char="•"/>
              <a:defRPr b="1">
                <a:solidFill>
                  <a:srgbClr val="002E5C"/>
                </a:solidFill>
                <a:latin typeface="+mn-lt"/>
              </a:defRPr>
            </a:lvl8pPr>
            <a:lvl9pPr marL="3835400" indent="-177800" algn="l" rtl="0" eaLnBrk="1" fontAlgn="base" hangingPunct="1">
              <a:lnSpc>
                <a:spcPct val="110000"/>
              </a:lnSpc>
              <a:spcBef>
                <a:spcPct val="0"/>
              </a:spcBef>
              <a:spcAft>
                <a:spcPct val="0"/>
              </a:spcAft>
              <a:buChar char="•"/>
              <a:defRPr b="1">
                <a:solidFill>
                  <a:srgbClr val="002E5C"/>
                </a:solidFill>
                <a:latin typeface="+mn-lt"/>
              </a:defRPr>
            </a:lvl9pPr>
          </a:lstStyle>
          <a:p>
            <a:pPr marL="0" indent="0" algn="dist">
              <a:buNone/>
            </a:pPr>
            <a:r>
              <a:rPr lang="en-US" altLang="zh-CN" sz="2000" b="1" dirty="0">
                <a:solidFill>
                  <a:srgbClr val="0070C0"/>
                </a:solidFill>
                <a:latin typeface="微软雅黑" panose="020B0503020204020204" pitchFamily="34" charset="-122"/>
                <a:ea typeface="微软雅黑" panose="020B0503020204020204" pitchFamily="34" charset="-122"/>
              </a:rPr>
              <a:t>Julia</a:t>
            </a:r>
            <a:r>
              <a:rPr lang="zh-CN" altLang="en-US" sz="1800" b="1" dirty="0">
                <a:solidFill>
                  <a:srgbClr val="0070C0"/>
                </a:solidFill>
                <a:latin typeface="微软雅黑" panose="020B0503020204020204" pitchFamily="34" charset="-122"/>
                <a:ea typeface="微软雅黑" panose="020B0503020204020204" pitchFamily="34" charset="-122"/>
              </a:rPr>
              <a:t>创建向量只有列向量，即可用逗号</a:t>
            </a:r>
            <a:r>
              <a:rPr lang="en-US" altLang="zh-CN" sz="1800" b="1" dirty="0">
                <a:solidFill>
                  <a:srgbClr val="0070C0"/>
                </a:solidFill>
                <a:latin typeface="微软雅黑" panose="020B0503020204020204" pitchFamily="34" charset="-122"/>
                <a:ea typeface="微软雅黑" panose="020B0503020204020204" pitchFamily="34" charset="-122"/>
              </a:rPr>
              <a:t>”,” </a:t>
            </a:r>
            <a:r>
              <a:rPr lang="zh-CN" altLang="en-US" sz="1800" b="1" dirty="0">
                <a:solidFill>
                  <a:srgbClr val="0070C0"/>
                </a:solidFill>
                <a:latin typeface="微软雅黑" panose="020B0503020204020204" pitchFamily="34" charset="-122"/>
                <a:ea typeface="微软雅黑" panose="020B0503020204020204" pitchFamily="34" charset="-122"/>
              </a:rPr>
              <a:t>，也可用分号</a:t>
            </a:r>
            <a:r>
              <a:rPr lang="en-US" altLang="zh-CN" sz="1800" b="1" dirty="0">
                <a:solidFill>
                  <a:srgbClr val="0070C0"/>
                </a:solidFill>
                <a:latin typeface="微软雅黑" panose="020B0503020204020204" pitchFamily="34" charset="-122"/>
                <a:ea typeface="微软雅黑" panose="020B0503020204020204" pitchFamily="34" charset="-122"/>
              </a:rPr>
              <a:t>”;”</a:t>
            </a:r>
            <a:r>
              <a:rPr lang="zh-CN" altLang="en-US" sz="1800" b="1" dirty="0">
                <a:solidFill>
                  <a:srgbClr val="0070C0"/>
                </a:solidFill>
                <a:latin typeface="微软雅黑" panose="020B0503020204020204" pitchFamily="34" charset="-122"/>
                <a:ea typeface="微软雅黑" panose="020B0503020204020204" pitchFamily="34" charset="-122"/>
              </a:rPr>
              <a:t>将元素分隔</a:t>
            </a:r>
          </a:p>
        </p:txBody>
      </p:sp>
      <p:sp>
        <p:nvSpPr>
          <p:cNvPr id="19" name="AutoShape 13">
            <a:extLst>
              <a:ext uri="{FF2B5EF4-FFF2-40B4-BE49-F238E27FC236}">
                <a16:creationId xmlns:a16="http://schemas.microsoft.com/office/drawing/2014/main" id="{2BA5576D-B697-4C23-8C64-29591AFBD898}"/>
              </a:ext>
            </a:extLst>
          </p:cNvPr>
          <p:cNvSpPr>
            <a:spLocks noChangeArrowheads="1"/>
          </p:cNvSpPr>
          <p:nvPr/>
        </p:nvSpPr>
        <p:spPr bwMode="auto">
          <a:xfrm>
            <a:off x="5988181" y="1092317"/>
            <a:ext cx="936104" cy="618628"/>
          </a:xfrm>
          <a:prstGeom prst="irregularSeal2">
            <a:avLst/>
          </a:prstGeom>
          <a:solidFill>
            <a:schemeClr val="bg1"/>
          </a:solidFill>
          <a:ln w="57150">
            <a:solidFill>
              <a:srgbClr val="00FF00"/>
            </a:solidFill>
            <a:miter lim="800000"/>
          </a:ln>
          <a:scene3d>
            <a:camera prst="orthographicFront"/>
            <a:lightRig rig="threePt" dir="t"/>
          </a:scene3d>
          <a:sp3d>
            <a:bevelT prst="angle"/>
          </a:sp3d>
        </p:spPr>
        <p:txBody>
          <a:bodyPr wrap="none" anchor="ctr"/>
          <a:lstStyle/>
          <a:p>
            <a:r>
              <a:rPr lang="zh-CN" altLang="en-US" sz="1200" b="1" kern="0" dirty="0">
                <a:solidFill>
                  <a:srgbClr val="FF0000"/>
                </a:solidFill>
                <a:ea typeface="黑体" panose="02010609060101010101" pitchFamily="49" charset="-122"/>
              </a:rPr>
              <a:t> 注意</a:t>
            </a:r>
          </a:p>
        </p:txBody>
      </p:sp>
      <p:sp>
        <p:nvSpPr>
          <p:cNvPr id="22" name="文本框 21">
            <a:extLst>
              <a:ext uri="{FF2B5EF4-FFF2-40B4-BE49-F238E27FC236}">
                <a16:creationId xmlns:a16="http://schemas.microsoft.com/office/drawing/2014/main" id="{3E34B003-FD37-4A85-9FEE-1288441B5B36}"/>
              </a:ext>
            </a:extLst>
          </p:cNvPr>
          <p:cNvSpPr txBox="1"/>
          <p:nvPr/>
        </p:nvSpPr>
        <p:spPr>
          <a:xfrm>
            <a:off x="4019910" y="3968708"/>
            <a:ext cx="4821213" cy="646331"/>
          </a:xfrm>
          <a:prstGeom prst="rect">
            <a:avLst/>
          </a:prstGeom>
          <a:noFill/>
        </p:spPr>
        <p:txBody>
          <a:bodyPr wrap="square">
            <a:spAutoFit/>
          </a:bodyPr>
          <a:lstStyle/>
          <a:p>
            <a:r>
              <a:rPr lang="en-US" altLang="zh-CN" sz="1800" b="1" kern="0" dirty="0">
                <a:solidFill>
                  <a:srgbClr val="0070C0"/>
                </a:solidFill>
                <a:ea typeface="黑体" panose="02010609060101010101" pitchFamily="49" charset="-122"/>
              </a:rPr>
              <a:t>Julia </a:t>
            </a:r>
            <a:r>
              <a:rPr lang="zh-CN" altLang="en-US" sz="1800" b="1" kern="0" dirty="0">
                <a:solidFill>
                  <a:srgbClr val="0070C0"/>
                </a:solidFill>
                <a:ea typeface="黑体" panose="02010609060101010101" pitchFamily="49" charset="-122"/>
              </a:rPr>
              <a:t>只认列向量</a:t>
            </a:r>
            <a:r>
              <a:rPr lang="en-US" altLang="zh-CN" sz="1800" b="1" kern="0" dirty="0">
                <a:solidFill>
                  <a:srgbClr val="0070C0"/>
                </a:solidFill>
                <a:ea typeface="黑体" panose="02010609060101010101" pitchFamily="49" charset="-122"/>
              </a:rPr>
              <a:t>,</a:t>
            </a:r>
            <a:r>
              <a:rPr lang="zh-CN" altLang="en-US" sz="1800" b="1" kern="0" dirty="0">
                <a:solidFill>
                  <a:srgbClr val="0070C0"/>
                </a:solidFill>
                <a:ea typeface="黑体" panose="02010609060101010101" pitchFamily="49" charset="-122"/>
              </a:rPr>
              <a:t>不认行向量</a:t>
            </a:r>
            <a:r>
              <a:rPr lang="en-US" altLang="zh-CN" sz="1800" b="1" kern="0" dirty="0">
                <a:solidFill>
                  <a:srgbClr val="0070C0"/>
                </a:solidFill>
                <a:ea typeface="黑体" panose="02010609060101010101" pitchFamily="49" charset="-122"/>
              </a:rPr>
              <a:t>,</a:t>
            </a:r>
          </a:p>
          <a:p>
            <a:r>
              <a:rPr lang="zh-CN" altLang="en-US" sz="1800" b="1" kern="0" dirty="0">
                <a:solidFill>
                  <a:srgbClr val="0070C0"/>
                </a:solidFill>
                <a:ea typeface="黑体" panose="02010609060101010101" pitchFamily="49" charset="-122"/>
              </a:rPr>
              <a:t>为</a:t>
            </a:r>
            <a:r>
              <a:rPr lang="zh-CN" altLang="en-US" b="1" kern="0" dirty="0">
                <a:solidFill>
                  <a:srgbClr val="0070C0"/>
                </a:solidFill>
                <a:ea typeface="黑体" panose="02010609060101010101" pitchFamily="49" charset="-122"/>
              </a:rPr>
              <a:t>和</a:t>
            </a:r>
            <a:r>
              <a:rPr lang="en-US" altLang="zh-CN" sz="1800" b="1" kern="0" dirty="0">
                <a:solidFill>
                  <a:srgbClr val="0070C0"/>
                </a:solidFill>
                <a:ea typeface="黑体" panose="02010609060101010101" pitchFamily="49" charset="-122"/>
              </a:rPr>
              <a:t>MATLAB</a:t>
            </a:r>
            <a:r>
              <a:rPr lang="zh-CN" altLang="en-US" sz="1800" b="1" kern="0" dirty="0">
                <a:solidFill>
                  <a:srgbClr val="0070C0"/>
                </a:solidFill>
                <a:ea typeface="黑体" panose="02010609060101010101" pitchFamily="49" charset="-122"/>
              </a:rPr>
              <a:t>代码共享，列向量统一用分号</a:t>
            </a:r>
          </a:p>
        </p:txBody>
      </p:sp>
      <p:sp>
        <p:nvSpPr>
          <p:cNvPr id="16" name="文本框 15">
            <a:extLst>
              <a:ext uri="{FF2B5EF4-FFF2-40B4-BE49-F238E27FC236}">
                <a16:creationId xmlns:a16="http://schemas.microsoft.com/office/drawing/2014/main" id="{D6FF9BE6-2583-40A6-888C-D3E8AEEB3867}"/>
              </a:ext>
            </a:extLst>
          </p:cNvPr>
          <p:cNvSpPr txBox="1"/>
          <p:nvPr/>
        </p:nvSpPr>
        <p:spPr>
          <a:xfrm>
            <a:off x="6850656" y="1287031"/>
            <a:ext cx="2166902" cy="338554"/>
          </a:xfrm>
          <a:prstGeom prst="rect">
            <a:avLst/>
          </a:prstGeom>
          <a:noFill/>
        </p:spPr>
        <p:txBody>
          <a:bodyPr wrap="square">
            <a:spAutoFit/>
          </a:bodyPr>
          <a:lstStyle/>
          <a:p>
            <a:r>
              <a:rPr lang="en-US" altLang="zh-CN" sz="1600" b="1" kern="0" dirty="0">
                <a:solidFill>
                  <a:srgbClr val="FF0000"/>
                </a:solidFill>
                <a:ea typeface="黑体" panose="02010609060101010101" pitchFamily="49" charset="-122"/>
              </a:rPr>
              <a:t>MATLAB</a:t>
            </a:r>
            <a:r>
              <a:rPr lang="zh-CN" altLang="en-US" sz="1600" b="1" kern="0" dirty="0">
                <a:solidFill>
                  <a:srgbClr val="FF0000"/>
                </a:solidFill>
                <a:ea typeface="黑体" panose="02010609060101010101" pitchFamily="49" charset="-122"/>
              </a:rPr>
              <a:t>逗号行向量</a:t>
            </a:r>
            <a:endParaRPr lang="zh-CN" altLang="en-US" sz="1600" dirty="0"/>
          </a:p>
        </p:txBody>
      </p:sp>
      <p:sp>
        <p:nvSpPr>
          <p:cNvPr id="17" name="AutoShape 13">
            <a:extLst>
              <a:ext uri="{FF2B5EF4-FFF2-40B4-BE49-F238E27FC236}">
                <a16:creationId xmlns:a16="http://schemas.microsoft.com/office/drawing/2014/main" id="{DCA40CF0-4FC0-47F5-8BFC-5D0272D441DE}"/>
              </a:ext>
            </a:extLst>
          </p:cNvPr>
          <p:cNvSpPr>
            <a:spLocks noChangeArrowheads="1"/>
          </p:cNvSpPr>
          <p:nvPr/>
        </p:nvSpPr>
        <p:spPr bwMode="auto">
          <a:xfrm>
            <a:off x="6049630" y="2872300"/>
            <a:ext cx="936104" cy="618628"/>
          </a:xfrm>
          <a:prstGeom prst="irregularSeal2">
            <a:avLst/>
          </a:prstGeom>
          <a:solidFill>
            <a:schemeClr val="bg1"/>
          </a:solidFill>
          <a:ln w="57150">
            <a:solidFill>
              <a:srgbClr val="00FF00"/>
            </a:solidFill>
            <a:miter lim="800000"/>
          </a:ln>
          <a:scene3d>
            <a:camera prst="orthographicFront"/>
            <a:lightRig rig="threePt" dir="t"/>
          </a:scene3d>
          <a:sp3d>
            <a:bevelT prst="angle"/>
          </a:sp3d>
        </p:spPr>
        <p:txBody>
          <a:bodyPr wrap="none" anchor="ctr"/>
          <a:lstStyle/>
          <a:p>
            <a:r>
              <a:rPr lang="zh-CN" altLang="en-US" sz="1200" b="1" kern="0" dirty="0">
                <a:solidFill>
                  <a:srgbClr val="FF0000"/>
                </a:solidFill>
                <a:ea typeface="黑体" panose="02010609060101010101" pitchFamily="49" charset="-122"/>
              </a:rPr>
              <a:t> 注意</a:t>
            </a:r>
          </a:p>
        </p:txBody>
      </p:sp>
      <p:sp>
        <p:nvSpPr>
          <p:cNvPr id="20" name="文本框 19">
            <a:extLst>
              <a:ext uri="{FF2B5EF4-FFF2-40B4-BE49-F238E27FC236}">
                <a16:creationId xmlns:a16="http://schemas.microsoft.com/office/drawing/2014/main" id="{51C74FC5-9597-44C2-857B-14E8EFB3E0D3}"/>
              </a:ext>
            </a:extLst>
          </p:cNvPr>
          <p:cNvSpPr txBox="1"/>
          <p:nvPr/>
        </p:nvSpPr>
        <p:spPr>
          <a:xfrm>
            <a:off x="6893568" y="3097292"/>
            <a:ext cx="2094894" cy="338554"/>
          </a:xfrm>
          <a:prstGeom prst="rect">
            <a:avLst/>
          </a:prstGeom>
          <a:noFill/>
        </p:spPr>
        <p:txBody>
          <a:bodyPr wrap="square">
            <a:spAutoFit/>
          </a:bodyPr>
          <a:lstStyle/>
          <a:p>
            <a:r>
              <a:rPr lang="en-US" altLang="zh-CN" sz="1600" b="1" kern="0" dirty="0">
                <a:solidFill>
                  <a:srgbClr val="FF0000"/>
                </a:solidFill>
                <a:ea typeface="黑体" panose="02010609060101010101" pitchFamily="49" charset="-122"/>
              </a:rPr>
              <a:t>MATLAB</a:t>
            </a:r>
            <a:r>
              <a:rPr lang="zh-CN" altLang="en-US" sz="1600" b="1" kern="0" dirty="0">
                <a:solidFill>
                  <a:srgbClr val="FF0000"/>
                </a:solidFill>
                <a:ea typeface="黑体" panose="02010609060101010101" pitchFamily="49" charset="-122"/>
              </a:rPr>
              <a:t>分号列向量</a:t>
            </a:r>
            <a:endParaRPr lang="zh-CN" altLang="en-US" sz="1600" dirty="0"/>
          </a:p>
        </p:txBody>
      </p:sp>
      <p:sp>
        <p:nvSpPr>
          <p:cNvPr id="23" name="文本框 22">
            <a:extLst>
              <a:ext uri="{FF2B5EF4-FFF2-40B4-BE49-F238E27FC236}">
                <a16:creationId xmlns:a16="http://schemas.microsoft.com/office/drawing/2014/main" id="{04EE25B9-61FF-482C-804C-53E4AA8EEC81}"/>
              </a:ext>
            </a:extLst>
          </p:cNvPr>
          <p:cNvSpPr txBox="1"/>
          <p:nvPr/>
        </p:nvSpPr>
        <p:spPr>
          <a:xfrm>
            <a:off x="6917680" y="1637387"/>
            <a:ext cx="2094894" cy="646331"/>
          </a:xfrm>
          <a:prstGeom prst="rect">
            <a:avLst/>
          </a:prstGeom>
          <a:noFill/>
        </p:spPr>
        <p:txBody>
          <a:bodyPr wrap="square">
            <a:spAutoFit/>
          </a:bodyPr>
          <a:lstStyle/>
          <a:p>
            <a:r>
              <a:rPr lang="zh-CN" altLang="en-US" dirty="0"/>
              <a:t>mlang&gt; v=[3,4,5]</a:t>
            </a:r>
          </a:p>
          <a:p>
            <a:r>
              <a:rPr lang="zh-CN" altLang="en-US" dirty="0"/>
              <a:t>v =  3  4  5</a:t>
            </a:r>
          </a:p>
        </p:txBody>
      </p:sp>
    </p:spTree>
    <p:extLst>
      <p:ext uri="{BB962C8B-B14F-4D97-AF65-F5344CB8AC3E}">
        <p14:creationId xmlns:p14="http://schemas.microsoft.com/office/powerpoint/2010/main" val="7290061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1" end="1"/>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xEl>
                                              <p:pRg st="2" end="2"/>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
                                            <p:txEl>
                                              <p:pRg st="3" end="3"/>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6"/>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3"/>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6"/>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7"/>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9">
                                            <p:txEl>
                                              <p:pRg st="1" end="1"/>
                                            </p:txEl>
                                          </p:spTgt>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9">
                                            <p:txEl>
                                              <p:pRg st="2" end="2"/>
                                            </p:txEl>
                                          </p:spTgt>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17"/>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20"/>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5"/>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22"/>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22">
                                            <p:txEl>
                                              <p:pRg st="0" end="0"/>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2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6" grpId="0"/>
      <p:bldP spid="4" grpId="0" animBg="1"/>
      <p:bldP spid="7" grpId="0" animBg="1"/>
      <p:bldP spid="15" grpId="0" animBg="1"/>
      <p:bldP spid="19" grpId="0" animBg="1"/>
      <p:bldP spid="22" grpId="0"/>
      <p:bldP spid="16" grpId="0"/>
      <p:bldP spid="17" grpId="0" animBg="1"/>
      <p:bldP spid="20" grpId="0"/>
      <p:bldP spid="2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544CA8A-62E9-A392-356A-5A5AE6F54BCE}"/>
              </a:ext>
            </a:extLst>
          </p:cNvPr>
          <p:cNvSpPr>
            <a:spLocks noGrp="1"/>
          </p:cNvSpPr>
          <p:nvPr>
            <p:ph type="title"/>
          </p:nvPr>
        </p:nvSpPr>
        <p:spPr>
          <a:xfrm>
            <a:off x="4283968" y="195486"/>
            <a:ext cx="4073772" cy="438150"/>
          </a:xfrm>
        </p:spPr>
        <p:txBody>
          <a:bodyPr/>
          <a:lstStyle/>
          <a:p>
            <a:r>
              <a:rPr lang="zh-CN" altLang="en-US" b="0" i="0" dirty="0">
                <a:solidFill>
                  <a:srgbClr val="8A8A8A"/>
                </a:solidFill>
                <a:effectLst/>
                <a:latin typeface="-apple-system"/>
              </a:rPr>
              <a:t>           </a:t>
            </a:r>
            <a:endParaRPr lang="zh-CN" altLang="en-US" sz="2800" dirty="0"/>
          </a:p>
        </p:txBody>
      </p:sp>
      <p:sp>
        <p:nvSpPr>
          <p:cNvPr id="3" name="内容占位符 2">
            <a:extLst>
              <a:ext uri="{FF2B5EF4-FFF2-40B4-BE49-F238E27FC236}">
                <a16:creationId xmlns:a16="http://schemas.microsoft.com/office/drawing/2014/main" id="{92E1230C-13CD-FA48-8629-378303B694A0}"/>
              </a:ext>
            </a:extLst>
          </p:cNvPr>
          <p:cNvSpPr>
            <a:spLocks noGrp="1"/>
          </p:cNvSpPr>
          <p:nvPr>
            <p:ph idx="1"/>
          </p:nvPr>
        </p:nvSpPr>
        <p:spPr>
          <a:xfrm>
            <a:off x="67665" y="769972"/>
            <a:ext cx="6657065" cy="382477"/>
          </a:xfrm>
          <a:solidFill>
            <a:schemeClr val="bg1"/>
          </a:solidFill>
        </p:spPr>
        <p:txBody>
          <a:bodyPr/>
          <a:lstStyle/>
          <a:p>
            <a:pPr marL="514350" indent="-514350">
              <a:buFont typeface="+mj-ea"/>
              <a:buAutoNum type="circleNumDbPlain"/>
            </a:pPr>
            <a:r>
              <a:rPr lang="zh-CN" altLang="en-US" sz="1800" b="1" kern="1800" dirty="0">
                <a:solidFill>
                  <a:srgbClr val="D57747"/>
                </a:solidFill>
                <a:latin typeface="微软雅黑" panose="020B0503020204020204" pitchFamily="34" charset="-122"/>
                <a:ea typeface="微软雅黑" panose="020B0503020204020204" pitchFamily="34" charset="-122"/>
              </a:rPr>
              <a:t>冒号</a:t>
            </a:r>
            <a:r>
              <a:rPr lang="en-US" altLang="zh-CN" sz="1800" b="1" kern="1800" dirty="0">
                <a:solidFill>
                  <a:srgbClr val="D57747"/>
                </a:solidFill>
                <a:latin typeface="Segoe UI" panose="020B0502040204020203" pitchFamily="34" charset="0"/>
                <a:ea typeface="宋体" panose="02010600030101010101" pitchFamily="2" charset="-122"/>
              </a:rPr>
              <a:t>(:)</a:t>
            </a:r>
            <a:r>
              <a:rPr lang="zh-CN" altLang="en-US" sz="1800" b="0" i="0" dirty="0">
                <a:solidFill>
                  <a:srgbClr val="2C3E50"/>
                </a:solidFill>
                <a:effectLst/>
                <a:latin typeface="-apple-system"/>
              </a:rPr>
              <a:t>：</a:t>
            </a:r>
            <a:r>
              <a:rPr lang="zh-CN" altLang="en-US" sz="1800" b="1" kern="1200" dirty="0">
                <a:solidFill>
                  <a:srgbClr val="0070C0"/>
                </a:solidFill>
                <a:latin typeface="微软雅黑" panose="020B0503020204020204" pitchFamily="34" charset="-122"/>
                <a:ea typeface="微软雅黑" panose="020B0503020204020204" pitchFamily="34" charset="-122"/>
              </a:rPr>
              <a:t>用冒号创建线性向量</a:t>
            </a:r>
          </a:p>
        </p:txBody>
      </p:sp>
      <p:sp>
        <p:nvSpPr>
          <p:cNvPr id="7" name="标题 1">
            <a:extLst>
              <a:ext uri="{FF2B5EF4-FFF2-40B4-BE49-F238E27FC236}">
                <a16:creationId xmlns:a16="http://schemas.microsoft.com/office/drawing/2014/main" id="{F7784097-4001-B8C7-31AD-9F41775D72A6}"/>
              </a:ext>
            </a:extLst>
          </p:cNvPr>
          <p:cNvSpPr txBox="1">
            <a:spLocks/>
          </p:cNvSpPr>
          <p:nvPr/>
        </p:nvSpPr>
        <p:spPr bwMode="auto">
          <a:xfrm>
            <a:off x="821656" y="69597"/>
            <a:ext cx="6525918" cy="556420"/>
          </a:xfrm>
          <a:prstGeom prst="rect">
            <a:avLst/>
          </a:prstGeom>
          <a:noFill/>
          <a:ln w="9525">
            <a:noFill/>
            <a:miter lim="800000"/>
            <a:headEnd/>
            <a:tailEnd/>
          </a:ln>
        </p:spPr>
        <p:txBody>
          <a:bodyPr vert="horz" wrap="none" lIns="91440" tIns="45720" rIns="91440" bIns="45720" numCol="1" anchor="b" anchorCtr="0" compatLnSpc="1">
            <a:prstTxWarp prst="textNoShape">
              <a:avLst/>
            </a:prstTxWarp>
          </a:bodyPr>
          <a:lstStyle>
            <a:lvl1pPr algn="l" rtl="0" eaLnBrk="0" fontAlgn="base" hangingPunct="0">
              <a:lnSpc>
                <a:spcPct val="85000"/>
              </a:lnSpc>
              <a:spcBef>
                <a:spcPct val="0"/>
              </a:spcBef>
              <a:spcAft>
                <a:spcPct val="0"/>
              </a:spcAft>
              <a:defRPr sz="3400" b="0">
                <a:solidFill>
                  <a:srgbClr val="002060"/>
                </a:solidFill>
                <a:latin typeface="华文楷体" panose="02010600040101010101" pitchFamily="2" charset="-122"/>
                <a:ea typeface="华文楷体" panose="02010600040101010101" pitchFamily="2" charset="-122"/>
                <a:cs typeface="+mj-cs"/>
              </a:defRPr>
            </a:lvl1pPr>
            <a:lvl2pPr algn="l" rtl="0" eaLnBrk="0" fontAlgn="base" hangingPunct="0">
              <a:lnSpc>
                <a:spcPct val="85000"/>
              </a:lnSpc>
              <a:spcBef>
                <a:spcPct val="0"/>
              </a:spcBef>
              <a:spcAft>
                <a:spcPct val="0"/>
              </a:spcAft>
              <a:defRPr sz="3400" b="1">
                <a:solidFill>
                  <a:srgbClr val="002E5C"/>
                </a:solidFill>
                <a:latin typeface="Helvetica" pitchFamily="34" charset="0"/>
              </a:defRPr>
            </a:lvl2pPr>
            <a:lvl3pPr algn="l" rtl="0" eaLnBrk="0" fontAlgn="base" hangingPunct="0">
              <a:lnSpc>
                <a:spcPct val="85000"/>
              </a:lnSpc>
              <a:spcBef>
                <a:spcPct val="0"/>
              </a:spcBef>
              <a:spcAft>
                <a:spcPct val="0"/>
              </a:spcAft>
              <a:defRPr sz="3400" b="1">
                <a:solidFill>
                  <a:srgbClr val="002E5C"/>
                </a:solidFill>
                <a:latin typeface="Helvetica" pitchFamily="34" charset="0"/>
              </a:defRPr>
            </a:lvl3pPr>
            <a:lvl4pPr algn="l" rtl="0" eaLnBrk="0" fontAlgn="base" hangingPunct="0">
              <a:lnSpc>
                <a:spcPct val="85000"/>
              </a:lnSpc>
              <a:spcBef>
                <a:spcPct val="0"/>
              </a:spcBef>
              <a:spcAft>
                <a:spcPct val="0"/>
              </a:spcAft>
              <a:defRPr sz="3400" b="1">
                <a:solidFill>
                  <a:srgbClr val="002E5C"/>
                </a:solidFill>
                <a:latin typeface="Helvetica" pitchFamily="34" charset="0"/>
              </a:defRPr>
            </a:lvl4pPr>
            <a:lvl5pPr algn="l" rtl="0" eaLnBrk="0" fontAlgn="base" hangingPunct="0">
              <a:lnSpc>
                <a:spcPct val="85000"/>
              </a:lnSpc>
              <a:spcBef>
                <a:spcPct val="0"/>
              </a:spcBef>
              <a:spcAft>
                <a:spcPct val="0"/>
              </a:spcAft>
              <a:defRPr sz="3400" b="1">
                <a:solidFill>
                  <a:srgbClr val="002E5C"/>
                </a:solidFill>
                <a:latin typeface="Helvetica" pitchFamily="34" charset="0"/>
              </a:defRPr>
            </a:lvl5pPr>
            <a:lvl6pPr marL="457200" algn="l" rtl="0" eaLnBrk="1" fontAlgn="base" hangingPunct="1">
              <a:lnSpc>
                <a:spcPct val="85000"/>
              </a:lnSpc>
              <a:spcBef>
                <a:spcPct val="0"/>
              </a:spcBef>
              <a:spcAft>
                <a:spcPct val="0"/>
              </a:spcAft>
              <a:defRPr sz="3400" b="1">
                <a:solidFill>
                  <a:srgbClr val="002E5C"/>
                </a:solidFill>
                <a:latin typeface="Helvetica" pitchFamily="34" charset="0"/>
              </a:defRPr>
            </a:lvl6pPr>
            <a:lvl7pPr marL="914400" algn="l" rtl="0" eaLnBrk="1" fontAlgn="base" hangingPunct="1">
              <a:lnSpc>
                <a:spcPct val="85000"/>
              </a:lnSpc>
              <a:spcBef>
                <a:spcPct val="0"/>
              </a:spcBef>
              <a:spcAft>
                <a:spcPct val="0"/>
              </a:spcAft>
              <a:defRPr sz="3400" b="1">
                <a:solidFill>
                  <a:srgbClr val="002E5C"/>
                </a:solidFill>
                <a:latin typeface="Helvetica" pitchFamily="34" charset="0"/>
              </a:defRPr>
            </a:lvl7pPr>
            <a:lvl8pPr marL="1371600" algn="l" rtl="0" eaLnBrk="1" fontAlgn="base" hangingPunct="1">
              <a:lnSpc>
                <a:spcPct val="85000"/>
              </a:lnSpc>
              <a:spcBef>
                <a:spcPct val="0"/>
              </a:spcBef>
              <a:spcAft>
                <a:spcPct val="0"/>
              </a:spcAft>
              <a:defRPr sz="3400" b="1">
                <a:solidFill>
                  <a:srgbClr val="002E5C"/>
                </a:solidFill>
                <a:latin typeface="Helvetica" pitchFamily="34" charset="0"/>
              </a:defRPr>
            </a:lvl8pPr>
            <a:lvl9pPr marL="1828800" algn="l" rtl="0" eaLnBrk="1" fontAlgn="base" hangingPunct="1">
              <a:lnSpc>
                <a:spcPct val="85000"/>
              </a:lnSpc>
              <a:spcBef>
                <a:spcPct val="0"/>
              </a:spcBef>
              <a:spcAft>
                <a:spcPct val="0"/>
              </a:spcAft>
              <a:defRPr sz="3400" b="1">
                <a:solidFill>
                  <a:srgbClr val="002E5C"/>
                </a:solidFill>
                <a:latin typeface="Helvetica" pitchFamily="34" charset="0"/>
              </a:defRPr>
            </a:lvl9pPr>
          </a:lstStyle>
          <a:p>
            <a:br>
              <a:rPr lang="en-US" altLang="zh-CN" kern="0" dirty="0">
                <a:latin typeface="Helvetica Neue"/>
              </a:rPr>
            </a:br>
            <a:r>
              <a:rPr lang="en-US" altLang="zh-CN" kern="0" dirty="0">
                <a:latin typeface="Helvetica Neue"/>
              </a:rPr>
              <a:t>§</a:t>
            </a:r>
            <a:r>
              <a:rPr lang="en-US" altLang="zh-CN" sz="2800" dirty="0"/>
              <a:t>1.4.1.1</a:t>
            </a:r>
            <a:r>
              <a:rPr lang="zh-CN" altLang="en-US" sz="2800" dirty="0"/>
              <a:t>创建一维</a:t>
            </a:r>
            <a:r>
              <a:rPr lang="zh-CN" altLang="en-US" sz="2800" dirty="0">
                <a:latin typeface="Helvetica Neue"/>
              </a:rPr>
              <a:t>向量</a:t>
            </a:r>
            <a:r>
              <a:rPr lang="en-US" altLang="zh-CN" sz="2800" dirty="0">
                <a:solidFill>
                  <a:srgbClr val="FF0000"/>
                </a:solidFill>
              </a:rPr>
              <a:t>——2. </a:t>
            </a:r>
            <a:r>
              <a:rPr lang="zh-CN" altLang="en-US" sz="2800" dirty="0">
                <a:solidFill>
                  <a:srgbClr val="FF0000"/>
                </a:solidFill>
              </a:rPr>
              <a:t>创建</a:t>
            </a:r>
            <a:r>
              <a:rPr lang="zh-CN" altLang="en-US" sz="2800" i="0" dirty="0">
                <a:solidFill>
                  <a:srgbClr val="FF0000"/>
                </a:solidFill>
                <a:effectLst/>
                <a:latin typeface="-apple-system"/>
              </a:rPr>
              <a:t>线性</a:t>
            </a:r>
            <a:r>
              <a:rPr lang="zh-CN" altLang="en-US" sz="2800" dirty="0">
                <a:solidFill>
                  <a:srgbClr val="FF0000"/>
                </a:solidFill>
                <a:latin typeface="-apple-system"/>
              </a:rPr>
              <a:t>等分向量</a:t>
            </a:r>
            <a:endParaRPr lang="zh-CN" altLang="en-US" sz="2800" kern="0" dirty="0">
              <a:solidFill>
                <a:srgbClr val="FF0000"/>
              </a:solidFill>
            </a:endParaRPr>
          </a:p>
        </p:txBody>
      </p:sp>
      <p:sp>
        <p:nvSpPr>
          <p:cNvPr id="8" name="矩形 7">
            <a:extLst>
              <a:ext uri="{FF2B5EF4-FFF2-40B4-BE49-F238E27FC236}">
                <a16:creationId xmlns:a16="http://schemas.microsoft.com/office/drawing/2014/main" id="{135001FA-C184-25B8-2179-56D81236FE02}"/>
              </a:ext>
            </a:extLst>
          </p:cNvPr>
          <p:cNvSpPr/>
          <p:nvPr/>
        </p:nvSpPr>
        <p:spPr>
          <a:xfrm>
            <a:off x="518410" y="4107896"/>
            <a:ext cx="2279943" cy="369332"/>
          </a:xfrm>
          <a:prstGeom prst="rect">
            <a:avLst/>
          </a:prstGeom>
          <a:solidFill>
            <a:srgbClr val="0070C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p>
            <a:r>
              <a:rPr lang="en-US" altLang="zh-CN" b="1" dirty="0">
                <a:solidFill>
                  <a:schemeClr val="bg1"/>
                </a:solidFill>
                <a:latin typeface="Times New Roman" panose="02020603050405020304" pitchFamily="18" charset="0"/>
                <a:cs typeface="Times New Roman" panose="02020603050405020304" pitchFamily="18" charset="0"/>
              </a:rPr>
              <a:t>x</a:t>
            </a:r>
            <a:r>
              <a:rPr lang="zh-CN" altLang="zh-CN" b="1" dirty="0">
                <a:solidFill>
                  <a:schemeClr val="bg1"/>
                </a:solidFill>
                <a:latin typeface="Times New Roman" panose="02020603050405020304" pitchFamily="18" charset="0"/>
                <a:cs typeface="Times New Roman" panose="02020603050405020304" pitchFamily="18" charset="0"/>
              </a:rPr>
              <a:t>= LinRange(</a:t>
            </a:r>
            <a:r>
              <a:rPr lang="en-US" altLang="zh-CN" b="1" dirty="0">
                <a:solidFill>
                  <a:schemeClr val="bg1"/>
                </a:solidFill>
                <a:latin typeface="Times New Roman" panose="02020603050405020304" pitchFamily="18" charset="0"/>
                <a:cs typeface="Times New Roman" panose="02020603050405020304" pitchFamily="18" charset="0"/>
              </a:rPr>
              <a:t>x1</a:t>
            </a:r>
            <a:r>
              <a:rPr lang="zh-CN" altLang="zh-CN" b="1" dirty="0">
                <a:solidFill>
                  <a:schemeClr val="bg1"/>
                </a:solidFill>
                <a:latin typeface="Times New Roman" panose="02020603050405020304" pitchFamily="18" charset="0"/>
                <a:cs typeface="Times New Roman" panose="02020603050405020304" pitchFamily="18" charset="0"/>
              </a:rPr>
              <a:t>,</a:t>
            </a:r>
            <a:r>
              <a:rPr lang="en-US" altLang="zh-CN" b="1" dirty="0">
                <a:solidFill>
                  <a:schemeClr val="bg1"/>
                </a:solidFill>
                <a:latin typeface="Times New Roman" panose="02020603050405020304" pitchFamily="18" charset="0"/>
                <a:cs typeface="Times New Roman" panose="02020603050405020304" pitchFamily="18" charset="0"/>
              </a:rPr>
              <a:t>x2</a:t>
            </a:r>
            <a:r>
              <a:rPr lang="zh-CN" altLang="zh-CN" b="1" dirty="0">
                <a:solidFill>
                  <a:schemeClr val="bg1"/>
                </a:solidFill>
                <a:latin typeface="Times New Roman" panose="02020603050405020304" pitchFamily="18" charset="0"/>
                <a:cs typeface="Times New Roman" panose="02020603050405020304" pitchFamily="18" charset="0"/>
              </a:rPr>
              <a:t>,n)</a:t>
            </a:r>
            <a:endParaRPr lang="zh-CN" altLang="en-US" b="1" dirty="0">
              <a:solidFill>
                <a:schemeClr val="bg1"/>
              </a:solidFill>
              <a:latin typeface="Times New Roman" panose="02020603050405020304" pitchFamily="18" charset="0"/>
              <a:cs typeface="Times New Roman" panose="02020603050405020304" pitchFamily="18" charset="0"/>
            </a:endParaRPr>
          </a:p>
        </p:txBody>
      </p:sp>
      <p:sp>
        <p:nvSpPr>
          <p:cNvPr id="6" name="内容占位符 2">
            <a:extLst>
              <a:ext uri="{FF2B5EF4-FFF2-40B4-BE49-F238E27FC236}">
                <a16:creationId xmlns:a16="http://schemas.microsoft.com/office/drawing/2014/main" id="{43D4A1C3-9C2E-FBCA-1CBA-5ACC5C74D510}"/>
              </a:ext>
            </a:extLst>
          </p:cNvPr>
          <p:cNvSpPr txBox="1">
            <a:spLocks/>
          </p:cNvSpPr>
          <p:nvPr/>
        </p:nvSpPr>
        <p:spPr bwMode="auto">
          <a:xfrm>
            <a:off x="-4159" y="3518439"/>
            <a:ext cx="4968552" cy="372794"/>
          </a:xfrm>
          <a:prstGeom prst="rect">
            <a:avLst/>
          </a:prstGeom>
          <a:noFill/>
          <a:ln w="9525">
            <a:noFill/>
            <a:miter lim="800000"/>
            <a:headEnd/>
            <a:tailEnd/>
          </a:ln>
        </p:spPr>
        <p:txBody>
          <a:bodyPr vert="horz" wrap="square" lIns="91440" tIns="45720" rIns="91440" bIns="45720" numCol="1" anchor="t" anchorCtr="0" compatLnSpc="1">
            <a:prstTxWarp prst="textNoShape">
              <a:avLst/>
            </a:prstTxWarp>
            <a:spAutoFit/>
          </a:bodyPr>
          <a:lstStyle>
            <a:lvl1pPr marL="177800" indent="-177800" algn="l" rtl="0" eaLnBrk="0" fontAlgn="base" hangingPunct="0">
              <a:lnSpc>
                <a:spcPct val="110000"/>
              </a:lnSpc>
              <a:spcBef>
                <a:spcPct val="0"/>
              </a:spcBef>
              <a:spcAft>
                <a:spcPct val="0"/>
              </a:spcAft>
              <a:buFont typeface="Wingdings" panose="05000000000000000000" pitchFamily="2" charset="2"/>
              <a:buChar char="Ø"/>
              <a:defRPr sz="2800" b="0">
                <a:solidFill>
                  <a:srgbClr val="002060"/>
                </a:solidFill>
                <a:latin typeface="华文楷体" panose="02010600040101010101" pitchFamily="2" charset="-122"/>
                <a:ea typeface="华文楷体" panose="02010600040101010101" pitchFamily="2" charset="-122"/>
                <a:cs typeface="+mn-cs"/>
              </a:defRPr>
            </a:lvl1pPr>
            <a:lvl2pPr marL="635000" indent="-177800" algn="l" rtl="0" eaLnBrk="0" fontAlgn="base" hangingPunct="0">
              <a:lnSpc>
                <a:spcPct val="110000"/>
              </a:lnSpc>
              <a:spcBef>
                <a:spcPct val="0"/>
              </a:spcBef>
              <a:spcAft>
                <a:spcPct val="0"/>
              </a:spcAft>
              <a:buFont typeface="Wingdings" panose="05000000000000000000" pitchFamily="2" charset="2"/>
              <a:buChar char="Ø"/>
              <a:defRPr sz="2400" b="0">
                <a:solidFill>
                  <a:srgbClr val="002060"/>
                </a:solidFill>
                <a:latin typeface="华文楷体" panose="02010600040101010101" pitchFamily="2" charset="-122"/>
                <a:ea typeface="华文楷体" panose="02010600040101010101" pitchFamily="2" charset="-122"/>
              </a:defRPr>
            </a:lvl2pPr>
            <a:lvl3pPr marL="1092200" indent="-177800" algn="l" rtl="0" eaLnBrk="0" fontAlgn="base" hangingPunct="0">
              <a:lnSpc>
                <a:spcPct val="110000"/>
              </a:lnSpc>
              <a:spcBef>
                <a:spcPct val="0"/>
              </a:spcBef>
              <a:spcAft>
                <a:spcPct val="0"/>
              </a:spcAft>
              <a:buFont typeface="Wingdings" panose="05000000000000000000" pitchFamily="2" charset="2"/>
              <a:buChar char="Ø"/>
              <a:defRPr sz="2400" b="0">
                <a:solidFill>
                  <a:srgbClr val="002060"/>
                </a:solidFill>
                <a:latin typeface="华文楷体" panose="02010600040101010101" pitchFamily="2" charset="-122"/>
                <a:ea typeface="华文楷体" panose="02010600040101010101" pitchFamily="2" charset="-122"/>
              </a:defRPr>
            </a:lvl3pPr>
            <a:lvl4pPr marL="1549400" indent="-177800" algn="l" rtl="0" eaLnBrk="0" fontAlgn="base" hangingPunct="0">
              <a:lnSpc>
                <a:spcPct val="110000"/>
              </a:lnSpc>
              <a:spcBef>
                <a:spcPct val="0"/>
              </a:spcBef>
              <a:spcAft>
                <a:spcPct val="0"/>
              </a:spcAft>
              <a:buFont typeface="Wingdings" panose="05000000000000000000" pitchFamily="2" charset="2"/>
              <a:buChar char="Ø"/>
              <a:defRPr sz="2000" b="0">
                <a:solidFill>
                  <a:srgbClr val="002060"/>
                </a:solidFill>
                <a:latin typeface="华文楷体" panose="02010600040101010101" pitchFamily="2" charset="-122"/>
                <a:ea typeface="华文楷体" panose="02010600040101010101" pitchFamily="2" charset="-122"/>
              </a:defRPr>
            </a:lvl4pPr>
            <a:lvl5pPr marL="2006600" indent="-177800" algn="l" rtl="0" eaLnBrk="0" fontAlgn="base" hangingPunct="0">
              <a:lnSpc>
                <a:spcPct val="110000"/>
              </a:lnSpc>
              <a:spcBef>
                <a:spcPct val="0"/>
              </a:spcBef>
              <a:spcAft>
                <a:spcPct val="0"/>
              </a:spcAft>
              <a:buFont typeface="Wingdings" panose="05000000000000000000" pitchFamily="2" charset="2"/>
              <a:buChar char="Ø"/>
              <a:defRPr sz="2000" b="0">
                <a:solidFill>
                  <a:srgbClr val="002060"/>
                </a:solidFill>
                <a:latin typeface="华文楷体" panose="02010600040101010101" pitchFamily="2" charset="-122"/>
                <a:ea typeface="华文楷体" panose="02010600040101010101" pitchFamily="2" charset="-122"/>
              </a:defRPr>
            </a:lvl5pPr>
            <a:lvl6pPr marL="2463800" indent="-177800" algn="l" rtl="0" eaLnBrk="1" fontAlgn="base" hangingPunct="1">
              <a:lnSpc>
                <a:spcPct val="110000"/>
              </a:lnSpc>
              <a:spcBef>
                <a:spcPct val="0"/>
              </a:spcBef>
              <a:spcAft>
                <a:spcPct val="0"/>
              </a:spcAft>
              <a:buChar char="•"/>
              <a:defRPr b="1">
                <a:solidFill>
                  <a:srgbClr val="002E5C"/>
                </a:solidFill>
                <a:latin typeface="+mn-lt"/>
              </a:defRPr>
            </a:lvl6pPr>
            <a:lvl7pPr marL="2921000" indent="-177800" algn="l" rtl="0" eaLnBrk="1" fontAlgn="base" hangingPunct="1">
              <a:lnSpc>
                <a:spcPct val="110000"/>
              </a:lnSpc>
              <a:spcBef>
                <a:spcPct val="0"/>
              </a:spcBef>
              <a:spcAft>
                <a:spcPct val="0"/>
              </a:spcAft>
              <a:buChar char="•"/>
              <a:defRPr b="1">
                <a:solidFill>
                  <a:srgbClr val="002E5C"/>
                </a:solidFill>
                <a:latin typeface="+mn-lt"/>
              </a:defRPr>
            </a:lvl7pPr>
            <a:lvl8pPr marL="3378200" indent="-177800" algn="l" rtl="0" eaLnBrk="1" fontAlgn="base" hangingPunct="1">
              <a:lnSpc>
                <a:spcPct val="110000"/>
              </a:lnSpc>
              <a:spcBef>
                <a:spcPct val="0"/>
              </a:spcBef>
              <a:spcAft>
                <a:spcPct val="0"/>
              </a:spcAft>
              <a:buChar char="•"/>
              <a:defRPr b="1">
                <a:solidFill>
                  <a:srgbClr val="002E5C"/>
                </a:solidFill>
                <a:latin typeface="+mn-lt"/>
              </a:defRPr>
            </a:lvl8pPr>
            <a:lvl9pPr marL="3835400" indent="-177800" algn="l" rtl="0" eaLnBrk="1" fontAlgn="base" hangingPunct="1">
              <a:lnSpc>
                <a:spcPct val="110000"/>
              </a:lnSpc>
              <a:spcBef>
                <a:spcPct val="0"/>
              </a:spcBef>
              <a:spcAft>
                <a:spcPct val="0"/>
              </a:spcAft>
              <a:buChar char="•"/>
              <a:defRPr b="1">
                <a:solidFill>
                  <a:srgbClr val="002E5C"/>
                </a:solidFill>
                <a:latin typeface="+mn-lt"/>
              </a:defRPr>
            </a:lvl9pPr>
          </a:lstStyle>
          <a:p>
            <a:pPr marL="457200" indent="-457200">
              <a:buFont typeface="+mj-ea"/>
              <a:buAutoNum type="circleNumDbPlain" startAt="3"/>
            </a:pPr>
            <a:r>
              <a:rPr lang="en-US" altLang="zh-CN" sz="1800" b="1" kern="1800" dirty="0">
                <a:solidFill>
                  <a:srgbClr val="D57747"/>
                </a:solidFill>
                <a:latin typeface="Segoe UI" panose="020B0502040204020203" pitchFamily="34" charset="0"/>
                <a:ea typeface="宋体" panose="02010600030101010101" pitchFamily="2" charset="-122"/>
              </a:rPr>
              <a:t>LinRange</a:t>
            </a:r>
            <a:r>
              <a:rPr lang="zh-CN" altLang="en-US" sz="1800" b="1" kern="1800" dirty="0">
                <a:solidFill>
                  <a:srgbClr val="D57747"/>
                </a:solidFill>
                <a:latin typeface="Segoe UI" panose="020B0502040204020203" pitchFamily="34" charset="0"/>
                <a:ea typeface="宋体" panose="02010600030101010101" pitchFamily="2" charset="-122"/>
              </a:rPr>
              <a:t>：</a:t>
            </a:r>
            <a:r>
              <a:rPr lang="zh-CN" altLang="en-US" sz="1800" b="1" dirty="0">
                <a:solidFill>
                  <a:srgbClr val="0070C0"/>
                </a:solidFill>
                <a:latin typeface="微软雅黑" panose="020B0503020204020204" pitchFamily="34" charset="-122"/>
                <a:ea typeface="微软雅黑" panose="020B0503020204020204" pitchFamily="34" charset="-122"/>
              </a:rPr>
              <a:t>生成线性间距向量</a:t>
            </a:r>
          </a:p>
        </p:txBody>
      </p:sp>
      <p:sp>
        <p:nvSpPr>
          <p:cNvPr id="11" name="矩形 10">
            <a:extLst>
              <a:ext uri="{FF2B5EF4-FFF2-40B4-BE49-F238E27FC236}">
                <a16:creationId xmlns:a16="http://schemas.microsoft.com/office/drawing/2014/main" id="{4343C0C4-702D-1A3C-F440-954351739167}"/>
              </a:ext>
            </a:extLst>
          </p:cNvPr>
          <p:cNvSpPr/>
          <p:nvPr/>
        </p:nvSpPr>
        <p:spPr>
          <a:xfrm>
            <a:off x="583562" y="2345541"/>
            <a:ext cx="1180126" cy="369332"/>
          </a:xfrm>
          <a:prstGeom prst="rect">
            <a:avLst/>
          </a:prstGeom>
          <a:solidFill>
            <a:srgbClr val="0070C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p>
            <a:r>
              <a:rPr lang="en-US" altLang="zh-CN" b="1" dirty="0">
                <a:solidFill>
                  <a:schemeClr val="bg1"/>
                </a:solidFill>
                <a:latin typeface="Times New Roman" panose="02020603050405020304" pitchFamily="18" charset="0"/>
                <a:cs typeface="Times New Roman" panose="02020603050405020304" pitchFamily="18" charset="0"/>
              </a:rPr>
              <a:t>x=</a:t>
            </a:r>
            <a:r>
              <a:rPr lang="en-US" altLang="zh-CN" b="1" dirty="0">
                <a:solidFill>
                  <a:schemeClr val="bg1"/>
                </a:solidFill>
                <a:latin typeface="Times New Roman" panose="02020603050405020304" pitchFamily="18" charset="0"/>
                <a:cs typeface="Times New Roman" panose="02020603050405020304" pitchFamily="18" charset="0"/>
                <a:sym typeface="+mn-lt"/>
              </a:rPr>
              <a:t> x1:x2</a:t>
            </a:r>
            <a:endParaRPr lang="zh-CN" altLang="en-US" b="1" dirty="0">
              <a:solidFill>
                <a:schemeClr val="bg1"/>
              </a:solidFill>
              <a:latin typeface="Times New Roman" panose="02020603050405020304" pitchFamily="18" charset="0"/>
              <a:cs typeface="Times New Roman" panose="02020603050405020304" pitchFamily="18" charset="0"/>
            </a:endParaRPr>
          </a:p>
        </p:txBody>
      </p:sp>
      <p:sp>
        <p:nvSpPr>
          <p:cNvPr id="17" name="Rectangle 1">
            <a:extLst>
              <a:ext uri="{FF2B5EF4-FFF2-40B4-BE49-F238E27FC236}">
                <a16:creationId xmlns:a16="http://schemas.microsoft.com/office/drawing/2014/main" id="{7B24C2C7-56F9-F8A2-A665-52D123869901}"/>
              </a:ext>
            </a:extLst>
          </p:cNvPr>
          <p:cNvSpPr>
            <a:spLocks noChangeArrowheads="1"/>
          </p:cNvSpPr>
          <p:nvPr/>
        </p:nvSpPr>
        <p:spPr bwMode="auto">
          <a:xfrm>
            <a:off x="0" y="151656"/>
            <a:ext cx="64120" cy="153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000" b="0" i="0" u="none" strike="noStrike" cap="none" normalizeH="0" baseline="0" dirty="0">
                <a:ln>
                  <a:noFill/>
                </a:ln>
                <a:solidFill>
                  <a:srgbClr val="000000"/>
                </a:solidFill>
                <a:effectLst/>
                <a:latin typeface="Arial Unicode MS"/>
                <a:ea typeface="source-code-pro"/>
              </a:rPr>
              <a:t>y</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5" name="矩形 4">
            <a:extLst>
              <a:ext uri="{FF2B5EF4-FFF2-40B4-BE49-F238E27FC236}">
                <a16:creationId xmlns:a16="http://schemas.microsoft.com/office/drawing/2014/main" id="{305A2851-268A-E026-0DA9-78EC629B8394}"/>
              </a:ext>
            </a:extLst>
          </p:cNvPr>
          <p:cNvSpPr/>
          <p:nvPr/>
        </p:nvSpPr>
        <p:spPr>
          <a:xfrm>
            <a:off x="2020179" y="1328656"/>
            <a:ext cx="379604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1600" b="1" dirty="0">
                <a:solidFill>
                  <a:srgbClr val="00B0F0"/>
                </a:solidFill>
                <a:latin typeface="微软雅黑" panose="020B0503020204020204" pitchFamily="34" charset="-122"/>
                <a:ea typeface="微软雅黑" panose="020B0503020204020204" pitchFamily="34" charset="-122"/>
                <a:sym typeface="+mn-lt"/>
              </a:rPr>
              <a:t>x1</a:t>
            </a:r>
            <a:r>
              <a:rPr lang="zh-CN" altLang="en-US" sz="1600" b="1" dirty="0">
                <a:solidFill>
                  <a:srgbClr val="00B0F0"/>
                </a:solidFill>
                <a:latin typeface="微软雅黑" panose="020B0503020204020204" pitchFamily="34" charset="-122"/>
                <a:ea typeface="微软雅黑" panose="020B0503020204020204" pitchFamily="34" charset="-122"/>
                <a:sym typeface="+mn-lt"/>
              </a:rPr>
              <a:t>起始值</a:t>
            </a:r>
            <a:r>
              <a:rPr lang="en-US" altLang="zh-CN" sz="1600" b="1" dirty="0">
                <a:solidFill>
                  <a:srgbClr val="00B0F0"/>
                </a:solidFill>
                <a:latin typeface="微软雅黑" panose="020B0503020204020204" pitchFamily="34" charset="-122"/>
                <a:ea typeface="微软雅黑" panose="020B0503020204020204" pitchFamily="34" charset="-122"/>
                <a:sym typeface="+mn-lt"/>
              </a:rPr>
              <a:t>,x2</a:t>
            </a:r>
            <a:r>
              <a:rPr lang="zh-CN" altLang="en-US" sz="1600" b="1" dirty="0">
                <a:solidFill>
                  <a:srgbClr val="00B0F0"/>
                </a:solidFill>
                <a:latin typeface="微软雅黑" panose="020B0503020204020204" pitchFamily="34" charset="-122"/>
                <a:ea typeface="微软雅黑" panose="020B0503020204020204" pitchFamily="34" charset="-122"/>
                <a:sym typeface="+mn-lt"/>
              </a:rPr>
              <a:t>终止值</a:t>
            </a:r>
            <a:r>
              <a:rPr lang="en-US" altLang="zh-CN" sz="1600" b="1" dirty="0">
                <a:solidFill>
                  <a:srgbClr val="00B0F0"/>
                </a:solidFill>
                <a:latin typeface="微软雅黑" panose="020B0503020204020204" pitchFamily="34" charset="-122"/>
                <a:ea typeface="微软雅黑" panose="020B0503020204020204" pitchFamily="34" charset="-122"/>
                <a:sym typeface="+mn-lt"/>
              </a:rPr>
              <a:t>,,</a:t>
            </a:r>
            <a:r>
              <a:rPr lang="zh-CN" altLang="en-US" sz="1600" b="1" dirty="0">
                <a:solidFill>
                  <a:srgbClr val="00B0F0"/>
                </a:solidFill>
                <a:latin typeface="微软雅黑" panose="020B0503020204020204" pitchFamily="34" charset="-122"/>
                <a:ea typeface="微软雅黑" panose="020B0503020204020204" pitchFamily="34" charset="-122"/>
                <a:sym typeface="+mn-lt"/>
              </a:rPr>
              <a:t>步长</a:t>
            </a:r>
            <a:r>
              <a:rPr lang="en-US" altLang="zh-CN" sz="1600" b="1" dirty="0">
                <a:solidFill>
                  <a:srgbClr val="00B0F0"/>
                </a:solidFill>
                <a:latin typeface="微软雅黑" panose="020B0503020204020204" pitchFamily="34" charset="-122"/>
                <a:ea typeface="微软雅黑" panose="020B0503020204020204" pitchFamily="34" charset="-122"/>
                <a:sym typeface="+mn-lt"/>
              </a:rPr>
              <a:t>h</a:t>
            </a:r>
            <a:endParaRPr lang="zh-CN" altLang="en-US" sz="1600" b="1" dirty="0">
              <a:solidFill>
                <a:srgbClr val="00B0F0"/>
              </a:solidFill>
              <a:latin typeface="微软雅黑" panose="020B0503020204020204" pitchFamily="34" charset="-122"/>
              <a:ea typeface="微软雅黑" panose="020B0503020204020204" pitchFamily="34" charset="-122"/>
            </a:endParaRPr>
          </a:p>
        </p:txBody>
      </p:sp>
      <p:sp>
        <p:nvSpPr>
          <p:cNvPr id="21" name="文本框 20">
            <a:extLst>
              <a:ext uri="{FF2B5EF4-FFF2-40B4-BE49-F238E27FC236}">
                <a16:creationId xmlns:a16="http://schemas.microsoft.com/office/drawing/2014/main" id="{F65B437E-1B3D-4068-8C12-0CC185D71151}"/>
              </a:ext>
            </a:extLst>
          </p:cNvPr>
          <p:cNvSpPr txBox="1"/>
          <p:nvPr/>
        </p:nvSpPr>
        <p:spPr>
          <a:xfrm>
            <a:off x="4970323" y="1801483"/>
            <a:ext cx="1998471" cy="400110"/>
          </a:xfrm>
          <a:prstGeom prst="rect">
            <a:avLst/>
          </a:prstGeom>
          <a:noFill/>
        </p:spPr>
        <p:txBody>
          <a:bodyPr wrap="square">
            <a:spAutoFit/>
          </a:bodyPr>
          <a:lstStyle/>
          <a:p>
            <a:r>
              <a:rPr lang="en-US" altLang="zh-CN" sz="2000" b="1" dirty="0">
                <a:solidFill>
                  <a:srgbClr val="0070C0"/>
                </a:solidFill>
              </a:rPr>
              <a:t>x0=1:2:5</a:t>
            </a:r>
            <a:endParaRPr lang="zh-CN" altLang="en-US" sz="2000" b="1" dirty="0">
              <a:solidFill>
                <a:srgbClr val="0070C0"/>
              </a:solidFill>
            </a:endParaRPr>
          </a:p>
        </p:txBody>
      </p:sp>
      <p:sp>
        <p:nvSpPr>
          <p:cNvPr id="22" name="文本框 21">
            <a:extLst>
              <a:ext uri="{FF2B5EF4-FFF2-40B4-BE49-F238E27FC236}">
                <a16:creationId xmlns:a16="http://schemas.microsoft.com/office/drawing/2014/main" id="{E15D9E50-A3A6-49BD-9EF1-2FC3B4BB082B}"/>
              </a:ext>
            </a:extLst>
          </p:cNvPr>
          <p:cNvSpPr txBox="1"/>
          <p:nvPr/>
        </p:nvSpPr>
        <p:spPr>
          <a:xfrm>
            <a:off x="6345821" y="1785516"/>
            <a:ext cx="2376947" cy="400110"/>
          </a:xfrm>
          <a:prstGeom prst="rect">
            <a:avLst/>
          </a:prstGeom>
          <a:noFill/>
        </p:spPr>
        <p:txBody>
          <a:bodyPr wrap="square">
            <a:spAutoFit/>
          </a:bodyPr>
          <a:lstStyle>
            <a:defPPr>
              <a:defRPr lang="zh-CN"/>
            </a:defPPr>
            <a:lvl1pPr>
              <a:defRPr b="1">
                <a:solidFill>
                  <a:srgbClr val="0070C0"/>
                </a:solidFill>
              </a:defRPr>
            </a:lvl1pPr>
          </a:lstStyle>
          <a:p>
            <a:r>
              <a:rPr lang="en-US" altLang="zh-CN" sz="2000" dirty="0">
                <a:solidFill>
                  <a:srgbClr val="FF0000"/>
                </a:solidFill>
              </a:rPr>
              <a:t>#</a:t>
            </a:r>
            <a:r>
              <a:rPr lang="zh-CN" altLang="en-US" sz="2000" dirty="0">
                <a:solidFill>
                  <a:srgbClr val="FF0000"/>
                </a:solidFill>
              </a:rPr>
              <a:t>结果</a:t>
            </a:r>
            <a:r>
              <a:rPr lang="en-US" altLang="zh-CN" sz="2000" dirty="0">
                <a:solidFill>
                  <a:srgbClr val="FF0000"/>
                </a:solidFill>
              </a:rPr>
              <a:t>1:2:5</a:t>
            </a:r>
            <a:endParaRPr lang="zh-CN" altLang="en-US" sz="2000" dirty="0">
              <a:solidFill>
                <a:srgbClr val="FF0000"/>
              </a:solidFill>
            </a:endParaRPr>
          </a:p>
        </p:txBody>
      </p:sp>
      <p:sp>
        <p:nvSpPr>
          <p:cNvPr id="25" name="文本框 24">
            <a:extLst>
              <a:ext uri="{FF2B5EF4-FFF2-40B4-BE49-F238E27FC236}">
                <a16:creationId xmlns:a16="http://schemas.microsoft.com/office/drawing/2014/main" id="{67EA583A-CEA0-4AF0-8153-D1AA3E4B0355}"/>
              </a:ext>
            </a:extLst>
          </p:cNvPr>
          <p:cNvSpPr txBox="1"/>
          <p:nvPr/>
        </p:nvSpPr>
        <p:spPr>
          <a:xfrm>
            <a:off x="5417399" y="3648088"/>
            <a:ext cx="2952328" cy="369332"/>
          </a:xfrm>
          <a:prstGeom prst="rect">
            <a:avLst/>
          </a:prstGeom>
          <a:noFill/>
        </p:spPr>
        <p:txBody>
          <a:bodyPr wrap="square">
            <a:spAutoFit/>
          </a:bodyPr>
          <a:lstStyle/>
          <a:p>
            <a:r>
              <a:rPr lang="en-US" altLang="zh-CN" dirty="0">
                <a:solidFill>
                  <a:schemeClr val="bg1"/>
                </a:solidFill>
                <a:latin typeface="楷体" panose="02010609060101010101" pitchFamily="49" charset="-122"/>
                <a:ea typeface="楷体" panose="02010609060101010101" pitchFamily="49" charset="-122"/>
              </a:rPr>
              <a:t>linRange</a:t>
            </a:r>
            <a:r>
              <a:rPr lang="zh-CN" altLang="en-US" dirty="0">
                <a:solidFill>
                  <a:schemeClr val="bg1"/>
                </a:solidFill>
                <a:latin typeface="楷体" panose="02010609060101010101" pitchFamily="49" charset="-122"/>
                <a:ea typeface="楷体" panose="02010609060101010101" pitchFamily="49" charset="-122"/>
              </a:rPr>
              <a:t>始终包括端点</a:t>
            </a:r>
          </a:p>
        </p:txBody>
      </p:sp>
      <p:sp>
        <p:nvSpPr>
          <p:cNvPr id="28" name="AutoShape 13">
            <a:extLst>
              <a:ext uri="{FF2B5EF4-FFF2-40B4-BE49-F238E27FC236}">
                <a16:creationId xmlns:a16="http://schemas.microsoft.com/office/drawing/2014/main" id="{14F81F23-6FE0-405F-A954-DC2CE4C88D2B}"/>
              </a:ext>
            </a:extLst>
          </p:cNvPr>
          <p:cNvSpPr>
            <a:spLocks noChangeArrowheads="1"/>
          </p:cNvSpPr>
          <p:nvPr/>
        </p:nvSpPr>
        <p:spPr bwMode="auto">
          <a:xfrm>
            <a:off x="4499992" y="3692643"/>
            <a:ext cx="4026930" cy="347281"/>
          </a:xfrm>
          <a:prstGeom prst="irregularSeal2">
            <a:avLst/>
          </a:prstGeom>
          <a:solidFill>
            <a:srgbClr val="C00000"/>
          </a:solidFill>
          <a:ln w="57150">
            <a:solidFill>
              <a:srgbClr val="00FF00"/>
            </a:solidFill>
            <a:miter lim="800000"/>
          </a:ln>
          <a:scene3d>
            <a:camera prst="orthographicFront"/>
            <a:lightRig rig="threePt" dir="t"/>
          </a:scene3d>
          <a:sp3d>
            <a:bevelT prst="angle"/>
          </a:sp3d>
        </p:spPr>
        <p:txBody>
          <a:bodyPr wrap="none" anchor="ctr"/>
          <a:lstStyle/>
          <a:p>
            <a:r>
              <a:rPr lang="zh-CN" altLang="en-US" sz="1400" b="1" kern="0" dirty="0">
                <a:solidFill>
                  <a:srgbClr val="FFFF00"/>
                </a:solidFill>
                <a:ea typeface="黑体" panose="02010609060101010101" pitchFamily="49" charset="-122"/>
              </a:rPr>
              <a:t> </a:t>
            </a:r>
            <a:r>
              <a:rPr lang="en-US" altLang="zh-CN" sz="1400" b="1" kern="0" dirty="0">
                <a:solidFill>
                  <a:srgbClr val="FFFF00"/>
                </a:solidFill>
                <a:ea typeface="黑体" panose="02010609060101010101" pitchFamily="49" charset="-122"/>
              </a:rPr>
              <a:t>MATLAB</a:t>
            </a:r>
            <a:r>
              <a:rPr lang="zh-CN" altLang="en-US" sz="1400" b="1" kern="0" dirty="0">
                <a:solidFill>
                  <a:srgbClr val="FFFF00"/>
                </a:solidFill>
                <a:ea typeface="黑体" panose="02010609060101010101" pitchFamily="49" charset="-122"/>
              </a:rPr>
              <a:t>函数</a:t>
            </a:r>
            <a:r>
              <a:rPr lang="en-US" altLang="zh-CN" sz="1400" b="1" kern="0" dirty="0" err="1">
                <a:solidFill>
                  <a:srgbClr val="FFFF00"/>
                </a:solidFill>
                <a:ea typeface="黑体" panose="02010609060101010101" pitchFamily="49" charset="-122"/>
              </a:rPr>
              <a:t>linspace</a:t>
            </a:r>
            <a:endParaRPr lang="zh-CN" altLang="en-US" sz="1400" b="1" kern="0" dirty="0">
              <a:solidFill>
                <a:srgbClr val="FFFF00"/>
              </a:solidFill>
              <a:ea typeface="黑体" panose="02010609060101010101" pitchFamily="49" charset="-122"/>
            </a:endParaRPr>
          </a:p>
        </p:txBody>
      </p:sp>
      <p:sp>
        <p:nvSpPr>
          <p:cNvPr id="23" name="文本框 22">
            <a:extLst>
              <a:ext uri="{FF2B5EF4-FFF2-40B4-BE49-F238E27FC236}">
                <a16:creationId xmlns:a16="http://schemas.microsoft.com/office/drawing/2014/main" id="{3926623E-B9B4-444A-8E58-2DD748262FCE}"/>
              </a:ext>
            </a:extLst>
          </p:cNvPr>
          <p:cNvSpPr txBox="1"/>
          <p:nvPr/>
        </p:nvSpPr>
        <p:spPr>
          <a:xfrm>
            <a:off x="467544" y="1863936"/>
            <a:ext cx="3456384" cy="400110"/>
          </a:xfrm>
          <a:prstGeom prst="rect">
            <a:avLst/>
          </a:prstGeom>
          <a:noFill/>
        </p:spPr>
        <p:txBody>
          <a:bodyPr wrap="square">
            <a:spAutoFit/>
          </a:bodyPr>
          <a:lstStyle/>
          <a:p>
            <a:r>
              <a:rPr lang="zh-CN" altLang="en-US" sz="2000" b="1" dirty="0">
                <a:solidFill>
                  <a:srgbClr val="0070C0"/>
                </a:solidFill>
                <a:latin typeface="微软雅黑" panose="020B0503020204020204" pitchFamily="34" charset="-122"/>
                <a:ea typeface="微软雅黑" panose="020B0503020204020204" pitchFamily="34" charset="-122"/>
              </a:rPr>
              <a:t>元素个数</a:t>
            </a:r>
            <a:r>
              <a:rPr lang="en-US" altLang="zh-CN" sz="2000" b="1" dirty="0">
                <a:solidFill>
                  <a:srgbClr val="0070C0"/>
                </a:solidFill>
                <a:latin typeface="微软雅黑" panose="020B0503020204020204" pitchFamily="34" charset="-122"/>
                <a:ea typeface="微软雅黑" panose="020B0503020204020204" pitchFamily="34" charset="-122"/>
              </a:rPr>
              <a:t>n=</a:t>
            </a:r>
            <a:r>
              <a:rPr lang="zh-CN" altLang="en-US" sz="2000" b="1" dirty="0">
                <a:solidFill>
                  <a:srgbClr val="0070C0"/>
                </a:solidFill>
                <a:latin typeface="微软雅黑" panose="020B0503020204020204" pitchFamily="34" charset="-122"/>
                <a:ea typeface="微软雅黑" panose="020B0503020204020204" pitchFamily="34" charset="-122"/>
              </a:rPr>
              <a:t>（</a:t>
            </a:r>
            <a:r>
              <a:rPr lang="en-US" altLang="zh-CN" sz="2000" b="1" dirty="0">
                <a:solidFill>
                  <a:srgbClr val="0070C0"/>
                </a:solidFill>
                <a:latin typeface="微软雅黑" panose="020B0503020204020204" pitchFamily="34" charset="-122"/>
                <a:ea typeface="微软雅黑" panose="020B0503020204020204" pitchFamily="34" charset="-122"/>
              </a:rPr>
              <a:t>x2-x1</a:t>
            </a:r>
            <a:r>
              <a:rPr lang="zh-CN" altLang="en-US" sz="2000" b="1" dirty="0">
                <a:solidFill>
                  <a:srgbClr val="0070C0"/>
                </a:solidFill>
                <a:latin typeface="微软雅黑" panose="020B0503020204020204" pitchFamily="34" charset="-122"/>
                <a:ea typeface="微软雅黑" panose="020B0503020204020204" pitchFamily="34" charset="-122"/>
              </a:rPr>
              <a:t>）</a:t>
            </a:r>
            <a:r>
              <a:rPr lang="en-US" altLang="zh-CN" sz="2000" b="1" dirty="0">
                <a:solidFill>
                  <a:srgbClr val="0070C0"/>
                </a:solidFill>
                <a:latin typeface="微软雅黑" panose="020B0503020204020204" pitchFamily="34" charset="-122"/>
                <a:ea typeface="微软雅黑" panose="020B0503020204020204" pitchFamily="34" charset="-122"/>
              </a:rPr>
              <a:t>/h+1</a:t>
            </a:r>
            <a:endParaRPr lang="zh-CN" altLang="en-US" sz="2000" b="1" dirty="0">
              <a:latin typeface="微软雅黑" panose="020B0503020204020204" pitchFamily="34" charset="-122"/>
              <a:ea typeface="微软雅黑" panose="020B0503020204020204" pitchFamily="34" charset="-122"/>
            </a:endParaRPr>
          </a:p>
        </p:txBody>
      </p:sp>
      <p:sp>
        <p:nvSpPr>
          <p:cNvPr id="30" name="文本框 29">
            <a:extLst>
              <a:ext uri="{FF2B5EF4-FFF2-40B4-BE49-F238E27FC236}">
                <a16:creationId xmlns:a16="http://schemas.microsoft.com/office/drawing/2014/main" id="{BACE17D0-8735-41F4-ACD8-1DDA7D3E8979}"/>
              </a:ext>
            </a:extLst>
          </p:cNvPr>
          <p:cNvSpPr txBox="1"/>
          <p:nvPr/>
        </p:nvSpPr>
        <p:spPr>
          <a:xfrm>
            <a:off x="0" y="2931790"/>
            <a:ext cx="8865347" cy="369332"/>
          </a:xfrm>
          <a:prstGeom prst="rect">
            <a:avLst/>
          </a:prstGeom>
          <a:solidFill>
            <a:schemeClr val="bg1"/>
          </a:solidFill>
        </p:spPr>
        <p:txBody>
          <a:bodyPr wrap="square">
            <a:spAutoFit/>
          </a:bodyPr>
          <a:lstStyle/>
          <a:p>
            <a:pPr marL="457200" indent="-457200">
              <a:buFont typeface="+mj-ea"/>
              <a:buAutoNum type="circleNumDbPlain" startAt="2"/>
            </a:pPr>
            <a:r>
              <a:rPr lang="en-US" altLang="zh-CN" b="1" kern="1800" dirty="0" err="1">
                <a:solidFill>
                  <a:srgbClr val="D57747"/>
                </a:solidFill>
                <a:latin typeface="Segoe UI" panose="020B0502040204020203" pitchFamily="34" charset="0"/>
                <a:ea typeface="宋体" panose="02010600030101010101" pitchFamily="2" charset="-122"/>
              </a:rPr>
              <a:t>collect:</a:t>
            </a:r>
            <a:r>
              <a:rPr lang="en-US" altLang="zh-CN" b="1" dirty="0" err="1">
                <a:solidFill>
                  <a:srgbClr val="0070C0"/>
                </a:solidFill>
                <a:latin typeface="微软雅黑" panose="020B0503020204020204" pitchFamily="34" charset="-122"/>
                <a:ea typeface="微软雅黑" panose="020B0503020204020204" pitchFamily="34" charset="-122"/>
              </a:rPr>
              <a:t>x</a:t>
            </a:r>
            <a:r>
              <a:rPr lang="zh-CN" altLang="en-US" b="1" dirty="0">
                <a:solidFill>
                  <a:srgbClr val="0070C0"/>
                </a:solidFill>
                <a:latin typeface="微软雅黑" panose="020B0503020204020204" pitchFamily="34" charset="-122"/>
                <a:ea typeface="微软雅黑" panose="020B0503020204020204" pitchFamily="34" charset="-122"/>
              </a:rPr>
              <a:t>集合所有元素以向量形式显示</a:t>
            </a:r>
          </a:p>
        </p:txBody>
      </p:sp>
      <p:sp>
        <p:nvSpPr>
          <p:cNvPr id="31" name="矩形 30">
            <a:extLst>
              <a:ext uri="{FF2B5EF4-FFF2-40B4-BE49-F238E27FC236}">
                <a16:creationId xmlns:a16="http://schemas.microsoft.com/office/drawing/2014/main" id="{BF936FB2-4134-480A-BF41-0E0450C301E4}"/>
              </a:ext>
            </a:extLst>
          </p:cNvPr>
          <p:cNvSpPr/>
          <p:nvPr/>
        </p:nvSpPr>
        <p:spPr>
          <a:xfrm>
            <a:off x="4591598" y="2931790"/>
            <a:ext cx="1486327" cy="369332"/>
          </a:xfrm>
          <a:prstGeom prst="rect">
            <a:avLst/>
          </a:prstGeom>
          <a:solidFill>
            <a:srgbClr val="0070C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p>
            <a:r>
              <a:rPr lang="en-US" altLang="zh-CN" b="1" dirty="0" err="1">
                <a:solidFill>
                  <a:schemeClr val="bg1"/>
                </a:solidFill>
                <a:latin typeface="Times New Roman" panose="02020603050405020304" pitchFamily="18" charset="0"/>
                <a:cs typeface="Times New Roman" panose="02020603050405020304" pitchFamily="18" charset="0"/>
              </a:rPr>
              <a:t>ve</a:t>
            </a:r>
            <a:r>
              <a:rPr lang="zh-CN" altLang="zh-CN" b="1" dirty="0">
                <a:solidFill>
                  <a:schemeClr val="bg1"/>
                </a:solidFill>
                <a:latin typeface="Times New Roman" panose="02020603050405020304" pitchFamily="18" charset="0"/>
                <a:cs typeface="Times New Roman" panose="02020603050405020304" pitchFamily="18" charset="0"/>
              </a:rPr>
              <a:t>= </a:t>
            </a:r>
            <a:r>
              <a:rPr lang="en-US" altLang="zh-CN" b="1" dirty="0">
                <a:solidFill>
                  <a:schemeClr val="bg1"/>
                </a:solidFill>
                <a:latin typeface="Times New Roman" panose="02020603050405020304" pitchFamily="18" charset="0"/>
                <a:cs typeface="Times New Roman" panose="02020603050405020304" pitchFamily="18" charset="0"/>
              </a:rPr>
              <a:t>collect</a:t>
            </a:r>
            <a:r>
              <a:rPr lang="zh-CN" altLang="zh-CN" b="1" dirty="0">
                <a:solidFill>
                  <a:schemeClr val="bg1"/>
                </a:solidFill>
                <a:latin typeface="Times New Roman" panose="02020603050405020304" pitchFamily="18" charset="0"/>
                <a:cs typeface="Times New Roman" panose="02020603050405020304" pitchFamily="18" charset="0"/>
              </a:rPr>
              <a:t>(</a:t>
            </a:r>
            <a:r>
              <a:rPr lang="en-US" altLang="zh-CN" b="1" dirty="0"/>
              <a:t>x</a:t>
            </a:r>
            <a:r>
              <a:rPr lang="zh-CN" altLang="zh-CN" b="1" dirty="0">
                <a:solidFill>
                  <a:schemeClr val="bg1"/>
                </a:solidFill>
                <a:latin typeface="Times New Roman" panose="02020603050405020304" pitchFamily="18" charset="0"/>
                <a:cs typeface="Times New Roman" panose="02020603050405020304" pitchFamily="18" charset="0"/>
              </a:rPr>
              <a:t>)</a:t>
            </a:r>
            <a:endParaRPr lang="zh-CN" altLang="en-US" b="1" dirty="0">
              <a:solidFill>
                <a:schemeClr val="bg1"/>
              </a:solidFill>
              <a:latin typeface="Times New Roman" panose="02020603050405020304" pitchFamily="18" charset="0"/>
              <a:cs typeface="Times New Roman" panose="02020603050405020304" pitchFamily="18" charset="0"/>
            </a:endParaRPr>
          </a:p>
        </p:txBody>
      </p:sp>
      <p:sp>
        <p:nvSpPr>
          <p:cNvPr id="32" name="文本框 31">
            <a:extLst>
              <a:ext uri="{FF2B5EF4-FFF2-40B4-BE49-F238E27FC236}">
                <a16:creationId xmlns:a16="http://schemas.microsoft.com/office/drawing/2014/main" id="{7D4078EF-F0FA-4C1B-8537-244AA0A6C411}"/>
              </a:ext>
            </a:extLst>
          </p:cNvPr>
          <p:cNvSpPr txBox="1"/>
          <p:nvPr/>
        </p:nvSpPr>
        <p:spPr>
          <a:xfrm>
            <a:off x="7068361" y="2545596"/>
            <a:ext cx="2140306" cy="1169551"/>
          </a:xfrm>
          <a:prstGeom prst="rect">
            <a:avLst/>
          </a:prstGeom>
          <a:noFill/>
        </p:spPr>
        <p:txBody>
          <a:bodyPr wrap="square">
            <a:spAutoFit/>
          </a:bodyPr>
          <a:lstStyle/>
          <a:p>
            <a:r>
              <a:rPr lang="zh-CN" altLang="en-US" sz="1400" b="1" dirty="0">
                <a:solidFill>
                  <a:srgbClr val="0070C0"/>
                </a:solidFill>
              </a:rPr>
              <a:t>collect(x)</a:t>
            </a:r>
          </a:p>
          <a:p>
            <a:r>
              <a:rPr lang="zh-CN" altLang="en-US" sz="1400" dirty="0"/>
              <a:t>3-element Vector{Int64}:</a:t>
            </a:r>
          </a:p>
          <a:p>
            <a:r>
              <a:rPr lang="zh-CN" altLang="en-US" sz="1400" dirty="0"/>
              <a:t> 1</a:t>
            </a:r>
          </a:p>
          <a:p>
            <a:r>
              <a:rPr lang="zh-CN" altLang="en-US" sz="1400" dirty="0"/>
              <a:t> </a:t>
            </a:r>
            <a:r>
              <a:rPr lang="en-US" altLang="zh-CN" sz="1400" dirty="0"/>
              <a:t>2</a:t>
            </a:r>
            <a:endParaRPr lang="zh-CN" altLang="en-US" sz="1400" dirty="0"/>
          </a:p>
          <a:p>
            <a:r>
              <a:rPr lang="zh-CN" altLang="en-US" sz="1400" dirty="0"/>
              <a:t> </a:t>
            </a:r>
            <a:r>
              <a:rPr lang="en-US" altLang="zh-CN" sz="1400" dirty="0"/>
              <a:t>3</a:t>
            </a:r>
            <a:endParaRPr lang="zh-CN" altLang="en-US" sz="1400" dirty="0"/>
          </a:p>
        </p:txBody>
      </p:sp>
      <p:sp>
        <p:nvSpPr>
          <p:cNvPr id="26" name="Text Box 5">
            <a:extLst>
              <a:ext uri="{FF2B5EF4-FFF2-40B4-BE49-F238E27FC236}">
                <a16:creationId xmlns:a16="http://schemas.microsoft.com/office/drawing/2014/main" id="{92D65D70-B50F-43D3-8BB9-AA0418F06419}"/>
              </a:ext>
            </a:extLst>
          </p:cNvPr>
          <p:cNvSpPr txBox="1">
            <a:spLocks noChangeArrowheads="1"/>
          </p:cNvSpPr>
          <p:nvPr/>
        </p:nvSpPr>
        <p:spPr bwMode="auto">
          <a:xfrm>
            <a:off x="1873897" y="2360930"/>
            <a:ext cx="284211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defRPr sz="2000" b="1">
                <a:solidFill>
                  <a:srgbClr val="00B0F0"/>
                </a:solidFill>
                <a:latin typeface="微软雅黑" panose="020B0503020204020204" pitchFamily="34" charset="-122"/>
                <a:ea typeface="微软雅黑" panose="020B0503020204020204" pitchFamily="34" charset="-122"/>
              </a:defRPr>
            </a:lvl1pPr>
          </a:lstStyle>
          <a:p>
            <a:r>
              <a:rPr lang="zh-CN" altLang="en-US" sz="1600" dirty="0"/>
              <a:t>当步长</a:t>
            </a:r>
            <a:r>
              <a:rPr lang="en-US" altLang="zh-CN" sz="1600" dirty="0"/>
              <a:t>h=1</a:t>
            </a:r>
            <a:r>
              <a:rPr lang="zh-CN" altLang="en-US" sz="1600" dirty="0"/>
              <a:t>时，</a:t>
            </a:r>
            <a:r>
              <a:rPr lang="en-US" altLang="zh-CN" sz="1600" dirty="0"/>
              <a:t>h</a:t>
            </a:r>
            <a:r>
              <a:rPr lang="zh-CN" altLang="en-US" sz="1600" dirty="0"/>
              <a:t>可省略</a:t>
            </a:r>
          </a:p>
        </p:txBody>
      </p:sp>
      <p:sp>
        <p:nvSpPr>
          <p:cNvPr id="33" name="矩形 32">
            <a:extLst>
              <a:ext uri="{FF2B5EF4-FFF2-40B4-BE49-F238E27FC236}">
                <a16:creationId xmlns:a16="http://schemas.microsoft.com/office/drawing/2014/main" id="{296ED766-55F2-4916-BD8E-952DA53DAD2A}"/>
              </a:ext>
            </a:extLst>
          </p:cNvPr>
          <p:cNvSpPr/>
          <p:nvPr/>
        </p:nvSpPr>
        <p:spPr>
          <a:xfrm>
            <a:off x="570188" y="1353812"/>
            <a:ext cx="1400221" cy="369332"/>
          </a:xfrm>
          <a:prstGeom prst="rect">
            <a:avLst/>
          </a:prstGeom>
          <a:solidFill>
            <a:srgbClr val="0070C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p>
            <a:r>
              <a:rPr lang="en-US" altLang="zh-CN" b="1" dirty="0">
                <a:solidFill>
                  <a:schemeClr val="bg1"/>
                </a:solidFill>
                <a:latin typeface="Times New Roman" panose="02020603050405020304" pitchFamily="18" charset="0"/>
                <a:cs typeface="Times New Roman" panose="02020603050405020304" pitchFamily="18" charset="0"/>
              </a:rPr>
              <a:t>x=x1 </a:t>
            </a:r>
            <a:r>
              <a:rPr lang="zh-CN" altLang="en-US" b="1" dirty="0">
                <a:solidFill>
                  <a:schemeClr val="bg1"/>
                </a:solidFill>
                <a:latin typeface="Times New Roman" panose="02020603050405020304" pitchFamily="18" charset="0"/>
                <a:cs typeface="Times New Roman" panose="02020603050405020304" pitchFamily="18" charset="0"/>
              </a:rPr>
              <a:t>:</a:t>
            </a:r>
            <a:r>
              <a:rPr lang="en-US" altLang="zh-CN" b="1" dirty="0">
                <a:solidFill>
                  <a:schemeClr val="bg1"/>
                </a:solidFill>
                <a:latin typeface="Times New Roman" panose="02020603050405020304" pitchFamily="18" charset="0"/>
                <a:cs typeface="Times New Roman" panose="02020603050405020304" pitchFamily="18" charset="0"/>
              </a:rPr>
              <a:t>h</a:t>
            </a:r>
            <a:r>
              <a:rPr lang="zh-CN" altLang="en-US" b="1" dirty="0">
                <a:solidFill>
                  <a:schemeClr val="bg1"/>
                </a:solidFill>
                <a:latin typeface="Times New Roman" panose="02020603050405020304" pitchFamily="18" charset="0"/>
                <a:cs typeface="Times New Roman" panose="02020603050405020304" pitchFamily="18" charset="0"/>
              </a:rPr>
              <a:t>:</a:t>
            </a:r>
            <a:r>
              <a:rPr lang="en-US" altLang="zh-CN" b="1" dirty="0">
                <a:solidFill>
                  <a:schemeClr val="bg1"/>
                </a:solidFill>
                <a:latin typeface="Times New Roman" panose="02020603050405020304" pitchFamily="18" charset="0"/>
                <a:cs typeface="Times New Roman" panose="02020603050405020304" pitchFamily="18" charset="0"/>
              </a:rPr>
              <a:t> x2</a:t>
            </a:r>
            <a:r>
              <a:rPr lang="zh-CN" altLang="en-US" b="1" dirty="0">
                <a:solidFill>
                  <a:schemeClr val="bg1"/>
                </a:solidFill>
                <a:latin typeface="Times New Roman" panose="02020603050405020304" pitchFamily="18" charset="0"/>
                <a:cs typeface="Times New Roman" panose="02020603050405020304" pitchFamily="18" charset="0"/>
              </a:rPr>
              <a:t>   </a:t>
            </a:r>
          </a:p>
        </p:txBody>
      </p:sp>
      <p:sp>
        <p:nvSpPr>
          <p:cNvPr id="34" name="TextBox 13">
            <a:extLst>
              <a:ext uri="{FF2B5EF4-FFF2-40B4-BE49-F238E27FC236}">
                <a16:creationId xmlns:a16="http://schemas.microsoft.com/office/drawing/2014/main" id="{0C6C285A-F1D1-439A-8C56-5CCA117DE2E2}"/>
              </a:ext>
            </a:extLst>
          </p:cNvPr>
          <p:cNvSpPr txBox="1"/>
          <p:nvPr/>
        </p:nvSpPr>
        <p:spPr>
          <a:xfrm>
            <a:off x="5940308" y="4107896"/>
            <a:ext cx="278246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eaLnBrk="1" hangingPunct="1">
              <a:defRPr sz="2800" b="0">
                <a:solidFill>
                  <a:srgbClr val="002060"/>
                </a:solidFill>
                <a:latin typeface="隶书" panose="02010509060101010101" pitchFamily="49" charset="-122"/>
                <a:ea typeface="隶书" panose="02010509060101010101" pitchFamily="49" charset="-122"/>
              </a:defRPr>
            </a:lvl1pPr>
            <a:lvl2pPr marL="742950" indent="-285750" eaLnBrk="0" hangingPunct="0">
              <a:defRPr sz="3600">
                <a:solidFill>
                  <a:srgbClr val="FF5050"/>
                </a:solidFill>
                <a:latin typeface="Arial" panose="020B0604020202020204" pitchFamily="34" charset="0"/>
                <a:ea typeface="宋体" panose="02010600030101010101" pitchFamily="2" charset="-122"/>
              </a:defRPr>
            </a:lvl2pPr>
            <a:lvl3pPr marL="1143000" indent="-228600" eaLnBrk="0" hangingPunct="0">
              <a:defRPr sz="3600">
                <a:solidFill>
                  <a:srgbClr val="FF5050"/>
                </a:solidFill>
                <a:latin typeface="Arial" panose="020B0604020202020204" pitchFamily="34" charset="0"/>
                <a:ea typeface="宋体" panose="02010600030101010101" pitchFamily="2" charset="-122"/>
              </a:defRPr>
            </a:lvl3pPr>
            <a:lvl4pPr marL="1600200" indent="-228600" eaLnBrk="0" hangingPunct="0">
              <a:defRPr sz="3600">
                <a:solidFill>
                  <a:srgbClr val="FF5050"/>
                </a:solidFill>
                <a:latin typeface="Arial" panose="020B0604020202020204" pitchFamily="34" charset="0"/>
                <a:ea typeface="宋体" panose="02010600030101010101" pitchFamily="2" charset="-122"/>
              </a:defRPr>
            </a:lvl4pPr>
            <a:lvl5pPr marL="2057400" indent="-228600" eaLnBrk="0" hangingPunct="0">
              <a:defRPr sz="3600">
                <a:solidFill>
                  <a:srgbClr val="FF505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600">
                <a:solidFill>
                  <a:srgbClr val="FF505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600">
                <a:solidFill>
                  <a:srgbClr val="FF505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600">
                <a:solidFill>
                  <a:srgbClr val="FF505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600">
                <a:solidFill>
                  <a:srgbClr val="FF5050"/>
                </a:solidFill>
                <a:latin typeface="Arial" panose="020B0604020202020204" pitchFamily="34" charset="0"/>
                <a:ea typeface="宋体" panose="02010600030101010101" pitchFamily="2" charset="-122"/>
              </a:defRPr>
            </a:lvl9pPr>
          </a:lstStyle>
          <a:p>
            <a:r>
              <a:rPr lang="zh-CN" altLang="en-US" sz="1800" b="1" dirty="0">
                <a:solidFill>
                  <a:srgbClr val="00B0F0"/>
                </a:solidFill>
                <a:latin typeface="微软雅黑" panose="020B0503020204020204" pitchFamily="34" charset="-122"/>
                <a:ea typeface="微软雅黑" panose="020B0503020204020204" pitchFamily="34" charset="-122"/>
              </a:rPr>
              <a:t>步长（</a:t>
            </a:r>
            <a:r>
              <a:rPr lang="en-US" altLang="zh-CN" sz="1800" b="1" dirty="0">
                <a:solidFill>
                  <a:srgbClr val="00B0F0"/>
                </a:solidFill>
                <a:latin typeface="微软雅黑" panose="020B0503020204020204" pitchFamily="34" charset="-122"/>
                <a:ea typeface="微软雅黑" panose="020B0503020204020204" pitchFamily="34" charset="-122"/>
              </a:rPr>
              <a:t>x2-x1</a:t>
            </a:r>
            <a:r>
              <a:rPr lang="zh-CN" altLang="en-US" sz="1800" b="1" dirty="0">
                <a:solidFill>
                  <a:srgbClr val="00B0F0"/>
                </a:solidFill>
                <a:latin typeface="微软雅黑" panose="020B0503020204020204" pitchFamily="34" charset="-122"/>
                <a:ea typeface="微软雅黑" panose="020B0503020204020204" pitchFamily="34" charset="-122"/>
              </a:rPr>
              <a:t>）</a:t>
            </a:r>
            <a:r>
              <a:rPr lang="en-US" altLang="zh-CN" sz="1800" b="1" dirty="0">
                <a:solidFill>
                  <a:srgbClr val="00B0F0"/>
                </a:solidFill>
                <a:latin typeface="微软雅黑" panose="020B0503020204020204" pitchFamily="34" charset="-122"/>
                <a:ea typeface="微软雅黑" panose="020B0503020204020204" pitchFamily="34" charset="-122"/>
              </a:rPr>
              <a:t>/</a:t>
            </a:r>
            <a:r>
              <a:rPr lang="zh-CN" altLang="en-US" sz="1800" b="1" dirty="0">
                <a:solidFill>
                  <a:srgbClr val="00B0F0"/>
                </a:solidFill>
                <a:latin typeface="微软雅黑" panose="020B0503020204020204" pitchFamily="34" charset="-122"/>
                <a:ea typeface="微软雅黑" panose="020B0503020204020204" pitchFamily="34" charset="-122"/>
              </a:rPr>
              <a:t>（</a:t>
            </a:r>
            <a:r>
              <a:rPr lang="en-US" altLang="zh-CN" sz="1800" b="1" dirty="0">
                <a:solidFill>
                  <a:srgbClr val="00B0F0"/>
                </a:solidFill>
                <a:latin typeface="微软雅黑" panose="020B0503020204020204" pitchFamily="34" charset="-122"/>
                <a:ea typeface="微软雅黑" panose="020B0503020204020204" pitchFamily="34" charset="-122"/>
              </a:rPr>
              <a:t>n-1</a:t>
            </a:r>
            <a:r>
              <a:rPr lang="zh-CN" altLang="en-US" sz="1800" b="1" dirty="0">
                <a:solidFill>
                  <a:srgbClr val="00B0F0"/>
                </a:solidFill>
                <a:latin typeface="微软雅黑" panose="020B0503020204020204" pitchFamily="34" charset="-122"/>
                <a:ea typeface="微软雅黑" panose="020B0503020204020204" pitchFamily="34" charset="-122"/>
              </a:rPr>
              <a:t>）</a:t>
            </a:r>
          </a:p>
        </p:txBody>
      </p:sp>
      <p:sp>
        <p:nvSpPr>
          <p:cNvPr id="36" name="矩形 35">
            <a:extLst>
              <a:ext uri="{FF2B5EF4-FFF2-40B4-BE49-F238E27FC236}">
                <a16:creationId xmlns:a16="http://schemas.microsoft.com/office/drawing/2014/main" id="{6231CEC1-B625-42E4-84F0-913A7F608100}"/>
              </a:ext>
            </a:extLst>
          </p:cNvPr>
          <p:cNvSpPr/>
          <p:nvPr/>
        </p:nvSpPr>
        <p:spPr>
          <a:xfrm>
            <a:off x="5069630" y="783631"/>
            <a:ext cx="2979513" cy="369332"/>
          </a:xfrm>
          <a:prstGeom prst="rect">
            <a:avLst/>
          </a:prstGeom>
          <a:solidFill>
            <a:schemeClr val="bg1"/>
          </a:solidFill>
          <a:ln w="9525">
            <a:noFill/>
            <a:miter lim="800000"/>
          </a:ln>
        </p:spPr>
        <p:txBody>
          <a:bodyPr wrap="square">
            <a:spAutoFit/>
          </a:bodyPr>
          <a:lstStyle/>
          <a:p>
            <a:pPr eaLnBrk="0" hangingPunct="0">
              <a:lnSpc>
                <a:spcPct val="90000"/>
              </a:lnSpc>
            </a:pPr>
            <a:r>
              <a:rPr lang="zh-CN" altLang="en-US" sz="2000" dirty="0">
                <a:solidFill>
                  <a:srgbClr val="002060"/>
                </a:solidFill>
                <a:latin typeface="微软雅黑" panose="020B0503020204020204" pitchFamily="34" charset="-122"/>
                <a:ea typeface="微软雅黑" panose="020B0503020204020204" pitchFamily="34" charset="-122"/>
              </a:rPr>
              <a:t>线性等分向量</a:t>
            </a:r>
            <a:r>
              <a:rPr lang="en-US" altLang="zh-CN" sz="2000" dirty="0">
                <a:solidFill>
                  <a:srgbClr val="002060"/>
                </a:solidFill>
                <a:latin typeface="微软雅黑" panose="020B0503020204020204" pitchFamily="34" charset="-122"/>
                <a:ea typeface="微软雅黑" panose="020B0503020204020204" pitchFamily="34" charset="-122"/>
              </a:rPr>
              <a:t>x=[1;3;5]</a:t>
            </a:r>
            <a:endParaRPr lang="zh-CN" altLang="en-US" sz="2000" kern="100" dirty="0">
              <a:solidFill>
                <a:srgbClr val="002060"/>
              </a:solidFill>
              <a:latin typeface="微软雅黑" panose="020B0503020204020204" pitchFamily="34" charset="-122"/>
              <a:ea typeface="微软雅黑" panose="020B0503020204020204" pitchFamily="34" charset="-122"/>
            </a:endParaRPr>
          </a:p>
        </p:txBody>
      </p:sp>
      <p:sp>
        <p:nvSpPr>
          <p:cNvPr id="39" name="文本框 38">
            <a:extLst>
              <a:ext uri="{FF2B5EF4-FFF2-40B4-BE49-F238E27FC236}">
                <a16:creationId xmlns:a16="http://schemas.microsoft.com/office/drawing/2014/main" id="{5384D022-580C-4CC7-9033-1E532C255183}"/>
              </a:ext>
            </a:extLst>
          </p:cNvPr>
          <p:cNvSpPr txBox="1"/>
          <p:nvPr/>
        </p:nvSpPr>
        <p:spPr>
          <a:xfrm>
            <a:off x="7098041" y="2259565"/>
            <a:ext cx="1141667" cy="369332"/>
          </a:xfrm>
          <a:prstGeom prst="rect">
            <a:avLst/>
          </a:prstGeom>
          <a:noFill/>
        </p:spPr>
        <p:txBody>
          <a:bodyPr wrap="square">
            <a:spAutoFit/>
          </a:bodyPr>
          <a:lstStyle/>
          <a:p>
            <a:r>
              <a:rPr lang="en-US" altLang="zh-CN" b="1" dirty="0">
                <a:solidFill>
                  <a:srgbClr val="0070C0"/>
                </a:solidFill>
              </a:rPr>
              <a:t>x=1:3</a:t>
            </a:r>
            <a:endParaRPr lang="zh-CN" altLang="en-US" b="1" dirty="0">
              <a:solidFill>
                <a:srgbClr val="0070C0"/>
              </a:solidFill>
            </a:endParaRPr>
          </a:p>
        </p:txBody>
      </p:sp>
      <p:sp>
        <p:nvSpPr>
          <p:cNvPr id="40" name="矩形 39">
            <a:extLst>
              <a:ext uri="{FF2B5EF4-FFF2-40B4-BE49-F238E27FC236}">
                <a16:creationId xmlns:a16="http://schemas.microsoft.com/office/drawing/2014/main" id="{082C2401-E1D4-45B6-9E48-3CEC18512395}"/>
              </a:ext>
            </a:extLst>
          </p:cNvPr>
          <p:cNvSpPr/>
          <p:nvPr/>
        </p:nvSpPr>
        <p:spPr>
          <a:xfrm>
            <a:off x="2817994" y="4119002"/>
            <a:ext cx="379604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1600" b="1" dirty="0">
                <a:solidFill>
                  <a:srgbClr val="00B0F0"/>
                </a:solidFill>
                <a:latin typeface="微软雅黑" panose="020B0503020204020204" pitchFamily="34" charset="-122"/>
                <a:ea typeface="微软雅黑" panose="020B0503020204020204" pitchFamily="34" charset="-122"/>
                <a:sym typeface="+mn-lt"/>
              </a:rPr>
              <a:t>x1</a:t>
            </a:r>
            <a:r>
              <a:rPr lang="zh-CN" altLang="en-US" sz="1600" b="1" dirty="0">
                <a:solidFill>
                  <a:srgbClr val="00B0F0"/>
                </a:solidFill>
                <a:latin typeface="微软雅黑" panose="020B0503020204020204" pitchFamily="34" charset="-122"/>
                <a:ea typeface="微软雅黑" panose="020B0503020204020204" pitchFamily="34" charset="-122"/>
                <a:sym typeface="+mn-lt"/>
              </a:rPr>
              <a:t>起始值</a:t>
            </a:r>
            <a:r>
              <a:rPr lang="en-US" altLang="zh-CN" sz="1600" b="1" dirty="0">
                <a:solidFill>
                  <a:srgbClr val="00B0F0"/>
                </a:solidFill>
                <a:latin typeface="微软雅黑" panose="020B0503020204020204" pitchFamily="34" charset="-122"/>
                <a:ea typeface="微软雅黑" panose="020B0503020204020204" pitchFamily="34" charset="-122"/>
                <a:sym typeface="+mn-lt"/>
              </a:rPr>
              <a:t>,x2</a:t>
            </a:r>
            <a:r>
              <a:rPr lang="zh-CN" altLang="en-US" sz="1600" b="1" dirty="0">
                <a:solidFill>
                  <a:srgbClr val="00B0F0"/>
                </a:solidFill>
                <a:latin typeface="微软雅黑" panose="020B0503020204020204" pitchFamily="34" charset="-122"/>
                <a:ea typeface="微软雅黑" panose="020B0503020204020204" pitchFamily="34" charset="-122"/>
                <a:sym typeface="+mn-lt"/>
              </a:rPr>
              <a:t>终止值</a:t>
            </a:r>
            <a:r>
              <a:rPr lang="en-US" altLang="zh-CN" sz="1600" b="1" dirty="0">
                <a:solidFill>
                  <a:srgbClr val="00B0F0"/>
                </a:solidFill>
                <a:latin typeface="微软雅黑" panose="020B0503020204020204" pitchFamily="34" charset="-122"/>
                <a:ea typeface="微软雅黑" panose="020B0503020204020204" pitchFamily="34" charset="-122"/>
                <a:sym typeface="+mn-lt"/>
              </a:rPr>
              <a:t>,,n</a:t>
            </a:r>
            <a:r>
              <a:rPr lang="zh-CN" altLang="en-US" sz="1600" b="1" dirty="0">
                <a:solidFill>
                  <a:srgbClr val="00B0F0"/>
                </a:solidFill>
                <a:latin typeface="微软雅黑" panose="020B0503020204020204" pitchFamily="34" charset="-122"/>
                <a:ea typeface="微软雅黑" panose="020B0503020204020204" pitchFamily="34" charset="-122"/>
                <a:sym typeface="+mn-lt"/>
              </a:rPr>
              <a:t>个数</a:t>
            </a:r>
            <a:endParaRPr lang="zh-CN" altLang="en-US" sz="1600" b="1" dirty="0">
              <a:solidFill>
                <a:srgbClr val="00B0F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6618846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1"/>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2"/>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6"/>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8"/>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40"/>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34"/>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6" grpId="0"/>
      <p:bldP spid="11" grpId="0" animBg="1"/>
      <p:bldP spid="5" grpId="0"/>
      <p:bldP spid="21" grpId="0"/>
      <p:bldP spid="22" grpId="0"/>
      <p:bldP spid="28" grpId="0" animBg="1"/>
      <p:bldP spid="23" grpId="0"/>
      <p:bldP spid="30" grpId="0" animBg="1"/>
      <p:bldP spid="31" grpId="0" animBg="1"/>
      <p:bldP spid="32" grpId="0"/>
      <p:bldP spid="26" grpId="0"/>
      <p:bldP spid="33" grpId="0" animBg="1"/>
      <p:bldP spid="34" grpId="0"/>
      <p:bldP spid="39" grpId="0"/>
      <p:bldP spid="40"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21AF542E-C877-7A0A-9A56-76BEAA6AFD59}"/>
              </a:ext>
            </a:extLst>
          </p:cNvPr>
          <p:cNvSpPr>
            <a:spLocks noGrp="1"/>
          </p:cNvSpPr>
          <p:nvPr>
            <p:ph idx="1"/>
          </p:nvPr>
        </p:nvSpPr>
        <p:spPr>
          <a:xfrm>
            <a:off x="390302" y="1054356"/>
            <a:ext cx="8363396" cy="3600986"/>
          </a:xfrm>
          <a:noFill/>
        </p:spPr>
        <p:txBody>
          <a:bodyPr/>
          <a:lstStyle/>
          <a:p>
            <a:pPr marL="0" indent="0">
              <a:lnSpc>
                <a:spcPct val="100000"/>
              </a:lnSpc>
              <a:buNone/>
            </a:pPr>
            <a:r>
              <a:rPr lang="en-US" altLang="zh-CN" sz="1900" b="1" dirty="0"/>
              <a:t>julia&gt; x1=1:2:5  </a:t>
            </a:r>
            <a:r>
              <a:rPr lang="en-US" altLang="zh-CN" sz="1900" b="1" dirty="0">
                <a:solidFill>
                  <a:srgbClr val="00B0F0"/>
                </a:solidFill>
              </a:rPr>
              <a:t>#</a:t>
            </a:r>
            <a:r>
              <a:rPr lang="zh-CN" altLang="en-US" sz="1900" b="1" dirty="0">
                <a:solidFill>
                  <a:srgbClr val="00B0F0"/>
                </a:solidFill>
              </a:rPr>
              <a:t>结果</a:t>
            </a:r>
            <a:r>
              <a:rPr lang="en-US" altLang="zh-CN" sz="1900" b="1" dirty="0">
                <a:solidFill>
                  <a:srgbClr val="00B0F0"/>
                </a:solidFill>
              </a:rPr>
              <a:t>1:2:5</a:t>
            </a:r>
          </a:p>
          <a:p>
            <a:pPr marL="0" indent="0">
              <a:lnSpc>
                <a:spcPct val="100000"/>
              </a:lnSpc>
              <a:buNone/>
            </a:pPr>
            <a:r>
              <a:rPr lang="en-US" altLang="zh-CN" sz="1900" b="1" dirty="0"/>
              <a:t>julia&gt; x1=collect(x1)</a:t>
            </a:r>
          </a:p>
          <a:p>
            <a:pPr marL="0" indent="0">
              <a:lnSpc>
                <a:spcPct val="100000"/>
              </a:lnSpc>
              <a:buNone/>
            </a:pPr>
            <a:r>
              <a:rPr lang="en-US" altLang="zh-CN" sz="1900" b="1" dirty="0">
                <a:solidFill>
                  <a:srgbClr val="00B0F0"/>
                </a:solidFill>
              </a:rPr>
              <a:t>3-element </a:t>
            </a:r>
            <a:r>
              <a:rPr lang="en-US" altLang="zh-CN" sz="1900" b="1" dirty="0">
                <a:solidFill>
                  <a:srgbClr val="FF0000"/>
                </a:solidFill>
              </a:rPr>
              <a:t>Vector</a:t>
            </a:r>
            <a:r>
              <a:rPr lang="en-US" altLang="zh-CN" sz="1900" b="1" dirty="0">
                <a:solidFill>
                  <a:srgbClr val="00B0F0"/>
                </a:solidFill>
              </a:rPr>
              <a:t>{Int64}:</a:t>
            </a:r>
          </a:p>
          <a:p>
            <a:pPr marL="0" indent="0">
              <a:lnSpc>
                <a:spcPct val="100000"/>
              </a:lnSpc>
              <a:buNone/>
            </a:pPr>
            <a:r>
              <a:rPr lang="en-US" altLang="zh-CN" sz="1900" b="1" dirty="0">
                <a:solidFill>
                  <a:srgbClr val="00B0F0"/>
                </a:solidFill>
              </a:rPr>
              <a:t> 1</a:t>
            </a:r>
          </a:p>
          <a:p>
            <a:pPr marL="0" indent="0">
              <a:lnSpc>
                <a:spcPct val="100000"/>
              </a:lnSpc>
              <a:buNone/>
            </a:pPr>
            <a:r>
              <a:rPr lang="en-US" altLang="zh-CN" sz="1900" b="1" dirty="0">
                <a:solidFill>
                  <a:srgbClr val="00B0F0"/>
                </a:solidFill>
              </a:rPr>
              <a:t> 3</a:t>
            </a:r>
          </a:p>
          <a:p>
            <a:pPr marL="0" indent="0">
              <a:lnSpc>
                <a:spcPct val="100000"/>
              </a:lnSpc>
              <a:buNone/>
            </a:pPr>
            <a:r>
              <a:rPr lang="en-US" altLang="zh-CN" sz="1900" b="1" dirty="0">
                <a:solidFill>
                  <a:srgbClr val="00B0F0"/>
                </a:solidFill>
              </a:rPr>
              <a:t> 5</a:t>
            </a:r>
          </a:p>
          <a:p>
            <a:pPr marL="0" indent="0">
              <a:lnSpc>
                <a:spcPct val="100000"/>
              </a:lnSpc>
              <a:buNone/>
            </a:pPr>
            <a:r>
              <a:rPr lang="en-US" altLang="zh-CN" sz="1900" b="1" dirty="0"/>
              <a:t>julia&gt; x2=1:2</a:t>
            </a:r>
            <a:r>
              <a:rPr lang="en-US" altLang="zh-CN" sz="1900" b="1" dirty="0">
                <a:solidFill>
                  <a:srgbClr val="0070C0"/>
                </a:solidFill>
                <a:highlight>
                  <a:srgbClr val="FFFF00"/>
                </a:highlight>
              </a:rPr>
              <a:t>:6 </a:t>
            </a:r>
            <a:r>
              <a:rPr lang="en-US" altLang="zh-CN" sz="1900" b="1" dirty="0">
                <a:solidFill>
                  <a:srgbClr val="00B0F0"/>
                </a:solidFill>
              </a:rPr>
              <a:t>#</a:t>
            </a:r>
            <a:r>
              <a:rPr lang="zh-CN" altLang="en-US" sz="1900" b="1" dirty="0">
                <a:solidFill>
                  <a:srgbClr val="00B0F0"/>
                </a:solidFill>
              </a:rPr>
              <a:t>结果</a:t>
            </a:r>
            <a:r>
              <a:rPr lang="en-US" altLang="zh-CN" sz="1900" b="1" dirty="0">
                <a:solidFill>
                  <a:srgbClr val="00B0F0"/>
                </a:solidFill>
              </a:rPr>
              <a:t>1:2:</a:t>
            </a:r>
            <a:r>
              <a:rPr lang="en-US" altLang="zh-CN" sz="1900" b="1" dirty="0">
                <a:solidFill>
                  <a:srgbClr val="FFFF00"/>
                </a:solidFill>
                <a:highlight>
                  <a:srgbClr val="FF0000"/>
                </a:highlight>
              </a:rPr>
              <a:t>5</a:t>
            </a:r>
          </a:p>
          <a:p>
            <a:pPr marL="0" indent="0">
              <a:lnSpc>
                <a:spcPct val="100000"/>
              </a:lnSpc>
              <a:buNone/>
            </a:pPr>
            <a:r>
              <a:rPr lang="en-US" altLang="zh-CN" sz="1900" b="1" dirty="0"/>
              <a:t>julia&gt; x2=collect(x2)</a:t>
            </a:r>
          </a:p>
          <a:p>
            <a:pPr marL="0" indent="0">
              <a:lnSpc>
                <a:spcPct val="100000"/>
              </a:lnSpc>
              <a:buNone/>
            </a:pPr>
            <a:r>
              <a:rPr lang="en-US" altLang="zh-CN" sz="1900" b="1" dirty="0">
                <a:solidFill>
                  <a:srgbClr val="00B0F0"/>
                </a:solidFill>
              </a:rPr>
              <a:t>3-element </a:t>
            </a:r>
            <a:r>
              <a:rPr lang="en-US" altLang="zh-CN" sz="1900" b="1" dirty="0">
                <a:solidFill>
                  <a:srgbClr val="FF0000"/>
                </a:solidFill>
              </a:rPr>
              <a:t>Vector</a:t>
            </a:r>
            <a:r>
              <a:rPr lang="en-US" altLang="zh-CN" sz="1900" b="1" dirty="0">
                <a:solidFill>
                  <a:srgbClr val="00B0F0"/>
                </a:solidFill>
              </a:rPr>
              <a:t>{Int64}:</a:t>
            </a:r>
          </a:p>
          <a:p>
            <a:pPr marL="0" indent="0">
              <a:lnSpc>
                <a:spcPct val="100000"/>
              </a:lnSpc>
              <a:buNone/>
            </a:pPr>
            <a:r>
              <a:rPr lang="en-US" altLang="zh-CN" sz="1900" b="1" dirty="0">
                <a:solidFill>
                  <a:srgbClr val="00B0F0"/>
                </a:solidFill>
              </a:rPr>
              <a:t> 1</a:t>
            </a:r>
          </a:p>
          <a:p>
            <a:pPr marL="0" indent="0">
              <a:lnSpc>
                <a:spcPct val="100000"/>
              </a:lnSpc>
              <a:buNone/>
            </a:pPr>
            <a:r>
              <a:rPr lang="en-US" altLang="zh-CN" sz="1900" b="1" dirty="0">
                <a:solidFill>
                  <a:srgbClr val="00B0F0"/>
                </a:solidFill>
              </a:rPr>
              <a:t> 3</a:t>
            </a:r>
          </a:p>
          <a:p>
            <a:pPr marL="0" indent="0">
              <a:lnSpc>
                <a:spcPct val="100000"/>
              </a:lnSpc>
              <a:buNone/>
            </a:pPr>
            <a:r>
              <a:rPr lang="en-US" altLang="zh-CN" sz="1900" b="1" dirty="0">
                <a:solidFill>
                  <a:srgbClr val="00B0F0"/>
                </a:solidFill>
              </a:rPr>
              <a:t> 5</a:t>
            </a:r>
            <a:endParaRPr lang="zh-CN" altLang="en-US" sz="1900" b="1" dirty="0">
              <a:solidFill>
                <a:srgbClr val="00B0F0"/>
              </a:solidFill>
            </a:endParaRPr>
          </a:p>
        </p:txBody>
      </p:sp>
      <p:sp>
        <p:nvSpPr>
          <p:cNvPr id="5" name="内容占位符 2">
            <a:extLst>
              <a:ext uri="{FF2B5EF4-FFF2-40B4-BE49-F238E27FC236}">
                <a16:creationId xmlns:a16="http://schemas.microsoft.com/office/drawing/2014/main" id="{4A29CDD3-1AF0-0CAF-256C-091A173DE627}"/>
              </a:ext>
            </a:extLst>
          </p:cNvPr>
          <p:cNvSpPr txBox="1">
            <a:spLocks/>
          </p:cNvSpPr>
          <p:nvPr/>
        </p:nvSpPr>
        <p:spPr bwMode="auto">
          <a:xfrm>
            <a:off x="3349454" y="943030"/>
            <a:ext cx="4849651" cy="1908664"/>
          </a:xfrm>
          <a:prstGeom prst="rect">
            <a:avLst/>
          </a:prstGeom>
          <a:solidFill>
            <a:schemeClr val="bg1"/>
          </a:solidFill>
          <a:ln w="9525">
            <a:noFill/>
            <a:miter lim="800000"/>
            <a:headEnd/>
            <a:tailEnd/>
          </a:ln>
        </p:spPr>
        <p:txBody>
          <a:bodyPr vert="horz" wrap="square" lIns="91440" tIns="45720" rIns="91440" bIns="45720" numCol="1" anchor="t" anchorCtr="0" compatLnSpc="1">
            <a:prstTxWarp prst="textNoShape">
              <a:avLst/>
            </a:prstTxWarp>
            <a:spAutoFit/>
          </a:bodyPr>
          <a:lstStyle>
            <a:lvl1pPr marL="177800" indent="-177800" algn="l" rtl="0" eaLnBrk="0" fontAlgn="base" hangingPunct="0">
              <a:lnSpc>
                <a:spcPct val="110000"/>
              </a:lnSpc>
              <a:spcBef>
                <a:spcPct val="0"/>
              </a:spcBef>
              <a:spcAft>
                <a:spcPct val="0"/>
              </a:spcAft>
              <a:buFont typeface="Wingdings" panose="05000000000000000000" pitchFamily="2" charset="2"/>
              <a:buChar char="Ø"/>
              <a:defRPr sz="2800" b="0">
                <a:solidFill>
                  <a:srgbClr val="002060"/>
                </a:solidFill>
                <a:latin typeface="华文楷体" panose="02010600040101010101" pitchFamily="2" charset="-122"/>
                <a:ea typeface="华文楷体" panose="02010600040101010101" pitchFamily="2" charset="-122"/>
                <a:cs typeface="+mn-cs"/>
              </a:defRPr>
            </a:lvl1pPr>
            <a:lvl2pPr marL="635000" indent="-177800" algn="l" rtl="0" eaLnBrk="0" fontAlgn="base" hangingPunct="0">
              <a:lnSpc>
                <a:spcPct val="110000"/>
              </a:lnSpc>
              <a:spcBef>
                <a:spcPct val="0"/>
              </a:spcBef>
              <a:spcAft>
                <a:spcPct val="0"/>
              </a:spcAft>
              <a:buFont typeface="Wingdings" panose="05000000000000000000" pitchFamily="2" charset="2"/>
              <a:buChar char="Ø"/>
              <a:defRPr sz="2400" b="0">
                <a:solidFill>
                  <a:srgbClr val="002060"/>
                </a:solidFill>
                <a:latin typeface="华文楷体" panose="02010600040101010101" pitchFamily="2" charset="-122"/>
                <a:ea typeface="华文楷体" panose="02010600040101010101" pitchFamily="2" charset="-122"/>
              </a:defRPr>
            </a:lvl2pPr>
            <a:lvl3pPr marL="1092200" indent="-177800" algn="l" rtl="0" eaLnBrk="0" fontAlgn="base" hangingPunct="0">
              <a:lnSpc>
                <a:spcPct val="110000"/>
              </a:lnSpc>
              <a:spcBef>
                <a:spcPct val="0"/>
              </a:spcBef>
              <a:spcAft>
                <a:spcPct val="0"/>
              </a:spcAft>
              <a:buFont typeface="Wingdings" panose="05000000000000000000" pitchFamily="2" charset="2"/>
              <a:buChar char="Ø"/>
              <a:defRPr sz="2400" b="0">
                <a:solidFill>
                  <a:srgbClr val="002060"/>
                </a:solidFill>
                <a:latin typeface="华文楷体" panose="02010600040101010101" pitchFamily="2" charset="-122"/>
                <a:ea typeface="华文楷体" panose="02010600040101010101" pitchFamily="2" charset="-122"/>
              </a:defRPr>
            </a:lvl3pPr>
            <a:lvl4pPr marL="1549400" indent="-177800" algn="l" rtl="0" eaLnBrk="0" fontAlgn="base" hangingPunct="0">
              <a:lnSpc>
                <a:spcPct val="110000"/>
              </a:lnSpc>
              <a:spcBef>
                <a:spcPct val="0"/>
              </a:spcBef>
              <a:spcAft>
                <a:spcPct val="0"/>
              </a:spcAft>
              <a:buFont typeface="Wingdings" panose="05000000000000000000" pitchFamily="2" charset="2"/>
              <a:buChar char="Ø"/>
              <a:defRPr sz="2000" b="0">
                <a:solidFill>
                  <a:srgbClr val="002060"/>
                </a:solidFill>
                <a:latin typeface="华文楷体" panose="02010600040101010101" pitchFamily="2" charset="-122"/>
                <a:ea typeface="华文楷体" panose="02010600040101010101" pitchFamily="2" charset="-122"/>
              </a:defRPr>
            </a:lvl4pPr>
            <a:lvl5pPr marL="2006600" indent="-177800" algn="l" rtl="0" eaLnBrk="0" fontAlgn="base" hangingPunct="0">
              <a:lnSpc>
                <a:spcPct val="110000"/>
              </a:lnSpc>
              <a:spcBef>
                <a:spcPct val="0"/>
              </a:spcBef>
              <a:spcAft>
                <a:spcPct val="0"/>
              </a:spcAft>
              <a:buFont typeface="Wingdings" panose="05000000000000000000" pitchFamily="2" charset="2"/>
              <a:buChar char="Ø"/>
              <a:defRPr sz="2000" b="0">
                <a:solidFill>
                  <a:srgbClr val="002060"/>
                </a:solidFill>
                <a:latin typeface="华文楷体" panose="02010600040101010101" pitchFamily="2" charset="-122"/>
                <a:ea typeface="华文楷体" panose="02010600040101010101" pitchFamily="2" charset="-122"/>
              </a:defRPr>
            </a:lvl5pPr>
            <a:lvl6pPr marL="2463800" indent="-177800" algn="l" rtl="0" eaLnBrk="1" fontAlgn="base" hangingPunct="1">
              <a:lnSpc>
                <a:spcPct val="110000"/>
              </a:lnSpc>
              <a:spcBef>
                <a:spcPct val="0"/>
              </a:spcBef>
              <a:spcAft>
                <a:spcPct val="0"/>
              </a:spcAft>
              <a:buChar char="•"/>
              <a:defRPr b="1">
                <a:solidFill>
                  <a:srgbClr val="002E5C"/>
                </a:solidFill>
                <a:latin typeface="+mn-lt"/>
              </a:defRPr>
            </a:lvl6pPr>
            <a:lvl7pPr marL="2921000" indent="-177800" algn="l" rtl="0" eaLnBrk="1" fontAlgn="base" hangingPunct="1">
              <a:lnSpc>
                <a:spcPct val="110000"/>
              </a:lnSpc>
              <a:spcBef>
                <a:spcPct val="0"/>
              </a:spcBef>
              <a:spcAft>
                <a:spcPct val="0"/>
              </a:spcAft>
              <a:buChar char="•"/>
              <a:defRPr b="1">
                <a:solidFill>
                  <a:srgbClr val="002E5C"/>
                </a:solidFill>
                <a:latin typeface="+mn-lt"/>
              </a:defRPr>
            </a:lvl7pPr>
            <a:lvl8pPr marL="3378200" indent="-177800" algn="l" rtl="0" eaLnBrk="1" fontAlgn="base" hangingPunct="1">
              <a:lnSpc>
                <a:spcPct val="110000"/>
              </a:lnSpc>
              <a:spcBef>
                <a:spcPct val="0"/>
              </a:spcBef>
              <a:spcAft>
                <a:spcPct val="0"/>
              </a:spcAft>
              <a:buChar char="•"/>
              <a:defRPr b="1">
                <a:solidFill>
                  <a:srgbClr val="002E5C"/>
                </a:solidFill>
                <a:latin typeface="+mn-lt"/>
              </a:defRPr>
            </a:lvl8pPr>
            <a:lvl9pPr marL="3835400" indent="-177800" algn="l" rtl="0" eaLnBrk="1" fontAlgn="base" hangingPunct="1">
              <a:lnSpc>
                <a:spcPct val="110000"/>
              </a:lnSpc>
              <a:spcBef>
                <a:spcPct val="0"/>
              </a:spcBef>
              <a:spcAft>
                <a:spcPct val="0"/>
              </a:spcAft>
              <a:buChar char="•"/>
              <a:defRPr b="1">
                <a:solidFill>
                  <a:srgbClr val="002E5C"/>
                </a:solidFill>
                <a:latin typeface="+mn-lt"/>
              </a:defRPr>
            </a:lvl9pPr>
          </a:lstStyle>
          <a:p>
            <a:pPr marL="0" indent="0">
              <a:buNone/>
            </a:pPr>
            <a:r>
              <a:rPr lang="en-US" altLang="zh-CN" sz="1800" b="1" kern="0" dirty="0" err="1"/>
              <a:t>julia</a:t>
            </a:r>
            <a:r>
              <a:rPr lang="en-US" altLang="zh-CN" sz="1800" b="1" kern="0" dirty="0"/>
              <a:t>&gt; x5=LinRange(1,5,3)</a:t>
            </a:r>
          </a:p>
          <a:p>
            <a:pPr marL="0" indent="0">
              <a:buNone/>
            </a:pPr>
            <a:r>
              <a:rPr lang="en-US" altLang="zh-CN" sz="1800" b="1" kern="0" dirty="0">
                <a:solidFill>
                  <a:srgbClr val="00B0F0"/>
                </a:solidFill>
              </a:rPr>
              <a:t>#</a:t>
            </a:r>
            <a:r>
              <a:rPr lang="zh-CN" altLang="en-US" sz="1800" b="1" kern="0" dirty="0">
                <a:solidFill>
                  <a:srgbClr val="00B0F0"/>
                </a:solidFill>
              </a:rPr>
              <a:t>结果</a:t>
            </a:r>
            <a:r>
              <a:rPr lang="en-US" altLang="zh-CN" sz="1800" b="1" kern="0" dirty="0">
                <a:solidFill>
                  <a:srgbClr val="00B0F0"/>
                </a:solidFill>
              </a:rPr>
              <a:t>3-element LinRange{Float64, Int64}:</a:t>
            </a:r>
          </a:p>
          <a:p>
            <a:pPr marL="0" indent="0">
              <a:buNone/>
            </a:pPr>
            <a:r>
              <a:rPr lang="en-US" altLang="zh-CN" sz="1800" b="1" kern="0" dirty="0">
                <a:solidFill>
                  <a:srgbClr val="00B0F0"/>
                </a:solidFill>
              </a:rPr>
              <a:t> 1.0, 3.0, 5.0</a:t>
            </a:r>
          </a:p>
          <a:p>
            <a:pPr marL="0" indent="0">
              <a:buFont typeface="Wingdings" panose="05000000000000000000" pitchFamily="2" charset="2"/>
              <a:buNone/>
            </a:pPr>
            <a:r>
              <a:rPr lang="en-US" altLang="zh-CN" sz="1800" b="1" kern="0" dirty="0" err="1"/>
              <a:t>julia</a:t>
            </a:r>
            <a:r>
              <a:rPr lang="en-US" altLang="zh-CN" sz="1800" b="1" kern="0" dirty="0"/>
              <a:t>&gt; x5=LinRange(1,6,3)</a:t>
            </a:r>
          </a:p>
          <a:p>
            <a:pPr marL="0" indent="0">
              <a:buNone/>
            </a:pPr>
            <a:r>
              <a:rPr lang="en-US" altLang="zh-CN" sz="1800" b="1" kern="0" dirty="0">
                <a:solidFill>
                  <a:srgbClr val="00B0F0"/>
                </a:solidFill>
              </a:rPr>
              <a:t>6-element </a:t>
            </a:r>
            <a:r>
              <a:rPr lang="en-US" altLang="zh-CN" sz="1800" b="1" kern="0" dirty="0" err="1">
                <a:solidFill>
                  <a:srgbClr val="00B0F0"/>
                </a:solidFill>
              </a:rPr>
              <a:t>LinRange</a:t>
            </a:r>
            <a:r>
              <a:rPr lang="en-US" altLang="zh-CN" sz="1800" b="1" kern="0" dirty="0">
                <a:solidFill>
                  <a:srgbClr val="00B0F0"/>
                </a:solidFill>
              </a:rPr>
              <a:t>{Float64, Int64}:</a:t>
            </a:r>
          </a:p>
          <a:p>
            <a:pPr marL="0" indent="0">
              <a:buNone/>
            </a:pPr>
            <a:r>
              <a:rPr lang="en-US" altLang="zh-CN" sz="1800" b="1" kern="0" dirty="0">
                <a:solidFill>
                  <a:srgbClr val="00B0F0"/>
                </a:solidFill>
              </a:rPr>
              <a:t>#</a:t>
            </a:r>
            <a:r>
              <a:rPr lang="zh-CN" altLang="en-US" sz="1800" b="1" kern="0" dirty="0">
                <a:solidFill>
                  <a:srgbClr val="00B0F0"/>
                </a:solidFill>
              </a:rPr>
              <a:t>结果</a:t>
            </a:r>
            <a:r>
              <a:rPr lang="en-US" altLang="zh-CN" sz="1800" b="1" kern="0" dirty="0">
                <a:solidFill>
                  <a:srgbClr val="00B0F0"/>
                </a:solidFill>
              </a:rPr>
              <a:t>1.0,3.5,6.0</a:t>
            </a:r>
          </a:p>
        </p:txBody>
      </p:sp>
      <p:sp>
        <p:nvSpPr>
          <p:cNvPr id="6" name="标题 1">
            <a:extLst>
              <a:ext uri="{FF2B5EF4-FFF2-40B4-BE49-F238E27FC236}">
                <a16:creationId xmlns:a16="http://schemas.microsoft.com/office/drawing/2014/main" id="{F5CA0915-39B9-405D-A411-8394EA617192}"/>
              </a:ext>
            </a:extLst>
          </p:cNvPr>
          <p:cNvSpPr txBox="1">
            <a:spLocks/>
          </p:cNvSpPr>
          <p:nvPr/>
        </p:nvSpPr>
        <p:spPr bwMode="auto">
          <a:xfrm>
            <a:off x="686519" y="55574"/>
            <a:ext cx="8169475" cy="556420"/>
          </a:xfrm>
          <a:prstGeom prst="rect">
            <a:avLst/>
          </a:prstGeom>
          <a:noFill/>
          <a:ln w="9525">
            <a:noFill/>
            <a:miter lim="800000"/>
            <a:headEnd/>
            <a:tailEnd/>
          </a:ln>
        </p:spPr>
        <p:txBody>
          <a:bodyPr vert="horz" wrap="none" lIns="91440" tIns="45720" rIns="91440" bIns="45720" numCol="1" anchor="b" anchorCtr="0" compatLnSpc="1">
            <a:prstTxWarp prst="textNoShape">
              <a:avLst/>
            </a:prstTxWarp>
          </a:bodyPr>
          <a:lstStyle>
            <a:lvl1pPr algn="l" rtl="0" eaLnBrk="0" fontAlgn="base" hangingPunct="0">
              <a:lnSpc>
                <a:spcPct val="85000"/>
              </a:lnSpc>
              <a:spcBef>
                <a:spcPct val="0"/>
              </a:spcBef>
              <a:spcAft>
                <a:spcPct val="0"/>
              </a:spcAft>
              <a:defRPr sz="3400" b="0">
                <a:solidFill>
                  <a:srgbClr val="002060"/>
                </a:solidFill>
                <a:latin typeface="华文楷体" panose="02010600040101010101" pitchFamily="2" charset="-122"/>
                <a:ea typeface="华文楷体" panose="02010600040101010101" pitchFamily="2" charset="-122"/>
                <a:cs typeface="+mj-cs"/>
              </a:defRPr>
            </a:lvl1pPr>
            <a:lvl2pPr algn="l" rtl="0" eaLnBrk="0" fontAlgn="base" hangingPunct="0">
              <a:lnSpc>
                <a:spcPct val="85000"/>
              </a:lnSpc>
              <a:spcBef>
                <a:spcPct val="0"/>
              </a:spcBef>
              <a:spcAft>
                <a:spcPct val="0"/>
              </a:spcAft>
              <a:defRPr sz="3400" b="1">
                <a:solidFill>
                  <a:srgbClr val="002E5C"/>
                </a:solidFill>
                <a:latin typeface="Helvetica" pitchFamily="34" charset="0"/>
              </a:defRPr>
            </a:lvl2pPr>
            <a:lvl3pPr algn="l" rtl="0" eaLnBrk="0" fontAlgn="base" hangingPunct="0">
              <a:lnSpc>
                <a:spcPct val="85000"/>
              </a:lnSpc>
              <a:spcBef>
                <a:spcPct val="0"/>
              </a:spcBef>
              <a:spcAft>
                <a:spcPct val="0"/>
              </a:spcAft>
              <a:defRPr sz="3400" b="1">
                <a:solidFill>
                  <a:srgbClr val="002E5C"/>
                </a:solidFill>
                <a:latin typeface="Helvetica" pitchFamily="34" charset="0"/>
              </a:defRPr>
            </a:lvl3pPr>
            <a:lvl4pPr algn="l" rtl="0" eaLnBrk="0" fontAlgn="base" hangingPunct="0">
              <a:lnSpc>
                <a:spcPct val="85000"/>
              </a:lnSpc>
              <a:spcBef>
                <a:spcPct val="0"/>
              </a:spcBef>
              <a:spcAft>
                <a:spcPct val="0"/>
              </a:spcAft>
              <a:defRPr sz="3400" b="1">
                <a:solidFill>
                  <a:srgbClr val="002E5C"/>
                </a:solidFill>
                <a:latin typeface="Helvetica" pitchFamily="34" charset="0"/>
              </a:defRPr>
            </a:lvl4pPr>
            <a:lvl5pPr algn="l" rtl="0" eaLnBrk="0" fontAlgn="base" hangingPunct="0">
              <a:lnSpc>
                <a:spcPct val="85000"/>
              </a:lnSpc>
              <a:spcBef>
                <a:spcPct val="0"/>
              </a:spcBef>
              <a:spcAft>
                <a:spcPct val="0"/>
              </a:spcAft>
              <a:defRPr sz="3400" b="1">
                <a:solidFill>
                  <a:srgbClr val="002E5C"/>
                </a:solidFill>
                <a:latin typeface="Helvetica" pitchFamily="34" charset="0"/>
              </a:defRPr>
            </a:lvl5pPr>
            <a:lvl6pPr marL="457200" algn="l" rtl="0" eaLnBrk="1" fontAlgn="base" hangingPunct="1">
              <a:lnSpc>
                <a:spcPct val="85000"/>
              </a:lnSpc>
              <a:spcBef>
                <a:spcPct val="0"/>
              </a:spcBef>
              <a:spcAft>
                <a:spcPct val="0"/>
              </a:spcAft>
              <a:defRPr sz="3400" b="1">
                <a:solidFill>
                  <a:srgbClr val="002E5C"/>
                </a:solidFill>
                <a:latin typeface="Helvetica" pitchFamily="34" charset="0"/>
              </a:defRPr>
            </a:lvl6pPr>
            <a:lvl7pPr marL="914400" algn="l" rtl="0" eaLnBrk="1" fontAlgn="base" hangingPunct="1">
              <a:lnSpc>
                <a:spcPct val="85000"/>
              </a:lnSpc>
              <a:spcBef>
                <a:spcPct val="0"/>
              </a:spcBef>
              <a:spcAft>
                <a:spcPct val="0"/>
              </a:spcAft>
              <a:defRPr sz="3400" b="1">
                <a:solidFill>
                  <a:srgbClr val="002E5C"/>
                </a:solidFill>
                <a:latin typeface="Helvetica" pitchFamily="34" charset="0"/>
              </a:defRPr>
            </a:lvl7pPr>
            <a:lvl8pPr marL="1371600" algn="l" rtl="0" eaLnBrk="1" fontAlgn="base" hangingPunct="1">
              <a:lnSpc>
                <a:spcPct val="85000"/>
              </a:lnSpc>
              <a:spcBef>
                <a:spcPct val="0"/>
              </a:spcBef>
              <a:spcAft>
                <a:spcPct val="0"/>
              </a:spcAft>
              <a:defRPr sz="3400" b="1">
                <a:solidFill>
                  <a:srgbClr val="002E5C"/>
                </a:solidFill>
                <a:latin typeface="Helvetica" pitchFamily="34" charset="0"/>
              </a:defRPr>
            </a:lvl8pPr>
            <a:lvl9pPr marL="1828800" algn="l" rtl="0" eaLnBrk="1" fontAlgn="base" hangingPunct="1">
              <a:lnSpc>
                <a:spcPct val="85000"/>
              </a:lnSpc>
              <a:spcBef>
                <a:spcPct val="0"/>
              </a:spcBef>
              <a:spcAft>
                <a:spcPct val="0"/>
              </a:spcAft>
              <a:defRPr sz="3400" b="1">
                <a:solidFill>
                  <a:srgbClr val="002E5C"/>
                </a:solidFill>
                <a:latin typeface="Helvetica" pitchFamily="34" charset="0"/>
              </a:defRPr>
            </a:lvl9pPr>
          </a:lstStyle>
          <a:p>
            <a:br>
              <a:rPr lang="en-US" altLang="zh-CN" sz="2700" kern="0" dirty="0">
                <a:latin typeface="Helvetica Neue"/>
              </a:rPr>
            </a:br>
            <a:r>
              <a:rPr lang="en-US" altLang="zh-CN" sz="2700" kern="0" dirty="0">
                <a:latin typeface="Helvetica Neue"/>
              </a:rPr>
              <a:t>§</a:t>
            </a:r>
            <a:r>
              <a:rPr lang="en-US" altLang="zh-CN" sz="2700" dirty="0"/>
              <a:t>1.4.1.1  </a:t>
            </a:r>
            <a:r>
              <a:rPr lang="zh-CN" altLang="en-US" sz="2700" dirty="0"/>
              <a:t>创建一维</a:t>
            </a:r>
            <a:r>
              <a:rPr lang="zh-CN" altLang="en-US" sz="2700" dirty="0">
                <a:latin typeface="Helvetica Neue"/>
              </a:rPr>
              <a:t>向量</a:t>
            </a:r>
            <a:r>
              <a:rPr lang="en-US" altLang="zh-CN" sz="2700" dirty="0">
                <a:solidFill>
                  <a:srgbClr val="FF0000"/>
                </a:solidFill>
              </a:rPr>
              <a:t>——3.</a:t>
            </a:r>
            <a:r>
              <a:rPr lang="zh-CN" altLang="en-US" sz="2700" dirty="0">
                <a:solidFill>
                  <a:srgbClr val="FF0000"/>
                </a:solidFill>
              </a:rPr>
              <a:t>创建</a:t>
            </a:r>
            <a:r>
              <a:rPr lang="zh-CN" altLang="en-US" sz="2700" i="0" dirty="0">
                <a:solidFill>
                  <a:srgbClr val="FF0000"/>
                </a:solidFill>
                <a:effectLst/>
                <a:latin typeface="-apple-system"/>
              </a:rPr>
              <a:t>线性</a:t>
            </a:r>
            <a:r>
              <a:rPr lang="zh-CN" altLang="en-US" sz="2700" dirty="0">
                <a:solidFill>
                  <a:srgbClr val="FF0000"/>
                </a:solidFill>
                <a:latin typeface="-apple-system"/>
              </a:rPr>
              <a:t>等分向量示例</a:t>
            </a:r>
            <a:endParaRPr lang="zh-CN" altLang="en-US" sz="2700" kern="0" dirty="0">
              <a:solidFill>
                <a:srgbClr val="FF0000"/>
              </a:solidFill>
            </a:endParaRPr>
          </a:p>
        </p:txBody>
      </p:sp>
      <p:sp>
        <p:nvSpPr>
          <p:cNvPr id="7" name="波形 6">
            <a:extLst>
              <a:ext uri="{FF2B5EF4-FFF2-40B4-BE49-F238E27FC236}">
                <a16:creationId xmlns:a16="http://schemas.microsoft.com/office/drawing/2014/main" id="{6FBE1114-1AC7-48F9-A5EF-0943C0383C15}"/>
              </a:ext>
            </a:extLst>
          </p:cNvPr>
          <p:cNvSpPr/>
          <p:nvPr/>
        </p:nvSpPr>
        <p:spPr>
          <a:xfrm>
            <a:off x="492932" y="688086"/>
            <a:ext cx="876188" cy="329755"/>
          </a:xfrm>
          <a:prstGeom prst="wave">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anchor="ctr">
            <a:noAutofit/>
          </a:bodyPr>
          <a:lstStyle/>
          <a:p>
            <a:pPr algn="ctr" eaLnBrk="0" fontAlgn="auto">
              <a:lnSpc>
                <a:spcPct val="140000"/>
              </a:lnSpc>
              <a:spcBef>
                <a:spcPts val="0"/>
              </a:spcBef>
              <a:spcAft>
                <a:spcPts val="0"/>
              </a:spcAft>
            </a:pPr>
            <a:r>
              <a:rPr lang="en-US" altLang="ko-KR" sz="1600" b="1" dirty="0">
                <a:solidFill>
                  <a:srgbClr val="FFFF00"/>
                </a:solidFill>
                <a:latin typeface="微软雅黑" panose="020B0503020204020204" pitchFamily="34" charset="-122"/>
                <a:ea typeface="微软雅黑" panose="020B0503020204020204" pitchFamily="34" charset="-122"/>
              </a:rPr>
              <a:t>例141-1</a:t>
            </a:r>
            <a:endParaRPr lang="ko-KR" altLang="en-US" sz="1600" b="1" dirty="0">
              <a:solidFill>
                <a:srgbClr val="FFFF00"/>
              </a:solidFill>
              <a:latin typeface="微软雅黑" panose="020B0503020204020204" pitchFamily="34" charset="-122"/>
              <a:ea typeface="微软雅黑" panose="020B0503020204020204" pitchFamily="34" charset="-122"/>
            </a:endParaRPr>
          </a:p>
        </p:txBody>
      </p:sp>
      <p:sp>
        <p:nvSpPr>
          <p:cNvPr id="8" name="AutoShape 13">
            <a:extLst>
              <a:ext uri="{FF2B5EF4-FFF2-40B4-BE49-F238E27FC236}">
                <a16:creationId xmlns:a16="http://schemas.microsoft.com/office/drawing/2014/main" id="{3CD0B1C0-B8F2-458B-BA82-B51FC0D2CA3C}"/>
              </a:ext>
            </a:extLst>
          </p:cNvPr>
          <p:cNvSpPr>
            <a:spLocks noChangeArrowheads="1"/>
          </p:cNvSpPr>
          <p:nvPr/>
        </p:nvSpPr>
        <p:spPr bwMode="auto">
          <a:xfrm>
            <a:off x="2845535" y="4020143"/>
            <a:ext cx="943249" cy="540709"/>
          </a:xfrm>
          <a:prstGeom prst="irregularSeal2">
            <a:avLst/>
          </a:prstGeom>
          <a:solidFill>
            <a:srgbClr val="FF0000"/>
          </a:solidFill>
          <a:ln w="57150">
            <a:solidFill>
              <a:srgbClr val="00FF00"/>
            </a:solidFill>
            <a:miter lim="800000"/>
          </a:ln>
          <a:scene3d>
            <a:camera prst="orthographicFront"/>
            <a:lightRig rig="threePt" dir="t"/>
          </a:scene3d>
          <a:sp3d>
            <a:bevelT prst="angle"/>
          </a:sp3d>
        </p:spPr>
        <p:txBody>
          <a:bodyPr wrap="none" anchor="ctr"/>
          <a:lstStyle/>
          <a:p>
            <a:r>
              <a:rPr lang="zh-CN" altLang="en-US" sz="1400" b="1" kern="0" dirty="0">
                <a:solidFill>
                  <a:srgbClr val="FFFF00"/>
                </a:solidFill>
                <a:ea typeface="黑体" panose="02010609060101010101" pitchFamily="49" charset="-122"/>
              </a:rPr>
              <a:t> 注意</a:t>
            </a:r>
            <a:endParaRPr lang="en-US" altLang="zh-CN" sz="1400" b="1" kern="0" dirty="0">
              <a:solidFill>
                <a:srgbClr val="FFFF00"/>
              </a:solidFill>
              <a:ea typeface="黑体" panose="02010609060101010101" pitchFamily="49" charset="-122"/>
            </a:endParaRPr>
          </a:p>
        </p:txBody>
      </p:sp>
      <p:sp>
        <p:nvSpPr>
          <p:cNvPr id="10" name="文本框 9">
            <a:extLst>
              <a:ext uri="{FF2B5EF4-FFF2-40B4-BE49-F238E27FC236}">
                <a16:creationId xmlns:a16="http://schemas.microsoft.com/office/drawing/2014/main" id="{F6497A37-E488-42C6-8007-911F611DCAAD}"/>
              </a:ext>
            </a:extLst>
          </p:cNvPr>
          <p:cNvSpPr txBox="1"/>
          <p:nvPr/>
        </p:nvSpPr>
        <p:spPr>
          <a:xfrm>
            <a:off x="3779912" y="3943590"/>
            <a:ext cx="5256584" cy="641009"/>
          </a:xfrm>
          <a:prstGeom prst="rect">
            <a:avLst/>
          </a:prstGeom>
          <a:noFill/>
        </p:spPr>
        <p:txBody>
          <a:bodyPr wrap="square">
            <a:spAutoFit/>
          </a:bodyPr>
          <a:lstStyle/>
          <a:p>
            <a:pPr marL="342900" indent="-342900">
              <a:lnSpc>
                <a:spcPts val="2200"/>
              </a:lnSpc>
              <a:buFont typeface="+mj-ea"/>
              <a:buAutoNum type="circleNumDbPlain"/>
            </a:pPr>
            <a:r>
              <a:rPr lang="en-US" altLang="zh-CN" sz="1200" b="1" kern="0" dirty="0">
                <a:solidFill>
                  <a:srgbClr val="0070C0"/>
                </a:solidFill>
                <a:latin typeface="微软雅黑" panose="020B0503020204020204" pitchFamily="34" charset="-122"/>
                <a:ea typeface="微软雅黑" panose="020B0503020204020204" pitchFamily="34" charset="-122"/>
              </a:rPr>
              <a:t>linRange</a:t>
            </a:r>
            <a:r>
              <a:rPr lang="zh-CN" altLang="en-US" sz="1200" b="1" kern="0" dirty="0">
                <a:solidFill>
                  <a:srgbClr val="0070C0"/>
                </a:solidFill>
                <a:latin typeface="微软雅黑" panose="020B0503020204020204" pitchFamily="34" charset="-122"/>
                <a:ea typeface="微软雅黑" panose="020B0503020204020204" pitchFamily="34" charset="-122"/>
              </a:rPr>
              <a:t>创建线性向量最后元素必等于终止值</a:t>
            </a:r>
            <a:r>
              <a:rPr lang="en-US" altLang="zh-CN" sz="1200" b="1" kern="0" dirty="0">
                <a:solidFill>
                  <a:srgbClr val="0070C0"/>
                </a:solidFill>
                <a:latin typeface="微软雅黑" panose="020B0503020204020204" pitchFamily="34" charset="-122"/>
                <a:ea typeface="微软雅黑" panose="020B0503020204020204" pitchFamily="34" charset="-122"/>
              </a:rPr>
              <a:t>x2</a:t>
            </a:r>
          </a:p>
          <a:p>
            <a:pPr marL="342900" indent="-342900">
              <a:lnSpc>
                <a:spcPts val="2200"/>
              </a:lnSpc>
              <a:buFont typeface="+mj-ea"/>
              <a:buAutoNum type="circleNumDbPlain"/>
            </a:pPr>
            <a:r>
              <a:rPr lang="zh-CN" altLang="en-US" sz="1200" b="1" kern="0" dirty="0">
                <a:solidFill>
                  <a:srgbClr val="0070C0"/>
                </a:solidFill>
                <a:latin typeface="微软雅黑" panose="020B0503020204020204" pitchFamily="34" charset="-122"/>
                <a:ea typeface="微软雅黑" panose="020B0503020204020204" pitchFamily="34" charset="-122"/>
              </a:rPr>
              <a:t>冒号法创建向量，只有被等分为整数份时，最后元素才能为终止值</a:t>
            </a:r>
            <a:r>
              <a:rPr lang="en-US" altLang="zh-CN" sz="1200" b="1" kern="0" dirty="0">
                <a:solidFill>
                  <a:srgbClr val="0070C0"/>
                </a:solidFill>
                <a:latin typeface="微软雅黑" panose="020B0503020204020204" pitchFamily="34" charset="-122"/>
                <a:ea typeface="微软雅黑" panose="020B0503020204020204" pitchFamily="34" charset="-122"/>
              </a:rPr>
              <a:t>x2</a:t>
            </a:r>
            <a:endParaRPr lang="zh-CN" altLang="en-US" sz="1200" b="1" kern="0" dirty="0">
              <a:solidFill>
                <a:srgbClr val="0070C0"/>
              </a:solidFill>
              <a:latin typeface="微软雅黑" panose="020B0503020204020204" pitchFamily="34" charset="-122"/>
              <a:ea typeface="微软雅黑" panose="020B0503020204020204" pitchFamily="34" charset="-122"/>
            </a:endParaRPr>
          </a:p>
        </p:txBody>
      </p:sp>
      <p:sp>
        <p:nvSpPr>
          <p:cNvPr id="13" name="文本框 12">
            <a:extLst>
              <a:ext uri="{FF2B5EF4-FFF2-40B4-BE49-F238E27FC236}">
                <a16:creationId xmlns:a16="http://schemas.microsoft.com/office/drawing/2014/main" id="{3EFA2226-4E80-4A55-B2D5-0F66282A345B}"/>
              </a:ext>
            </a:extLst>
          </p:cNvPr>
          <p:cNvSpPr txBox="1"/>
          <p:nvPr/>
        </p:nvSpPr>
        <p:spPr>
          <a:xfrm>
            <a:off x="1379377" y="661148"/>
            <a:ext cx="7595368" cy="369332"/>
          </a:xfrm>
          <a:prstGeom prst="rect">
            <a:avLst/>
          </a:prstGeom>
          <a:noFill/>
        </p:spPr>
        <p:txBody>
          <a:bodyPr wrap="square">
            <a:spAutoFit/>
          </a:bodyPr>
          <a:lstStyle/>
          <a:p>
            <a:r>
              <a:rPr lang="zh-CN" altLang="en-US" b="1" dirty="0">
                <a:solidFill>
                  <a:srgbClr val="0070C0"/>
                </a:solidFill>
                <a:latin typeface="微软雅黑" panose="020B0503020204020204" pitchFamily="34" charset="-122"/>
                <a:ea typeface="微软雅黑" panose="020B0503020204020204" pitchFamily="34" charset="-122"/>
              </a:rPr>
              <a:t>采用不同方式分别创建线性等分向量 </a:t>
            </a:r>
            <a:r>
              <a:rPr lang="en-US" altLang="zh-CN" b="1" dirty="0">
                <a:solidFill>
                  <a:srgbClr val="0070C0"/>
                </a:solidFill>
                <a:latin typeface="微软雅黑" panose="020B0503020204020204" pitchFamily="34" charset="-122"/>
                <a:ea typeface="微软雅黑" panose="020B0503020204020204" pitchFamily="34" charset="-122"/>
              </a:rPr>
              <a:t>[1;3;5]</a:t>
            </a:r>
            <a:r>
              <a:rPr lang="zh-CN" altLang="en-US" b="1" dirty="0">
                <a:solidFill>
                  <a:srgbClr val="0070C0"/>
                </a:solidFill>
                <a:latin typeface="微软雅黑" panose="020B0503020204020204" pitchFamily="34" charset="-122"/>
                <a:ea typeface="微软雅黑" panose="020B0503020204020204" pitchFamily="34" charset="-122"/>
              </a:rPr>
              <a:t>；起始值</a:t>
            </a:r>
            <a:r>
              <a:rPr lang="en-US" altLang="zh-CN" b="1" dirty="0">
                <a:solidFill>
                  <a:srgbClr val="0070C0"/>
                </a:solidFill>
                <a:latin typeface="微软雅黑" panose="020B0503020204020204" pitchFamily="34" charset="-122"/>
                <a:ea typeface="微软雅黑" panose="020B0503020204020204" pitchFamily="34" charset="-122"/>
              </a:rPr>
              <a:t>1</a:t>
            </a:r>
            <a:r>
              <a:rPr lang="zh-CN" altLang="en-US" b="1" dirty="0">
                <a:solidFill>
                  <a:srgbClr val="0070C0"/>
                </a:solidFill>
                <a:latin typeface="微软雅黑" panose="020B0503020204020204" pitchFamily="34" charset="-122"/>
                <a:ea typeface="微软雅黑" panose="020B0503020204020204" pitchFamily="34" charset="-122"/>
              </a:rPr>
              <a:t>，终止值</a:t>
            </a:r>
            <a:r>
              <a:rPr lang="en-US" altLang="zh-CN" b="1" dirty="0">
                <a:solidFill>
                  <a:srgbClr val="0070C0"/>
                </a:solidFill>
                <a:latin typeface="微软雅黑" panose="020B0503020204020204" pitchFamily="34" charset="-122"/>
                <a:ea typeface="微软雅黑" panose="020B0503020204020204" pitchFamily="34" charset="-122"/>
              </a:rPr>
              <a:t>6</a:t>
            </a:r>
            <a:r>
              <a:rPr lang="zh-CN" altLang="en-US" b="1" dirty="0">
                <a:solidFill>
                  <a:srgbClr val="0070C0"/>
                </a:solidFill>
                <a:latin typeface="微软雅黑" panose="020B0503020204020204" pitchFamily="34" charset="-122"/>
                <a:ea typeface="微软雅黑" panose="020B0503020204020204" pitchFamily="34" charset="-122"/>
              </a:rPr>
              <a:t>的向量</a:t>
            </a:r>
          </a:p>
        </p:txBody>
      </p:sp>
      <p:sp>
        <p:nvSpPr>
          <p:cNvPr id="14" name="文本框 13">
            <a:extLst>
              <a:ext uri="{FF2B5EF4-FFF2-40B4-BE49-F238E27FC236}">
                <a16:creationId xmlns:a16="http://schemas.microsoft.com/office/drawing/2014/main" id="{18FD58B1-CA2A-4725-9920-E91DB84C844D}"/>
              </a:ext>
            </a:extLst>
          </p:cNvPr>
          <p:cNvSpPr txBox="1"/>
          <p:nvPr/>
        </p:nvSpPr>
        <p:spPr>
          <a:xfrm>
            <a:off x="3317160" y="2718472"/>
            <a:ext cx="3384376" cy="1323439"/>
          </a:xfrm>
          <a:prstGeom prst="rect">
            <a:avLst/>
          </a:prstGeom>
          <a:noFill/>
        </p:spPr>
        <p:txBody>
          <a:bodyPr wrap="square">
            <a:spAutoFit/>
          </a:bodyPr>
          <a:lstStyle/>
          <a:p>
            <a:pPr marL="0" indent="0">
              <a:buFont typeface="Wingdings" panose="05000000000000000000" pitchFamily="2" charset="2"/>
              <a:buNone/>
            </a:pPr>
            <a:r>
              <a:rPr lang="en-US" altLang="zh-CN" sz="1600" kern="0" dirty="0" err="1"/>
              <a:t>julia</a:t>
            </a:r>
            <a:r>
              <a:rPr lang="en-US" altLang="zh-CN" sz="1600" kern="0" dirty="0"/>
              <a:t>&gt; v5=collect(x5)</a:t>
            </a:r>
          </a:p>
          <a:p>
            <a:pPr marL="0" indent="0">
              <a:buNone/>
            </a:pPr>
            <a:r>
              <a:rPr lang="en-US" altLang="zh-CN" sz="1600" kern="0" dirty="0">
                <a:solidFill>
                  <a:srgbClr val="00B0F0"/>
                </a:solidFill>
              </a:rPr>
              <a:t>#</a:t>
            </a:r>
            <a:r>
              <a:rPr lang="zh-CN" altLang="en-US" sz="1600" kern="0" dirty="0">
                <a:solidFill>
                  <a:srgbClr val="00B0F0"/>
                </a:solidFill>
              </a:rPr>
              <a:t>结果</a:t>
            </a:r>
            <a:r>
              <a:rPr lang="en-US" altLang="zh-CN" sz="1600" kern="0" dirty="0">
                <a:solidFill>
                  <a:srgbClr val="00B0F0"/>
                </a:solidFill>
              </a:rPr>
              <a:t>3-element </a:t>
            </a:r>
            <a:r>
              <a:rPr lang="en-US" altLang="zh-CN" sz="1600" dirty="0">
                <a:solidFill>
                  <a:srgbClr val="FF0000"/>
                </a:solidFill>
                <a:latin typeface="华文楷体" panose="02010600040101010101" pitchFamily="2" charset="-122"/>
                <a:ea typeface="华文楷体" panose="02010600040101010101" pitchFamily="2" charset="-122"/>
              </a:rPr>
              <a:t>Vector</a:t>
            </a:r>
            <a:r>
              <a:rPr lang="en-US" altLang="zh-CN" sz="1600" dirty="0">
                <a:solidFill>
                  <a:srgbClr val="00B0F0"/>
                </a:solidFill>
              </a:rPr>
              <a:t>{Float64}:</a:t>
            </a:r>
          </a:p>
          <a:p>
            <a:pPr marL="0" indent="0">
              <a:buFont typeface="Wingdings" panose="05000000000000000000" pitchFamily="2" charset="2"/>
              <a:buNone/>
            </a:pPr>
            <a:r>
              <a:rPr lang="en-US" altLang="zh-CN" sz="1600" kern="0" dirty="0">
                <a:solidFill>
                  <a:srgbClr val="00B0F0"/>
                </a:solidFill>
              </a:rPr>
              <a:t> 1.0</a:t>
            </a:r>
          </a:p>
          <a:p>
            <a:pPr marL="0" indent="0">
              <a:buFont typeface="Wingdings" panose="05000000000000000000" pitchFamily="2" charset="2"/>
              <a:buNone/>
            </a:pPr>
            <a:r>
              <a:rPr lang="en-US" altLang="zh-CN" sz="1600" kern="0" dirty="0">
                <a:solidFill>
                  <a:srgbClr val="00B0F0"/>
                </a:solidFill>
              </a:rPr>
              <a:t> 3.5</a:t>
            </a:r>
          </a:p>
          <a:p>
            <a:pPr marL="0" indent="0">
              <a:buFont typeface="Wingdings" panose="05000000000000000000" pitchFamily="2" charset="2"/>
              <a:buNone/>
            </a:pPr>
            <a:r>
              <a:rPr lang="en-US" altLang="zh-CN" sz="1600" kern="0" dirty="0">
                <a:solidFill>
                  <a:srgbClr val="00B0F0"/>
                </a:solidFill>
              </a:rPr>
              <a:t> 6.0</a:t>
            </a:r>
          </a:p>
        </p:txBody>
      </p:sp>
    </p:spTree>
    <p:extLst>
      <p:ext uri="{BB962C8B-B14F-4D97-AF65-F5344CB8AC3E}">
        <p14:creationId xmlns:p14="http://schemas.microsoft.com/office/powerpoint/2010/main" val="36513330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0E680FD1-9D07-EF28-55A8-7A4FD21EFFCD}"/>
              </a:ext>
            </a:extLst>
          </p:cNvPr>
          <p:cNvSpPr>
            <a:spLocks noGrp="1"/>
          </p:cNvSpPr>
          <p:nvPr>
            <p:ph idx="1"/>
          </p:nvPr>
        </p:nvSpPr>
        <p:spPr>
          <a:xfrm>
            <a:off x="251520" y="2037391"/>
            <a:ext cx="8676456" cy="375809"/>
          </a:xfrm>
        </p:spPr>
        <p:txBody>
          <a:bodyPr/>
          <a:lstStyle/>
          <a:p>
            <a:pPr marL="457200" indent="-457200">
              <a:buFont typeface="+mj-ea"/>
              <a:buAutoNum type="circleNumDbPlain" startAt="2"/>
            </a:pPr>
            <a:r>
              <a:rPr lang="zh-CN" altLang="en-US" sz="1800" b="1" dirty="0">
                <a:solidFill>
                  <a:srgbClr val="0070C0"/>
                </a:solidFill>
                <a:latin typeface="微软雅黑" panose="020B0503020204020204" pitchFamily="34" charset="-122"/>
                <a:ea typeface="微软雅黑" panose="020B0503020204020204" pitchFamily="34" charset="-122"/>
              </a:rPr>
              <a:t>第</a:t>
            </a:r>
            <a:r>
              <a:rPr lang="en-US" altLang="zh-CN" sz="1800" b="1" dirty="0">
                <a:solidFill>
                  <a:srgbClr val="0070C0"/>
                </a:solidFill>
                <a:latin typeface="微软雅黑" panose="020B0503020204020204" pitchFamily="34" charset="-122"/>
                <a:ea typeface="微软雅黑" panose="020B0503020204020204" pitchFamily="34" charset="-122"/>
              </a:rPr>
              <a:t>2</a:t>
            </a:r>
            <a:r>
              <a:rPr lang="zh-CN" altLang="en-US" sz="1800" b="1" dirty="0">
                <a:solidFill>
                  <a:srgbClr val="0070C0"/>
                </a:solidFill>
                <a:latin typeface="微软雅黑" panose="020B0503020204020204" pitchFamily="34" charset="-122"/>
                <a:ea typeface="微软雅黑" panose="020B0503020204020204" pitchFamily="34" charset="-122"/>
              </a:rPr>
              <a:t>种方式</a:t>
            </a:r>
            <a:r>
              <a:rPr lang="en-US" altLang="zh-CN" sz="1800" b="1" dirty="0">
                <a:solidFill>
                  <a:srgbClr val="0070C0"/>
                </a:solidFill>
                <a:latin typeface="微软雅黑" panose="020B0503020204020204" pitchFamily="34" charset="-122"/>
                <a:ea typeface="微软雅黑" panose="020B0503020204020204" pitchFamily="34" charset="-122"/>
              </a:rPr>
              <a:t>:</a:t>
            </a:r>
            <a:r>
              <a:rPr lang="zh-CN" altLang="en-US" sz="1800" b="1" dirty="0">
                <a:solidFill>
                  <a:srgbClr val="0070C0"/>
                </a:solidFill>
                <a:latin typeface="微软雅黑" panose="020B0503020204020204" pitchFamily="34" charset="-122"/>
                <a:ea typeface="微软雅黑" panose="020B0503020204020204" pitchFamily="34" charset="-122"/>
              </a:rPr>
              <a:t>一行ｎ个元素用</a:t>
            </a:r>
            <a:r>
              <a:rPr lang="en-US" altLang="zh-CN" sz="1800" b="1" dirty="0">
                <a:solidFill>
                  <a:srgbClr val="0070C0"/>
                </a:solidFill>
                <a:latin typeface="微软雅黑" panose="020B0503020204020204" pitchFamily="34" charset="-122"/>
                <a:ea typeface="微软雅黑" panose="020B0503020204020204" pitchFamily="34" charset="-122"/>
              </a:rPr>
              <a:t>” ;;” </a:t>
            </a:r>
            <a:r>
              <a:rPr lang="zh-CN" altLang="en-US" sz="1800" b="1" dirty="0">
                <a:solidFill>
                  <a:srgbClr val="0070C0"/>
                </a:solidFill>
                <a:latin typeface="微软雅黑" panose="020B0503020204020204" pitchFamily="34" charset="-122"/>
                <a:ea typeface="微软雅黑" panose="020B0503020204020204" pitchFamily="34" charset="-122"/>
              </a:rPr>
              <a:t>分隔成１＊ｎ矩阵</a:t>
            </a:r>
          </a:p>
        </p:txBody>
      </p:sp>
      <p:sp>
        <p:nvSpPr>
          <p:cNvPr id="4" name="标题 1">
            <a:extLst>
              <a:ext uri="{FF2B5EF4-FFF2-40B4-BE49-F238E27FC236}">
                <a16:creationId xmlns:a16="http://schemas.microsoft.com/office/drawing/2014/main" id="{0C7DB59D-C47E-0F1A-DD9E-71EA57BC835C}"/>
              </a:ext>
            </a:extLst>
          </p:cNvPr>
          <p:cNvSpPr>
            <a:spLocks noGrp="1"/>
          </p:cNvSpPr>
          <p:nvPr>
            <p:ph type="title"/>
          </p:nvPr>
        </p:nvSpPr>
        <p:spPr>
          <a:xfrm>
            <a:off x="1043608" y="-33119"/>
            <a:ext cx="6480720" cy="648072"/>
          </a:xfrm>
          <a:noFill/>
        </p:spPr>
        <p:txBody>
          <a:bodyPr/>
          <a:lstStyle/>
          <a:p>
            <a:br>
              <a:rPr lang="en-US" altLang="zh-CN" i="0" dirty="0">
                <a:effectLst/>
                <a:latin typeface="Helvetica Neue"/>
              </a:rPr>
            </a:br>
            <a:br>
              <a:rPr lang="en-US" altLang="zh-CN" i="0" dirty="0">
                <a:effectLst/>
                <a:latin typeface="Helvetica Neue"/>
              </a:rPr>
            </a:br>
            <a:br>
              <a:rPr lang="en-US" altLang="zh-CN" i="0" dirty="0">
                <a:effectLst/>
                <a:latin typeface="Helvetica Neue"/>
              </a:rPr>
            </a:br>
            <a:br>
              <a:rPr lang="en-US" altLang="zh-CN" i="0" dirty="0">
                <a:effectLst/>
                <a:latin typeface="Helvetica Neue"/>
              </a:rPr>
            </a:br>
            <a:br>
              <a:rPr lang="en-US" altLang="zh-CN" i="0" dirty="0">
                <a:effectLst/>
                <a:latin typeface="Helvetica Neue"/>
              </a:rPr>
            </a:br>
            <a:br>
              <a:rPr lang="en-US" altLang="zh-CN" i="0" dirty="0">
                <a:effectLst/>
                <a:latin typeface="Helvetica Neue"/>
              </a:rPr>
            </a:br>
            <a:r>
              <a:rPr lang="en-US" altLang="zh-CN" dirty="0">
                <a:latin typeface="Helvetica Neue"/>
              </a:rPr>
              <a:t>§</a:t>
            </a:r>
            <a:r>
              <a:rPr lang="en-US" altLang="zh-CN" dirty="0"/>
              <a:t>1.4.1.2 </a:t>
            </a:r>
            <a:r>
              <a:rPr lang="zh-CN" altLang="en-US" sz="2800" i="0" dirty="0">
                <a:effectLst/>
                <a:latin typeface="Helvetica Neue"/>
              </a:rPr>
              <a:t>创建</a:t>
            </a:r>
            <a:r>
              <a:rPr lang="zh-CN" altLang="en-US" sz="2800" dirty="0">
                <a:latin typeface="Helvetica Neue"/>
              </a:rPr>
              <a:t>矩阵</a:t>
            </a:r>
            <a:r>
              <a:rPr lang="en-US" altLang="zh-CN" sz="2800" dirty="0">
                <a:solidFill>
                  <a:srgbClr val="FF0000"/>
                </a:solidFill>
              </a:rPr>
              <a:t>——1.</a:t>
            </a:r>
            <a:r>
              <a:rPr lang="zh-CN" altLang="en-US" sz="2800" dirty="0">
                <a:solidFill>
                  <a:srgbClr val="FF0000"/>
                </a:solidFill>
              </a:rPr>
              <a:t> 方括号</a:t>
            </a:r>
            <a:r>
              <a:rPr lang="en-US" altLang="zh-CN" sz="2800" dirty="0">
                <a:solidFill>
                  <a:srgbClr val="FF0000"/>
                </a:solidFill>
              </a:rPr>
              <a:t>[ ]</a:t>
            </a:r>
            <a:r>
              <a:rPr lang="zh-CN" altLang="en-US" sz="2800" dirty="0">
                <a:solidFill>
                  <a:srgbClr val="FF0000"/>
                </a:solidFill>
                <a:latin typeface="Helvetica Neue"/>
              </a:rPr>
              <a:t>创建  行矩阵</a:t>
            </a:r>
            <a:endParaRPr lang="zh-CN" altLang="en-US" sz="2800" dirty="0">
              <a:solidFill>
                <a:schemeClr val="bg1"/>
              </a:solidFill>
              <a:highlight>
                <a:srgbClr val="FF0000"/>
              </a:highlight>
            </a:endParaRPr>
          </a:p>
        </p:txBody>
      </p:sp>
      <p:sp>
        <p:nvSpPr>
          <p:cNvPr id="5" name="内容占位符 2">
            <a:extLst>
              <a:ext uri="{FF2B5EF4-FFF2-40B4-BE49-F238E27FC236}">
                <a16:creationId xmlns:a16="http://schemas.microsoft.com/office/drawing/2014/main" id="{F2B82DC3-0D5E-4482-46F6-B60ADA170C86}"/>
              </a:ext>
            </a:extLst>
          </p:cNvPr>
          <p:cNvSpPr txBox="1">
            <a:spLocks/>
          </p:cNvSpPr>
          <p:nvPr/>
        </p:nvSpPr>
        <p:spPr bwMode="auto">
          <a:xfrm>
            <a:off x="251520" y="799242"/>
            <a:ext cx="8748464" cy="375809"/>
          </a:xfrm>
          <a:prstGeom prst="rect">
            <a:avLst/>
          </a:prstGeom>
          <a:solidFill>
            <a:schemeClr val="bg1"/>
          </a:solidFill>
          <a:ln w="9525">
            <a:noFill/>
            <a:miter lim="800000"/>
            <a:headEnd/>
            <a:tailEnd/>
          </a:ln>
          <a:effectLst/>
        </p:spPr>
        <p:txBody>
          <a:bodyPr vert="horz" wrap="square" lIns="91440" tIns="45720" rIns="91440" bIns="45720" numCol="1" anchor="t" anchorCtr="0" compatLnSpc="1">
            <a:prstTxWarp prst="textNoShape">
              <a:avLst/>
            </a:prstTxWarp>
            <a:spAutoFit/>
          </a:bodyPr>
          <a:lstStyle>
            <a:lvl1pPr marL="177800" indent="-177800" algn="l" rtl="0" eaLnBrk="0" fontAlgn="base" hangingPunct="0">
              <a:lnSpc>
                <a:spcPct val="110000"/>
              </a:lnSpc>
              <a:spcBef>
                <a:spcPct val="0"/>
              </a:spcBef>
              <a:spcAft>
                <a:spcPct val="0"/>
              </a:spcAft>
              <a:buFont typeface="Wingdings" panose="05000000000000000000" pitchFamily="2" charset="2"/>
              <a:buChar char="Ø"/>
              <a:defRPr sz="2800" b="0">
                <a:solidFill>
                  <a:srgbClr val="002060"/>
                </a:solidFill>
                <a:latin typeface="华文楷体" panose="02010600040101010101" pitchFamily="2" charset="-122"/>
                <a:ea typeface="华文楷体" panose="02010600040101010101" pitchFamily="2" charset="-122"/>
                <a:cs typeface="+mn-cs"/>
              </a:defRPr>
            </a:lvl1pPr>
            <a:lvl2pPr marL="635000" indent="-177800" algn="l" rtl="0" eaLnBrk="0" fontAlgn="base" hangingPunct="0">
              <a:lnSpc>
                <a:spcPct val="110000"/>
              </a:lnSpc>
              <a:spcBef>
                <a:spcPct val="0"/>
              </a:spcBef>
              <a:spcAft>
                <a:spcPct val="0"/>
              </a:spcAft>
              <a:buFont typeface="Wingdings" panose="05000000000000000000" pitchFamily="2" charset="2"/>
              <a:buChar char="Ø"/>
              <a:defRPr sz="2400" b="0">
                <a:solidFill>
                  <a:srgbClr val="002060"/>
                </a:solidFill>
                <a:latin typeface="华文楷体" panose="02010600040101010101" pitchFamily="2" charset="-122"/>
                <a:ea typeface="华文楷体" panose="02010600040101010101" pitchFamily="2" charset="-122"/>
              </a:defRPr>
            </a:lvl2pPr>
            <a:lvl3pPr marL="1092200" indent="-177800" algn="l" rtl="0" eaLnBrk="0" fontAlgn="base" hangingPunct="0">
              <a:lnSpc>
                <a:spcPct val="110000"/>
              </a:lnSpc>
              <a:spcBef>
                <a:spcPct val="0"/>
              </a:spcBef>
              <a:spcAft>
                <a:spcPct val="0"/>
              </a:spcAft>
              <a:buFont typeface="Wingdings" panose="05000000000000000000" pitchFamily="2" charset="2"/>
              <a:buChar char="Ø"/>
              <a:defRPr sz="2400" b="0">
                <a:solidFill>
                  <a:srgbClr val="002060"/>
                </a:solidFill>
                <a:latin typeface="华文楷体" panose="02010600040101010101" pitchFamily="2" charset="-122"/>
                <a:ea typeface="华文楷体" panose="02010600040101010101" pitchFamily="2" charset="-122"/>
              </a:defRPr>
            </a:lvl3pPr>
            <a:lvl4pPr marL="1549400" indent="-177800" algn="l" rtl="0" eaLnBrk="0" fontAlgn="base" hangingPunct="0">
              <a:lnSpc>
                <a:spcPct val="110000"/>
              </a:lnSpc>
              <a:spcBef>
                <a:spcPct val="0"/>
              </a:spcBef>
              <a:spcAft>
                <a:spcPct val="0"/>
              </a:spcAft>
              <a:buFont typeface="Wingdings" panose="05000000000000000000" pitchFamily="2" charset="2"/>
              <a:buChar char="Ø"/>
              <a:defRPr sz="2000" b="0">
                <a:solidFill>
                  <a:srgbClr val="002060"/>
                </a:solidFill>
                <a:latin typeface="华文楷体" panose="02010600040101010101" pitchFamily="2" charset="-122"/>
                <a:ea typeface="华文楷体" panose="02010600040101010101" pitchFamily="2" charset="-122"/>
              </a:defRPr>
            </a:lvl4pPr>
            <a:lvl5pPr marL="2006600" indent="-177800" algn="l" rtl="0" eaLnBrk="0" fontAlgn="base" hangingPunct="0">
              <a:lnSpc>
                <a:spcPct val="110000"/>
              </a:lnSpc>
              <a:spcBef>
                <a:spcPct val="0"/>
              </a:spcBef>
              <a:spcAft>
                <a:spcPct val="0"/>
              </a:spcAft>
              <a:buFont typeface="Wingdings" panose="05000000000000000000" pitchFamily="2" charset="2"/>
              <a:buChar char="Ø"/>
              <a:defRPr sz="2000" b="0">
                <a:solidFill>
                  <a:srgbClr val="002060"/>
                </a:solidFill>
                <a:latin typeface="华文楷体" panose="02010600040101010101" pitchFamily="2" charset="-122"/>
                <a:ea typeface="华文楷体" panose="02010600040101010101" pitchFamily="2" charset="-122"/>
              </a:defRPr>
            </a:lvl5pPr>
            <a:lvl6pPr marL="2463800" indent="-177800" algn="l" rtl="0" eaLnBrk="1" fontAlgn="base" hangingPunct="1">
              <a:lnSpc>
                <a:spcPct val="110000"/>
              </a:lnSpc>
              <a:spcBef>
                <a:spcPct val="0"/>
              </a:spcBef>
              <a:spcAft>
                <a:spcPct val="0"/>
              </a:spcAft>
              <a:buChar char="•"/>
              <a:defRPr b="1">
                <a:solidFill>
                  <a:srgbClr val="002E5C"/>
                </a:solidFill>
                <a:latin typeface="+mn-lt"/>
              </a:defRPr>
            </a:lvl6pPr>
            <a:lvl7pPr marL="2921000" indent="-177800" algn="l" rtl="0" eaLnBrk="1" fontAlgn="base" hangingPunct="1">
              <a:lnSpc>
                <a:spcPct val="110000"/>
              </a:lnSpc>
              <a:spcBef>
                <a:spcPct val="0"/>
              </a:spcBef>
              <a:spcAft>
                <a:spcPct val="0"/>
              </a:spcAft>
              <a:buChar char="•"/>
              <a:defRPr b="1">
                <a:solidFill>
                  <a:srgbClr val="002E5C"/>
                </a:solidFill>
                <a:latin typeface="+mn-lt"/>
              </a:defRPr>
            </a:lvl7pPr>
            <a:lvl8pPr marL="3378200" indent="-177800" algn="l" rtl="0" eaLnBrk="1" fontAlgn="base" hangingPunct="1">
              <a:lnSpc>
                <a:spcPct val="110000"/>
              </a:lnSpc>
              <a:spcBef>
                <a:spcPct val="0"/>
              </a:spcBef>
              <a:spcAft>
                <a:spcPct val="0"/>
              </a:spcAft>
              <a:buChar char="•"/>
              <a:defRPr b="1">
                <a:solidFill>
                  <a:srgbClr val="002E5C"/>
                </a:solidFill>
                <a:latin typeface="+mn-lt"/>
              </a:defRPr>
            </a:lvl8pPr>
            <a:lvl9pPr marL="3835400" indent="-177800" algn="l" rtl="0" eaLnBrk="1" fontAlgn="base" hangingPunct="1">
              <a:lnSpc>
                <a:spcPct val="110000"/>
              </a:lnSpc>
              <a:spcBef>
                <a:spcPct val="0"/>
              </a:spcBef>
              <a:spcAft>
                <a:spcPct val="0"/>
              </a:spcAft>
              <a:buChar char="•"/>
              <a:defRPr b="1">
                <a:solidFill>
                  <a:srgbClr val="002E5C"/>
                </a:solidFill>
                <a:latin typeface="+mn-lt"/>
              </a:defRPr>
            </a:lvl9pPr>
          </a:lstStyle>
          <a:p>
            <a:pPr marL="457200" indent="-457200">
              <a:buFont typeface="+mj-ea"/>
              <a:buAutoNum type="circleNumDbPlain"/>
            </a:pPr>
            <a:r>
              <a:rPr lang="zh-CN" altLang="en-US" sz="1800" b="1" kern="0" dirty="0">
                <a:solidFill>
                  <a:srgbClr val="0070C0"/>
                </a:solidFill>
                <a:latin typeface="微软雅黑" panose="020B0503020204020204" pitchFamily="34" charset="-122"/>
                <a:ea typeface="微软雅黑" panose="020B0503020204020204" pitchFamily="34" charset="-122"/>
              </a:rPr>
              <a:t>第</a:t>
            </a:r>
            <a:r>
              <a:rPr lang="en-US" altLang="zh-CN" sz="1800" b="1" kern="0" dirty="0">
                <a:solidFill>
                  <a:srgbClr val="0070C0"/>
                </a:solidFill>
                <a:latin typeface="微软雅黑" panose="020B0503020204020204" pitchFamily="34" charset="-122"/>
                <a:ea typeface="微软雅黑" panose="020B0503020204020204" pitchFamily="34" charset="-122"/>
              </a:rPr>
              <a:t>1</a:t>
            </a:r>
            <a:r>
              <a:rPr lang="zh-CN" altLang="en-US" sz="1800" b="1" kern="0" dirty="0">
                <a:solidFill>
                  <a:srgbClr val="0070C0"/>
                </a:solidFill>
                <a:latin typeface="微软雅黑" panose="020B0503020204020204" pitchFamily="34" charset="-122"/>
                <a:ea typeface="微软雅黑" panose="020B0503020204020204" pitchFamily="34" charset="-122"/>
              </a:rPr>
              <a:t>种方式</a:t>
            </a:r>
            <a:r>
              <a:rPr lang="en-US" altLang="zh-CN" sz="1800" b="1" kern="0" dirty="0">
                <a:solidFill>
                  <a:srgbClr val="0070C0"/>
                </a:solidFill>
                <a:latin typeface="微软雅黑" panose="020B0503020204020204" pitchFamily="34" charset="-122"/>
                <a:ea typeface="微软雅黑" panose="020B0503020204020204" pitchFamily="34" charset="-122"/>
              </a:rPr>
              <a:t>:</a:t>
            </a:r>
            <a:r>
              <a:rPr lang="zh-CN" altLang="en-US" sz="1800" b="1" kern="0" dirty="0">
                <a:solidFill>
                  <a:srgbClr val="0070C0"/>
                </a:solidFill>
                <a:latin typeface="微软雅黑" panose="020B0503020204020204" pitchFamily="34" charset="-122"/>
                <a:ea typeface="微软雅黑" panose="020B0503020204020204" pitchFamily="34" charset="-122"/>
              </a:rPr>
              <a:t>一行ｎ个元素用空格分隔成１＊ｎ矩阵</a:t>
            </a:r>
          </a:p>
        </p:txBody>
      </p:sp>
      <p:sp>
        <p:nvSpPr>
          <p:cNvPr id="7" name="文本框 6">
            <a:extLst>
              <a:ext uri="{FF2B5EF4-FFF2-40B4-BE49-F238E27FC236}">
                <a16:creationId xmlns:a16="http://schemas.microsoft.com/office/drawing/2014/main" id="{FC2FBC7B-494A-6A89-C591-503054325ED3}"/>
              </a:ext>
            </a:extLst>
          </p:cNvPr>
          <p:cNvSpPr txBox="1"/>
          <p:nvPr/>
        </p:nvSpPr>
        <p:spPr>
          <a:xfrm>
            <a:off x="719064" y="1151425"/>
            <a:ext cx="4623238" cy="923330"/>
          </a:xfrm>
          <a:prstGeom prst="rect">
            <a:avLst/>
          </a:prstGeom>
          <a:noFill/>
        </p:spPr>
        <p:txBody>
          <a:bodyPr wrap="square">
            <a:spAutoFit/>
          </a:bodyPr>
          <a:lstStyle/>
          <a:p>
            <a:r>
              <a:rPr lang="it-IT" altLang="zh-CN" dirty="0"/>
              <a:t>julia&gt; ma=[1 2 3 4]</a:t>
            </a:r>
          </a:p>
          <a:p>
            <a:r>
              <a:rPr lang="it-IT" altLang="zh-CN" b="1" dirty="0">
                <a:solidFill>
                  <a:srgbClr val="FF0000"/>
                </a:solidFill>
              </a:rPr>
              <a:t>1×4</a:t>
            </a:r>
            <a:r>
              <a:rPr lang="it-IT" altLang="zh-CN" dirty="0">
                <a:solidFill>
                  <a:srgbClr val="00B0F0"/>
                </a:solidFill>
              </a:rPr>
              <a:t> </a:t>
            </a:r>
            <a:r>
              <a:rPr lang="it-IT" altLang="zh-CN" b="1" dirty="0">
                <a:solidFill>
                  <a:srgbClr val="FF0000"/>
                </a:solidFill>
              </a:rPr>
              <a:t>Matrix</a:t>
            </a:r>
            <a:r>
              <a:rPr lang="it-IT" altLang="zh-CN" dirty="0">
                <a:solidFill>
                  <a:srgbClr val="00B0F0"/>
                </a:solidFill>
              </a:rPr>
              <a:t>{Int64}:</a:t>
            </a:r>
          </a:p>
          <a:p>
            <a:r>
              <a:rPr lang="it-IT" altLang="zh-CN" dirty="0">
                <a:solidFill>
                  <a:srgbClr val="00B0F0"/>
                </a:solidFill>
              </a:rPr>
              <a:t>1  2  3  4</a:t>
            </a:r>
            <a:endParaRPr lang="zh-CN" altLang="en-US" dirty="0">
              <a:solidFill>
                <a:srgbClr val="00B0F0"/>
              </a:solidFill>
            </a:endParaRPr>
          </a:p>
        </p:txBody>
      </p:sp>
      <p:sp>
        <p:nvSpPr>
          <p:cNvPr id="9" name="文本框 8">
            <a:extLst>
              <a:ext uri="{FF2B5EF4-FFF2-40B4-BE49-F238E27FC236}">
                <a16:creationId xmlns:a16="http://schemas.microsoft.com/office/drawing/2014/main" id="{AA487CC8-C018-0544-0CB2-9CD5C982DF35}"/>
              </a:ext>
            </a:extLst>
          </p:cNvPr>
          <p:cNvSpPr txBox="1"/>
          <p:nvPr/>
        </p:nvSpPr>
        <p:spPr>
          <a:xfrm>
            <a:off x="712022" y="2429263"/>
            <a:ext cx="4623238" cy="1015663"/>
          </a:xfrm>
          <a:prstGeom prst="rect">
            <a:avLst/>
          </a:prstGeom>
          <a:noFill/>
        </p:spPr>
        <p:txBody>
          <a:bodyPr wrap="square">
            <a:spAutoFit/>
          </a:bodyPr>
          <a:lstStyle/>
          <a:p>
            <a:r>
              <a:rPr lang="zh-CN" altLang="en-US" sz="2000" dirty="0"/>
              <a:t>julia&gt; x =[11;; 2.2;;pi ;;３]</a:t>
            </a:r>
          </a:p>
          <a:p>
            <a:r>
              <a:rPr lang="zh-CN" altLang="en-US" sz="2000" dirty="0">
                <a:solidFill>
                  <a:srgbClr val="00B0F0"/>
                </a:solidFill>
              </a:rPr>
              <a:t>1×４ </a:t>
            </a:r>
            <a:r>
              <a:rPr lang="zh-CN" altLang="en-US" sz="2000" b="1" dirty="0">
                <a:solidFill>
                  <a:srgbClr val="FF0000"/>
                </a:solidFill>
              </a:rPr>
              <a:t>Matrix</a:t>
            </a:r>
            <a:r>
              <a:rPr lang="zh-CN" altLang="en-US" sz="2000" dirty="0">
                <a:solidFill>
                  <a:srgbClr val="00B0F0"/>
                </a:solidFill>
              </a:rPr>
              <a:t>{Float64}:</a:t>
            </a:r>
          </a:p>
          <a:p>
            <a:r>
              <a:rPr lang="zh-CN" altLang="en-US" sz="2000" dirty="0">
                <a:solidFill>
                  <a:srgbClr val="00B0F0"/>
                </a:solidFill>
              </a:rPr>
              <a:t>11.0  2.2  3.14159３</a:t>
            </a:r>
          </a:p>
        </p:txBody>
      </p:sp>
      <p:sp>
        <p:nvSpPr>
          <p:cNvPr id="2" name="矩形 1">
            <a:extLst>
              <a:ext uri="{FF2B5EF4-FFF2-40B4-BE49-F238E27FC236}">
                <a16:creationId xmlns:a16="http://schemas.microsoft.com/office/drawing/2014/main" id="{5AFCD13C-D490-A198-D5EF-5A976FB72990}"/>
              </a:ext>
            </a:extLst>
          </p:cNvPr>
          <p:cNvSpPr/>
          <p:nvPr/>
        </p:nvSpPr>
        <p:spPr>
          <a:xfrm>
            <a:off x="6084168" y="816714"/>
            <a:ext cx="2004980" cy="369332"/>
          </a:xfrm>
          <a:prstGeom prst="rect">
            <a:avLst/>
          </a:prstGeom>
          <a:solidFill>
            <a:srgbClr val="0070C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p>
            <a:r>
              <a:rPr lang="en-US" altLang="zh-CN" kern="0" dirty="0">
                <a:solidFill>
                  <a:schemeClr val="bg1"/>
                </a:solidFill>
              </a:rPr>
              <a:t>x =[x1 x2</a:t>
            </a:r>
            <a:r>
              <a:rPr lang="zh-CN" altLang="en-US" kern="0" dirty="0">
                <a:solidFill>
                  <a:schemeClr val="bg1"/>
                </a:solidFill>
              </a:rPr>
              <a:t>．．</a:t>
            </a:r>
            <a:r>
              <a:rPr lang="en-US" altLang="zh-CN" kern="0" dirty="0">
                <a:solidFill>
                  <a:schemeClr val="bg1"/>
                </a:solidFill>
              </a:rPr>
              <a:t>x</a:t>
            </a:r>
            <a:r>
              <a:rPr lang="zh-CN" altLang="en-US" kern="0" dirty="0">
                <a:solidFill>
                  <a:schemeClr val="bg1"/>
                </a:solidFill>
              </a:rPr>
              <a:t>ｎ</a:t>
            </a:r>
            <a:r>
              <a:rPr lang="en-US" altLang="zh-CN" kern="0" dirty="0">
                <a:solidFill>
                  <a:schemeClr val="bg1"/>
                </a:solidFill>
              </a:rPr>
              <a:t>]</a:t>
            </a:r>
            <a:endParaRPr lang="zh-CN" altLang="en-US" dirty="0">
              <a:solidFill>
                <a:schemeClr val="bg1"/>
              </a:solidFill>
              <a:latin typeface="Times New Roman" panose="02020603050405020304" pitchFamily="18" charset="0"/>
              <a:cs typeface="Times New Roman" panose="02020603050405020304" pitchFamily="18" charset="0"/>
            </a:endParaRPr>
          </a:p>
        </p:txBody>
      </p:sp>
      <p:sp>
        <p:nvSpPr>
          <p:cNvPr id="6" name="矩形 5">
            <a:extLst>
              <a:ext uri="{FF2B5EF4-FFF2-40B4-BE49-F238E27FC236}">
                <a16:creationId xmlns:a16="http://schemas.microsoft.com/office/drawing/2014/main" id="{23897EF3-C352-E6AF-EE1C-08E5EE3926FB}"/>
              </a:ext>
            </a:extLst>
          </p:cNvPr>
          <p:cNvSpPr/>
          <p:nvPr/>
        </p:nvSpPr>
        <p:spPr>
          <a:xfrm>
            <a:off x="6306639" y="2007256"/>
            <a:ext cx="2017236" cy="369332"/>
          </a:xfrm>
          <a:prstGeom prst="rect">
            <a:avLst/>
          </a:prstGeom>
          <a:solidFill>
            <a:srgbClr val="0070C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p>
            <a:r>
              <a:rPr lang="en-US" altLang="zh-CN" kern="0" dirty="0">
                <a:solidFill>
                  <a:schemeClr val="bg1"/>
                </a:solidFill>
              </a:rPr>
              <a:t>x =[x1;; x2;;...x</a:t>
            </a:r>
            <a:r>
              <a:rPr lang="zh-CN" altLang="en-US" kern="0" dirty="0">
                <a:solidFill>
                  <a:schemeClr val="bg1"/>
                </a:solidFill>
              </a:rPr>
              <a:t>ｎ</a:t>
            </a:r>
            <a:r>
              <a:rPr lang="en-US" altLang="zh-CN" kern="0" dirty="0">
                <a:solidFill>
                  <a:schemeClr val="bg1"/>
                </a:solidFill>
              </a:rPr>
              <a:t>]</a:t>
            </a:r>
            <a:endParaRPr lang="zh-CN" altLang="en-US" kern="0" dirty="0">
              <a:solidFill>
                <a:schemeClr val="bg1"/>
              </a:solidFill>
            </a:endParaRPr>
          </a:p>
        </p:txBody>
      </p:sp>
      <p:sp>
        <p:nvSpPr>
          <p:cNvPr id="11" name="AutoShape 13">
            <a:extLst>
              <a:ext uri="{FF2B5EF4-FFF2-40B4-BE49-F238E27FC236}">
                <a16:creationId xmlns:a16="http://schemas.microsoft.com/office/drawing/2014/main" id="{B6AE4CA1-BDD2-4927-9462-25F926B0A7B6}"/>
              </a:ext>
            </a:extLst>
          </p:cNvPr>
          <p:cNvSpPr>
            <a:spLocks noChangeArrowheads="1"/>
          </p:cNvSpPr>
          <p:nvPr/>
        </p:nvSpPr>
        <p:spPr bwMode="auto">
          <a:xfrm>
            <a:off x="4544766" y="1413717"/>
            <a:ext cx="864097" cy="407291"/>
          </a:xfrm>
          <a:prstGeom prst="irregularSeal2">
            <a:avLst/>
          </a:prstGeom>
          <a:solidFill>
            <a:srgbClr val="C00000"/>
          </a:solidFill>
          <a:ln w="57150">
            <a:solidFill>
              <a:srgbClr val="00FF00"/>
            </a:solidFill>
            <a:miter lim="800000"/>
          </a:ln>
          <a:scene3d>
            <a:camera prst="orthographicFront"/>
            <a:lightRig rig="threePt" dir="t"/>
          </a:scene3d>
          <a:sp3d>
            <a:bevelT prst="angle"/>
          </a:sp3d>
        </p:spPr>
        <p:txBody>
          <a:bodyPr wrap="none" anchor="ctr"/>
          <a:lstStyle/>
          <a:p>
            <a:r>
              <a:rPr lang="zh-CN" altLang="en-US" sz="1400" b="1" kern="0" dirty="0">
                <a:solidFill>
                  <a:srgbClr val="FFFF00"/>
                </a:solidFill>
                <a:ea typeface="黑体" panose="02010609060101010101" pitchFamily="49" charset="-122"/>
              </a:rPr>
              <a:t> 注意</a:t>
            </a:r>
            <a:endParaRPr lang="zh-CN" altLang="en-US" sz="1200" b="1" kern="0" dirty="0">
              <a:solidFill>
                <a:srgbClr val="FFFF00"/>
              </a:solidFill>
              <a:ea typeface="黑体" panose="02010609060101010101" pitchFamily="49" charset="-122"/>
            </a:endParaRPr>
          </a:p>
        </p:txBody>
      </p:sp>
      <p:sp>
        <p:nvSpPr>
          <p:cNvPr id="13" name="Rectangle 1">
            <a:extLst>
              <a:ext uri="{FF2B5EF4-FFF2-40B4-BE49-F238E27FC236}">
                <a16:creationId xmlns:a16="http://schemas.microsoft.com/office/drawing/2014/main" id="{BDBC63EB-D0E9-4048-ABBB-3827E5C7654F}"/>
              </a:ext>
            </a:extLst>
          </p:cNvPr>
          <p:cNvSpPr>
            <a:spLocks noChangeArrowheads="1"/>
          </p:cNvSpPr>
          <p:nvPr/>
        </p:nvSpPr>
        <p:spPr bwMode="auto">
          <a:xfrm>
            <a:off x="323528" y="3363838"/>
            <a:ext cx="8640959" cy="799899"/>
          </a:xfrm>
          <a:prstGeom prst="rect">
            <a:avLst/>
          </a:prstGeom>
          <a:noFill/>
          <a:ln>
            <a:noFill/>
          </a:ln>
          <a:effectLst/>
        </p:spPr>
        <p:txBody>
          <a:bodyPr vert="horz" wrap="square" lIns="91440" tIns="45720" rIns="91440" bIns="45720" numCol="1" anchor="ctr" anchorCtr="0" compatLnSpc="1">
            <a:spAutoFit/>
          </a:bodyPr>
          <a:lstStyle>
            <a:lvl1pPr eaLnBrk="0" hangingPunct="0">
              <a:tabLst>
                <a:tab pos="417195" algn="l"/>
              </a:tabLst>
              <a:defRPr>
                <a:solidFill>
                  <a:schemeClr val="tx1"/>
                </a:solidFill>
                <a:latin typeface="Arial" panose="020B0604020202020204" pitchFamily="34" charset="0"/>
              </a:defRPr>
            </a:lvl1pPr>
            <a:lvl2pPr eaLnBrk="0" hangingPunct="0">
              <a:tabLst>
                <a:tab pos="417195" algn="l"/>
              </a:tabLst>
              <a:defRPr>
                <a:solidFill>
                  <a:schemeClr val="tx1"/>
                </a:solidFill>
                <a:latin typeface="Arial" panose="020B0604020202020204" pitchFamily="34" charset="0"/>
              </a:defRPr>
            </a:lvl2pPr>
            <a:lvl3pPr eaLnBrk="0" hangingPunct="0">
              <a:tabLst>
                <a:tab pos="417195" algn="l"/>
              </a:tabLst>
              <a:defRPr>
                <a:solidFill>
                  <a:schemeClr val="tx1"/>
                </a:solidFill>
                <a:latin typeface="Arial" panose="020B0604020202020204" pitchFamily="34" charset="0"/>
              </a:defRPr>
            </a:lvl3pPr>
            <a:lvl4pPr eaLnBrk="0" hangingPunct="0">
              <a:tabLst>
                <a:tab pos="417195" algn="l"/>
              </a:tabLst>
              <a:defRPr>
                <a:solidFill>
                  <a:schemeClr val="tx1"/>
                </a:solidFill>
                <a:latin typeface="Arial" panose="020B0604020202020204" pitchFamily="34" charset="0"/>
              </a:defRPr>
            </a:lvl4pPr>
            <a:lvl5pPr eaLnBrk="0" hangingPunct="0">
              <a:tabLst>
                <a:tab pos="417195" algn="l"/>
              </a:tabLst>
              <a:defRPr>
                <a:solidFill>
                  <a:schemeClr val="tx1"/>
                </a:solidFill>
                <a:latin typeface="Arial" panose="020B0604020202020204" pitchFamily="34" charset="0"/>
              </a:defRPr>
            </a:lvl5pPr>
            <a:lvl6pPr eaLnBrk="0" fontAlgn="base" hangingPunct="0">
              <a:spcBef>
                <a:spcPct val="0"/>
              </a:spcBef>
              <a:spcAft>
                <a:spcPct val="0"/>
              </a:spcAft>
              <a:tabLst>
                <a:tab pos="417195" algn="l"/>
              </a:tabLst>
              <a:defRPr>
                <a:solidFill>
                  <a:schemeClr val="tx1"/>
                </a:solidFill>
                <a:latin typeface="Arial" panose="020B0604020202020204" pitchFamily="34" charset="0"/>
              </a:defRPr>
            </a:lvl6pPr>
            <a:lvl7pPr eaLnBrk="0" fontAlgn="base" hangingPunct="0">
              <a:spcBef>
                <a:spcPct val="0"/>
              </a:spcBef>
              <a:spcAft>
                <a:spcPct val="0"/>
              </a:spcAft>
              <a:tabLst>
                <a:tab pos="417195" algn="l"/>
              </a:tabLst>
              <a:defRPr>
                <a:solidFill>
                  <a:schemeClr val="tx1"/>
                </a:solidFill>
                <a:latin typeface="Arial" panose="020B0604020202020204" pitchFamily="34" charset="0"/>
              </a:defRPr>
            </a:lvl7pPr>
            <a:lvl8pPr eaLnBrk="0" fontAlgn="base" hangingPunct="0">
              <a:spcBef>
                <a:spcPct val="0"/>
              </a:spcBef>
              <a:spcAft>
                <a:spcPct val="0"/>
              </a:spcAft>
              <a:tabLst>
                <a:tab pos="417195" algn="l"/>
              </a:tabLst>
              <a:defRPr>
                <a:solidFill>
                  <a:schemeClr val="tx1"/>
                </a:solidFill>
                <a:latin typeface="Arial" panose="020B0604020202020204" pitchFamily="34" charset="0"/>
              </a:defRPr>
            </a:lvl8pPr>
            <a:lvl9pPr eaLnBrk="0" fontAlgn="base" hangingPunct="0">
              <a:spcBef>
                <a:spcPct val="0"/>
              </a:spcBef>
              <a:spcAft>
                <a:spcPct val="0"/>
              </a:spcAft>
              <a:tabLst>
                <a:tab pos="417195"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ts val="2900"/>
              </a:lnSpc>
              <a:spcBef>
                <a:spcPct val="0"/>
              </a:spcBef>
              <a:spcAft>
                <a:spcPct val="0"/>
              </a:spcAft>
              <a:buClrTx/>
              <a:buSzTx/>
              <a:buFontTx/>
              <a:buNone/>
              <a:tabLst>
                <a:tab pos="417195" algn="l"/>
              </a:tabLst>
            </a:pPr>
            <a:r>
              <a:rPr kumimoji="0" lang="en-US" altLang="zh-CN" sz="1600" i="0" u="none" strike="noStrike" cap="none" normalizeH="0" baseline="0" dirty="0">
                <a:ln>
                  <a:noFill/>
                </a:ln>
                <a:solidFill>
                  <a:srgbClr val="0070C0"/>
                </a:solidFill>
                <a:effectLst/>
                <a:latin typeface="微软雅黑 Light" panose="020B0502040204020203" pitchFamily="34" charset="-122"/>
                <a:ea typeface="微软雅黑 Light" panose="020B0502040204020203" pitchFamily="34" charset="-122"/>
                <a:cs typeface="Times New Roman" panose="02020603050405020304" pitchFamily="18" charset="0"/>
              </a:rPr>
              <a:t>                </a:t>
            </a:r>
            <a:r>
              <a:rPr kumimoji="0" lang="zh-CN" altLang="zh-CN" sz="1600" i="0" u="none" strike="noStrike" cap="none" normalizeH="0" baseline="0" dirty="0">
                <a:ln>
                  <a:noFill/>
                </a:ln>
                <a:solidFill>
                  <a:srgbClr val="0070C0"/>
                </a:solidFill>
                <a:effectLst/>
                <a:latin typeface="微软雅黑" panose="020B0503020204020204" pitchFamily="34" charset="-122"/>
                <a:ea typeface="微软雅黑" panose="020B0503020204020204" pitchFamily="34" charset="-122"/>
                <a:cs typeface="Times New Roman" panose="02020603050405020304" pitchFamily="18" charset="0"/>
              </a:rPr>
              <a:t>大物实验“</a:t>
            </a:r>
            <a:r>
              <a:rPr kumimoji="0" lang="en-US" altLang="zh-CN" sz="1600" i="0" u="none" strike="noStrike" cap="none" normalizeH="0" baseline="0" dirty="0">
                <a:ln>
                  <a:noFill/>
                </a:ln>
                <a:solidFill>
                  <a:srgbClr val="0070C0"/>
                </a:solidFill>
                <a:effectLst/>
                <a:latin typeface="微软雅黑" panose="020B0503020204020204" pitchFamily="34" charset="-122"/>
                <a:ea typeface="微软雅黑" panose="020B0503020204020204" pitchFamily="34" charset="-122"/>
                <a:cs typeface="Times New Roman" panose="02020603050405020304" pitchFamily="18" charset="0"/>
              </a:rPr>
              <a:t>PN</a:t>
            </a:r>
            <a:r>
              <a:rPr kumimoji="0" lang="zh-CN" altLang="en-US" sz="1600" i="0" u="none" strike="noStrike" cap="none" normalizeH="0" baseline="0" dirty="0">
                <a:ln>
                  <a:noFill/>
                </a:ln>
                <a:solidFill>
                  <a:srgbClr val="0070C0"/>
                </a:solidFill>
                <a:effectLst/>
                <a:latin typeface="微软雅黑" panose="020B0503020204020204" pitchFamily="34" charset="-122"/>
                <a:ea typeface="微软雅黑" panose="020B0503020204020204" pitchFamily="34" charset="-122"/>
                <a:cs typeface="Times New Roman" panose="02020603050405020304" pitchFamily="18" charset="0"/>
              </a:rPr>
              <a:t>结正向压降</a:t>
            </a:r>
            <a:r>
              <a:rPr kumimoji="0" lang="en-US" altLang="zh-CN" sz="1600" i="0" u="none" strike="noStrike" cap="none" normalizeH="0" baseline="0" dirty="0">
                <a:ln>
                  <a:noFill/>
                </a:ln>
                <a:solidFill>
                  <a:srgbClr val="0070C0"/>
                </a:solidFill>
                <a:effectLst/>
                <a:latin typeface="微软雅黑" panose="020B0503020204020204" pitchFamily="34" charset="-122"/>
                <a:ea typeface="微软雅黑" panose="020B0503020204020204" pitchFamily="34" charset="-122"/>
                <a:cs typeface="Times New Roman" panose="02020603050405020304" pitchFamily="18" charset="0"/>
              </a:rPr>
              <a:t>y</a:t>
            </a:r>
            <a:r>
              <a:rPr kumimoji="0" lang="zh-CN" altLang="en-US" sz="1600" i="0" u="none" strike="noStrike" cap="none" normalizeH="0" baseline="0" dirty="0">
                <a:ln>
                  <a:noFill/>
                </a:ln>
                <a:solidFill>
                  <a:srgbClr val="0070C0"/>
                </a:solidFill>
                <a:effectLst/>
                <a:latin typeface="微软雅黑" panose="020B0503020204020204" pitchFamily="34" charset="-122"/>
                <a:ea typeface="微软雅黑" panose="020B0503020204020204" pitchFamily="34" charset="-122"/>
                <a:cs typeface="Times New Roman" panose="02020603050405020304" pitchFamily="18" charset="0"/>
              </a:rPr>
              <a:t>与温度</a:t>
            </a:r>
            <a:r>
              <a:rPr lang="en-US" altLang="zh-CN" sz="1600"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x</a:t>
            </a:r>
            <a:r>
              <a:rPr kumimoji="0" lang="zh-CN" altLang="en-US" sz="1600" i="0" u="none" strike="noStrike" cap="none" normalizeH="0" baseline="0" dirty="0">
                <a:ln>
                  <a:noFill/>
                </a:ln>
                <a:solidFill>
                  <a:srgbClr val="0070C0"/>
                </a:solidFill>
                <a:effectLst/>
                <a:latin typeface="微软雅黑" panose="020B0503020204020204" pitchFamily="34" charset="-122"/>
                <a:ea typeface="微软雅黑" panose="020B0503020204020204" pitchFamily="34" charset="-122"/>
                <a:cs typeface="Times New Roman" panose="02020603050405020304" pitchFamily="18" charset="0"/>
              </a:rPr>
              <a:t>关系的研究与应用”，</a:t>
            </a:r>
            <a:r>
              <a:rPr kumimoji="0" lang="zh-CN" altLang="en-US" sz="1600" i="0" u="none" strike="noStrike" cap="none" normalizeH="0" baseline="0" dirty="0">
                <a:ln>
                  <a:noFill/>
                </a:ln>
                <a:solidFill>
                  <a:srgbClr val="FF0000"/>
                </a:solidFill>
                <a:effectLst/>
                <a:latin typeface="微软雅黑" panose="020B0503020204020204" pitchFamily="34" charset="-122"/>
                <a:ea typeface="微软雅黑" panose="020B0503020204020204" pitchFamily="34" charset="-122"/>
                <a:cs typeface="Times New Roman" panose="02020603050405020304" pitchFamily="18" charset="0"/>
              </a:rPr>
              <a:t>多项式拟合</a:t>
            </a:r>
            <a:r>
              <a:rPr kumimoji="0" lang="en-US" altLang="zh-CN" sz="1600" i="0" u="none" strike="noStrike" cap="none" normalizeH="0" baseline="0" dirty="0">
                <a:ln>
                  <a:noFill/>
                </a:ln>
                <a:solidFill>
                  <a:srgbClr val="0070C0"/>
                </a:solidFill>
                <a:effectLst/>
                <a:latin typeface="微软雅黑" panose="020B0503020204020204" pitchFamily="34" charset="-122"/>
                <a:ea typeface="微软雅黑" panose="020B0503020204020204" pitchFamily="34" charset="-122"/>
                <a:cs typeface="Times New Roman" panose="02020603050405020304" pitchFamily="18" charset="0"/>
              </a:rPr>
              <a:t>,</a:t>
            </a:r>
            <a:r>
              <a:rPr kumimoji="0" lang="zh-CN" altLang="en-US" sz="1600" i="0" u="none" strike="noStrike" cap="none" normalizeH="0" baseline="0" dirty="0">
                <a:ln>
                  <a:noFill/>
                </a:ln>
                <a:solidFill>
                  <a:srgbClr val="0070C0"/>
                </a:solidFill>
                <a:effectLst/>
                <a:latin typeface="微软雅黑" panose="020B0503020204020204" pitchFamily="34" charset="-122"/>
                <a:ea typeface="微软雅黑" panose="020B0503020204020204" pitchFamily="34" charset="-122"/>
                <a:cs typeface="Times New Roman" panose="02020603050405020304" pitchFamily="18" charset="0"/>
              </a:rPr>
              <a:t>建立温度</a:t>
            </a:r>
            <a:r>
              <a:rPr kumimoji="0" lang="en-US" altLang="zh-CN" sz="1600" i="0" u="none" strike="noStrike" cap="none" normalizeH="0" baseline="0" dirty="0">
                <a:ln>
                  <a:noFill/>
                </a:ln>
                <a:solidFill>
                  <a:srgbClr val="0070C0"/>
                </a:solidFill>
                <a:effectLst/>
                <a:latin typeface="微软雅黑" panose="020B0503020204020204" pitchFamily="34" charset="-122"/>
                <a:ea typeface="微软雅黑" panose="020B0503020204020204" pitchFamily="34" charset="-122"/>
                <a:cs typeface="Times New Roman" panose="02020603050405020304" pitchFamily="18" charset="0"/>
              </a:rPr>
              <a:t>x</a:t>
            </a:r>
            <a:r>
              <a:rPr kumimoji="0" lang="zh-CN" altLang="en-US" sz="1600" i="0" u="none" strike="noStrike" cap="none" normalizeH="0" baseline="0" dirty="0">
                <a:ln>
                  <a:noFill/>
                </a:ln>
                <a:solidFill>
                  <a:srgbClr val="0070C0"/>
                </a:solidFill>
                <a:effectLst/>
                <a:latin typeface="微软雅黑" panose="020B0503020204020204" pitchFamily="34" charset="-122"/>
                <a:ea typeface="微软雅黑" panose="020B0503020204020204" pitchFamily="34" charset="-122"/>
                <a:cs typeface="Times New Roman" panose="02020603050405020304" pitchFamily="18" charset="0"/>
              </a:rPr>
              <a:t>和压降</a:t>
            </a:r>
            <a:r>
              <a:rPr kumimoji="0" lang="en-US" altLang="zh-CN" sz="1600" i="0" u="none" strike="noStrike" cap="none" normalizeH="0" baseline="0" dirty="0">
                <a:ln>
                  <a:noFill/>
                </a:ln>
                <a:solidFill>
                  <a:srgbClr val="0070C0"/>
                </a:solidFill>
                <a:effectLst/>
                <a:latin typeface="微软雅黑" panose="020B0503020204020204" pitchFamily="34" charset="-122"/>
                <a:ea typeface="微软雅黑" panose="020B0503020204020204" pitchFamily="34" charset="-122"/>
                <a:cs typeface="Times New Roman" panose="02020603050405020304" pitchFamily="18" charset="0"/>
              </a:rPr>
              <a:t>y</a:t>
            </a:r>
            <a:r>
              <a:rPr kumimoji="0" lang="zh-CN" altLang="en-US" sz="1600" i="0" u="none" strike="noStrike" cap="none" normalizeH="0" baseline="0" dirty="0">
                <a:ln>
                  <a:noFill/>
                </a:ln>
                <a:solidFill>
                  <a:srgbClr val="0070C0"/>
                </a:solidFill>
                <a:effectLst/>
                <a:latin typeface="微软雅黑" panose="020B0503020204020204" pitchFamily="34" charset="-122"/>
                <a:ea typeface="微软雅黑" panose="020B0503020204020204" pitchFamily="34" charset="-122"/>
                <a:cs typeface="Times New Roman" panose="02020603050405020304" pitchFamily="18" charset="0"/>
              </a:rPr>
              <a:t>数组一定用分号建立列向量</a:t>
            </a:r>
            <a:endParaRPr kumimoji="0" lang="zh-CN" altLang="en-US" sz="1600" i="0" u="none" strike="noStrike" cap="none" normalizeH="0" baseline="0" dirty="0">
              <a:ln>
                <a:noFill/>
              </a:ln>
              <a:solidFill>
                <a:srgbClr val="0070C0"/>
              </a:solidFill>
              <a:effectLst/>
              <a:latin typeface="微软雅黑" panose="020B0503020204020204" pitchFamily="34" charset="-122"/>
              <a:ea typeface="微软雅黑" panose="020B0503020204020204" pitchFamily="34" charset="-122"/>
            </a:endParaRPr>
          </a:p>
        </p:txBody>
      </p:sp>
      <p:sp>
        <p:nvSpPr>
          <p:cNvPr id="14" name="波形 13">
            <a:extLst>
              <a:ext uri="{FF2B5EF4-FFF2-40B4-BE49-F238E27FC236}">
                <a16:creationId xmlns:a16="http://schemas.microsoft.com/office/drawing/2014/main" id="{189726D1-28AF-4985-BC21-5DE1CA69C286}"/>
              </a:ext>
            </a:extLst>
          </p:cNvPr>
          <p:cNvSpPr/>
          <p:nvPr/>
        </p:nvSpPr>
        <p:spPr>
          <a:xfrm>
            <a:off x="467544" y="3425919"/>
            <a:ext cx="879078" cy="364713"/>
          </a:xfrm>
          <a:prstGeom prst="wave">
            <a:avLst>
              <a:gd name="adj1" fmla="val 12500"/>
              <a:gd name="adj2" fmla="val 0"/>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anchor="ctr">
            <a:noAutofit/>
          </a:bodyPr>
          <a:lstStyle/>
          <a:p>
            <a:pPr algn="ctr" eaLnBrk="0" fontAlgn="auto">
              <a:lnSpc>
                <a:spcPct val="140000"/>
              </a:lnSpc>
              <a:spcBef>
                <a:spcPts val="0"/>
              </a:spcBef>
              <a:spcAft>
                <a:spcPts val="0"/>
              </a:spcAft>
            </a:pPr>
            <a:r>
              <a:rPr lang="en-US" altLang="ko-KR" sz="1600" b="1" dirty="0">
                <a:solidFill>
                  <a:srgbClr val="FFFF00"/>
                </a:solidFill>
                <a:latin typeface="微软雅黑" panose="020B0503020204020204" pitchFamily="34" charset="-122"/>
                <a:ea typeface="微软雅黑" panose="020B0503020204020204" pitchFamily="34" charset="-122"/>
              </a:rPr>
              <a:t>例52-1-1</a:t>
            </a:r>
            <a:endParaRPr lang="ko-KR" altLang="en-US" sz="1600" b="1" dirty="0">
              <a:solidFill>
                <a:srgbClr val="FFFF00"/>
              </a:solidFill>
              <a:latin typeface="微软雅黑" panose="020B0503020204020204" pitchFamily="34" charset="-122"/>
            </a:endParaRPr>
          </a:p>
        </p:txBody>
      </p:sp>
      <p:graphicFrame>
        <p:nvGraphicFramePr>
          <p:cNvPr id="15" name="表格 14">
            <a:extLst>
              <a:ext uri="{FF2B5EF4-FFF2-40B4-BE49-F238E27FC236}">
                <a16:creationId xmlns:a16="http://schemas.microsoft.com/office/drawing/2014/main" id="{A010BE67-2E20-414D-A465-C350191C781D}"/>
              </a:ext>
            </a:extLst>
          </p:cNvPr>
          <p:cNvGraphicFramePr>
            <a:graphicFrameLocks noGrp="1"/>
          </p:cNvGraphicFramePr>
          <p:nvPr>
            <p:extLst>
              <p:ext uri="{D42A27DB-BD31-4B8C-83A1-F6EECF244321}">
                <p14:modId xmlns:p14="http://schemas.microsoft.com/office/powerpoint/2010/main" val="188517518"/>
              </p:ext>
            </p:extLst>
          </p:nvPr>
        </p:nvGraphicFramePr>
        <p:xfrm>
          <a:off x="483697" y="4175316"/>
          <a:ext cx="8444277" cy="402463"/>
        </p:xfrm>
        <a:graphic>
          <a:graphicData uri="http://schemas.openxmlformats.org/drawingml/2006/table">
            <a:tbl>
              <a:tblPr firstRow="1" firstCol="1" bandRow="1">
                <a:tableStyleId>{5C22544A-7EE6-4342-B048-85BDC9FD1C3A}</a:tableStyleId>
              </a:tblPr>
              <a:tblGrid>
                <a:gridCol w="761890">
                  <a:extLst>
                    <a:ext uri="{9D8B030D-6E8A-4147-A177-3AD203B41FA5}">
                      <a16:colId xmlns:a16="http://schemas.microsoft.com/office/drawing/2014/main" val="20000"/>
                    </a:ext>
                  </a:extLst>
                </a:gridCol>
                <a:gridCol w="771991">
                  <a:extLst>
                    <a:ext uri="{9D8B030D-6E8A-4147-A177-3AD203B41FA5}">
                      <a16:colId xmlns:a16="http://schemas.microsoft.com/office/drawing/2014/main" val="20001"/>
                    </a:ext>
                  </a:extLst>
                </a:gridCol>
                <a:gridCol w="766940">
                  <a:extLst>
                    <a:ext uri="{9D8B030D-6E8A-4147-A177-3AD203B41FA5}">
                      <a16:colId xmlns:a16="http://schemas.microsoft.com/office/drawing/2014/main" val="20002"/>
                    </a:ext>
                  </a:extLst>
                </a:gridCol>
                <a:gridCol w="767932">
                  <a:extLst>
                    <a:ext uri="{9D8B030D-6E8A-4147-A177-3AD203B41FA5}">
                      <a16:colId xmlns:a16="http://schemas.microsoft.com/office/drawing/2014/main" val="20003"/>
                    </a:ext>
                  </a:extLst>
                </a:gridCol>
                <a:gridCol w="767932">
                  <a:extLst>
                    <a:ext uri="{9D8B030D-6E8A-4147-A177-3AD203B41FA5}">
                      <a16:colId xmlns:a16="http://schemas.microsoft.com/office/drawing/2014/main" val="20004"/>
                    </a:ext>
                  </a:extLst>
                </a:gridCol>
                <a:gridCol w="767932">
                  <a:extLst>
                    <a:ext uri="{9D8B030D-6E8A-4147-A177-3AD203B41FA5}">
                      <a16:colId xmlns:a16="http://schemas.microsoft.com/office/drawing/2014/main" val="20005"/>
                    </a:ext>
                  </a:extLst>
                </a:gridCol>
                <a:gridCol w="767932">
                  <a:extLst>
                    <a:ext uri="{9D8B030D-6E8A-4147-A177-3AD203B41FA5}">
                      <a16:colId xmlns:a16="http://schemas.microsoft.com/office/drawing/2014/main" val="20006"/>
                    </a:ext>
                  </a:extLst>
                </a:gridCol>
                <a:gridCol w="767932">
                  <a:extLst>
                    <a:ext uri="{9D8B030D-6E8A-4147-A177-3AD203B41FA5}">
                      <a16:colId xmlns:a16="http://schemas.microsoft.com/office/drawing/2014/main" val="20007"/>
                    </a:ext>
                  </a:extLst>
                </a:gridCol>
                <a:gridCol w="767932">
                  <a:extLst>
                    <a:ext uri="{9D8B030D-6E8A-4147-A177-3AD203B41FA5}">
                      <a16:colId xmlns:a16="http://schemas.microsoft.com/office/drawing/2014/main" val="20008"/>
                    </a:ext>
                  </a:extLst>
                </a:gridCol>
                <a:gridCol w="767932">
                  <a:extLst>
                    <a:ext uri="{9D8B030D-6E8A-4147-A177-3AD203B41FA5}">
                      <a16:colId xmlns:a16="http://schemas.microsoft.com/office/drawing/2014/main" val="20009"/>
                    </a:ext>
                  </a:extLst>
                </a:gridCol>
                <a:gridCol w="767932">
                  <a:extLst>
                    <a:ext uri="{9D8B030D-6E8A-4147-A177-3AD203B41FA5}">
                      <a16:colId xmlns:a16="http://schemas.microsoft.com/office/drawing/2014/main" val="20010"/>
                    </a:ext>
                  </a:extLst>
                </a:gridCol>
              </a:tblGrid>
              <a:tr h="0">
                <a:tc>
                  <a:txBody>
                    <a:bodyPr/>
                    <a:lstStyle/>
                    <a:p>
                      <a:pPr algn="l" eaLnBrk="0">
                        <a:lnSpc>
                          <a:spcPct val="150000"/>
                        </a:lnSpc>
                        <a:tabLst>
                          <a:tab pos="417195" algn="l"/>
                        </a:tabLst>
                      </a:pPr>
                      <a:r>
                        <a:rPr lang="en-US" sz="1000" kern="100" dirty="0">
                          <a:solidFill>
                            <a:schemeClr val="bg1"/>
                          </a:solidFill>
                          <a:effectLst/>
                        </a:rPr>
                        <a:t>x/</a:t>
                      </a:r>
                      <a:r>
                        <a:rPr lang="zh-CN" sz="1000" kern="100" dirty="0">
                          <a:solidFill>
                            <a:schemeClr val="bg1"/>
                          </a:solidFill>
                          <a:effectLst/>
                        </a:rPr>
                        <a:t>℃</a:t>
                      </a:r>
                      <a:endParaRPr lang="zh-CN" sz="1000" kern="100" dirty="0">
                        <a:solidFill>
                          <a:schemeClr val="bg1"/>
                        </a:solidFill>
                        <a:effectLst/>
                        <a:latin typeface="Times New Roman" panose="02020603050405020304" pitchFamily="18" charset="0"/>
                        <a:ea typeface="宋体" panose="02010600030101010101" pitchFamily="2" charset="-122"/>
                      </a:endParaRPr>
                    </a:p>
                  </a:txBody>
                  <a:tcPr marL="68580" marR="68580" marT="0" marB="0">
                    <a:solidFill>
                      <a:srgbClr val="0070C0"/>
                    </a:solidFill>
                  </a:tcPr>
                </a:tc>
                <a:tc>
                  <a:txBody>
                    <a:bodyPr/>
                    <a:lstStyle/>
                    <a:p>
                      <a:pPr algn="l" eaLnBrk="0">
                        <a:lnSpc>
                          <a:spcPct val="150000"/>
                        </a:lnSpc>
                        <a:tabLst>
                          <a:tab pos="417195" algn="l"/>
                        </a:tabLst>
                      </a:pPr>
                      <a:r>
                        <a:rPr lang="en-US" sz="1000" kern="100" dirty="0">
                          <a:solidFill>
                            <a:schemeClr val="bg1"/>
                          </a:solidFill>
                          <a:effectLst/>
                        </a:rPr>
                        <a:t>40</a:t>
                      </a:r>
                      <a:endParaRPr lang="zh-CN" sz="1000" kern="100" dirty="0">
                        <a:solidFill>
                          <a:schemeClr val="bg1"/>
                        </a:solidFill>
                        <a:effectLst/>
                        <a:latin typeface="Times New Roman" panose="02020603050405020304" pitchFamily="18" charset="0"/>
                        <a:ea typeface="宋体" panose="02010600030101010101" pitchFamily="2" charset="-122"/>
                      </a:endParaRPr>
                    </a:p>
                  </a:txBody>
                  <a:tcPr marL="68580" marR="68580" marT="0" marB="0">
                    <a:solidFill>
                      <a:srgbClr val="0070C0"/>
                    </a:solidFill>
                  </a:tcPr>
                </a:tc>
                <a:tc>
                  <a:txBody>
                    <a:bodyPr/>
                    <a:lstStyle/>
                    <a:p>
                      <a:pPr algn="l" eaLnBrk="0">
                        <a:lnSpc>
                          <a:spcPct val="150000"/>
                        </a:lnSpc>
                        <a:tabLst>
                          <a:tab pos="417195" algn="l"/>
                        </a:tabLst>
                      </a:pPr>
                      <a:r>
                        <a:rPr lang="en-US" sz="1000" kern="100">
                          <a:solidFill>
                            <a:schemeClr val="bg1"/>
                          </a:solidFill>
                          <a:effectLst/>
                        </a:rPr>
                        <a:t>45</a:t>
                      </a:r>
                      <a:endParaRPr lang="zh-CN" sz="1000" kern="100">
                        <a:solidFill>
                          <a:schemeClr val="bg1"/>
                        </a:solidFill>
                        <a:effectLst/>
                        <a:latin typeface="Times New Roman" panose="02020603050405020304" pitchFamily="18" charset="0"/>
                        <a:ea typeface="宋体" panose="02010600030101010101" pitchFamily="2" charset="-122"/>
                      </a:endParaRPr>
                    </a:p>
                  </a:txBody>
                  <a:tcPr marL="68580" marR="68580" marT="0" marB="0">
                    <a:solidFill>
                      <a:srgbClr val="0070C0"/>
                    </a:solidFill>
                  </a:tcPr>
                </a:tc>
                <a:tc>
                  <a:txBody>
                    <a:bodyPr/>
                    <a:lstStyle/>
                    <a:p>
                      <a:pPr algn="l" eaLnBrk="0">
                        <a:lnSpc>
                          <a:spcPct val="150000"/>
                        </a:lnSpc>
                        <a:tabLst>
                          <a:tab pos="417195" algn="l"/>
                        </a:tabLst>
                      </a:pPr>
                      <a:r>
                        <a:rPr lang="en-US" sz="1000" kern="100">
                          <a:solidFill>
                            <a:schemeClr val="bg1"/>
                          </a:solidFill>
                          <a:effectLst/>
                        </a:rPr>
                        <a:t>50</a:t>
                      </a:r>
                      <a:endParaRPr lang="zh-CN" sz="1000" kern="100">
                        <a:solidFill>
                          <a:schemeClr val="bg1"/>
                        </a:solidFill>
                        <a:effectLst/>
                        <a:latin typeface="Times New Roman" panose="02020603050405020304" pitchFamily="18" charset="0"/>
                        <a:ea typeface="宋体" panose="02010600030101010101" pitchFamily="2" charset="-122"/>
                      </a:endParaRPr>
                    </a:p>
                  </a:txBody>
                  <a:tcPr marL="68580" marR="68580" marT="0" marB="0">
                    <a:solidFill>
                      <a:srgbClr val="0070C0"/>
                    </a:solidFill>
                  </a:tcPr>
                </a:tc>
                <a:tc>
                  <a:txBody>
                    <a:bodyPr/>
                    <a:lstStyle/>
                    <a:p>
                      <a:pPr algn="l" eaLnBrk="0">
                        <a:lnSpc>
                          <a:spcPct val="150000"/>
                        </a:lnSpc>
                        <a:tabLst>
                          <a:tab pos="417195" algn="l"/>
                        </a:tabLst>
                      </a:pPr>
                      <a:r>
                        <a:rPr lang="en-US" sz="1000" kern="100">
                          <a:solidFill>
                            <a:schemeClr val="bg1"/>
                          </a:solidFill>
                          <a:effectLst/>
                        </a:rPr>
                        <a:t>55</a:t>
                      </a:r>
                      <a:endParaRPr lang="zh-CN" sz="1000" kern="100">
                        <a:solidFill>
                          <a:schemeClr val="bg1"/>
                        </a:solidFill>
                        <a:effectLst/>
                        <a:latin typeface="Times New Roman" panose="02020603050405020304" pitchFamily="18" charset="0"/>
                        <a:ea typeface="宋体" panose="02010600030101010101" pitchFamily="2" charset="-122"/>
                      </a:endParaRPr>
                    </a:p>
                  </a:txBody>
                  <a:tcPr marL="68580" marR="68580" marT="0" marB="0">
                    <a:solidFill>
                      <a:srgbClr val="0070C0"/>
                    </a:solidFill>
                  </a:tcPr>
                </a:tc>
                <a:tc>
                  <a:txBody>
                    <a:bodyPr/>
                    <a:lstStyle/>
                    <a:p>
                      <a:pPr algn="l" eaLnBrk="0">
                        <a:lnSpc>
                          <a:spcPct val="150000"/>
                        </a:lnSpc>
                        <a:tabLst>
                          <a:tab pos="417195" algn="l"/>
                        </a:tabLst>
                      </a:pPr>
                      <a:r>
                        <a:rPr lang="en-US" sz="1000" kern="100">
                          <a:solidFill>
                            <a:schemeClr val="bg1"/>
                          </a:solidFill>
                          <a:effectLst/>
                        </a:rPr>
                        <a:t>60</a:t>
                      </a:r>
                      <a:endParaRPr lang="zh-CN" sz="1000" kern="100">
                        <a:solidFill>
                          <a:schemeClr val="bg1"/>
                        </a:solidFill>
                        <a:effectLst/>
                        <a:latin typeface="Times New Roman" panose="02020603050405020304" pitchFamily="18" charset="0"/>
                        <a:ea typeface="宋体" panose="02010600030101010101" pitchFamily="2" charset="-122"/>
                      </a:endParaRPr>
                    </a:p>
                  </a:txBody>
                  <a:tcPr marL="68580" marR="68580" marT="0" marB="0">
                    <a:solidFill>
                      <a:srgbClr val="0070C0"/>
                    </a:solidFill>
                  </a:tcPr>
                </a:tc>
                <a:tc>
                  <a:txBody>
                    <a:bodyPr/>
                    <a:lstStyle/>
                    <a:p>
                      <a:pPr algn="l" eaLnBrk="0">
                        <a:lnSpc>
                          <a:spcPct val="150000"/>
                        </a:lnSpc>
                        <a:tabLst>
                          <a:tab pos="417195" algn="l"/>
                        </a:tabLst>
                      </a:pPr>
                      <a:r>
                        <a:rPr lang="en-US" sz="1000" kern="100" dirty="0">
                          <a:solidFill>
                            <a:schemeClr val="bg1"/>
                          </a:solidFill>
                          <a:effectLst/>
                        </a:rPr>
                        <a:t>65</a:t>
                      </a:r>
                      <a:endParaRPr lang="zh-CN" sz="1000" kern="100" dirty="0">
                        <a:solidFill>
                          <a:schemeClr val="bg1"/>
                        </a:solidFill>
                        <a:effectLst/>
                        <a:latin typeface="Times New Roman" panose="02020603050405020304" pitchFamily="18" charset="0"/>
                        <a:ea typeface="宋体" panose="02010600030101010101" pitchFamily="2" charset="-122"/>
                      </a:endParaRPr>
                    </a:p>
                  </a:txBody>
                  <a:tcPr marL="68580" marR="68580" marT="0" marB="0">
                    <a:solidFill>
                      <a:srgbClr val="0070C0"/>
                    </a:solidFill>
                  </a:tcPr>
                </a:tc>
                <a:tc>
                  <a:txBody>
                    <a:bodyPr/>
                    <a:lstStyle/>
                    <a:p>
                      <a:pPr algn="l" eaLnBrk="0">
                        <a:lnSpc>
                          <a:spcPct val="150000"/>
                        </a:lnSpc>
                        <a:tabLst>
                          <a:tab pos="417195" algn="l"/>
                        </a:tabLst>
                      </a:pPr>
                      <a:r>
                        <a:rPr lang="en-US" sz="1000" kern="100">
                          <a:solidFill>
                            <a:schemeClr val="bg1"/>
                          </a:solidFill>
                          <a:effectLst/>
                        </a:rPr>
                        <a:t>70</a:t>
                      </a:r>
                      <a:endParaRPr lang="zh-CN" sz="1000" kern="100">
                        <a:solidFill>
                          <a:schemeClr val="bg1"/>
                        </a:solidFill>
                        <a:effectLst/>
                        <a:latin typeface="Times New Roman" panose="02020603050405020304" pitchFamily="18" charset="0"/>
                        <a:ea typeface="宋体" panose="02010600030101010101" pitchFamily="2" charset="-122"/>
                      </a:endParaRPr>
                    </a:p>
                  </a:txBody>
                  <a:tcPr marL="68580" marR="68580" marT="0" marB="0">
                    <a:solidFill>
                      <a:srgbClr val="0070C0"/>
                    </a:solidFill>
                  </a:tcPr>
                </a:tc>
                <a:tc>
                  <a:txBody>
                    <a:bodyPr/>
                    <a:lstStyle/>
                    <a:p>
                      <a:pPr algn="l" eaLnBrk="0">
                        <a:lnSpc>
                          <a:spcPct val="150000"/>
                        </a:lnSpc>
                        <a:tabLst>
                          <a:tab pos="417195" algn="l"/>
                        </a:tabLst>
                      </a:pPr>
                      <a:r>
                        <a:rPr lang="en-US" sz="1000" kern="100">
                          <a:solidFill>
                            <a:schemeClr val="bg1"/>
                          </a:solidFill>
                          <a:effectLst/>
                        </a:rPr>
                        <a:t>75</a:t>
                      </a:r>
                      <a:endParaRPr lang="zh-CN" sz="1000" kern="100">
                        <a:solidFill>
                          <a:schemeClr val="bg1"/>
                        </a:solidFill>
                        <a:effectLst/>
                        <a:latin typeface="Times New Roman" panose="02020603050405020304" pitchFamily="18" charset="0"/>
                        <a:ea typeface="宋体" panose="02010600030101010101" pitchFamily="2" charset="-122"/>
                      </a:endParaRPr>
                    </a:p>
                  </a:txBody>
                  <a:tcPr marL="68580" marR="68580" marT="0" marB="0">
                    <a:solidFill>
                      <a:srgbClr val="0070C0"/>
                    </a:solidFill>
                  </a:tcPr>
                </a:tc>
                <a:tc>
                  <a:txBody>
                    <a:bodyPr/>
                    <a:lstStyle/>
                    <a:p>
                      <a:pPr algn="l" eaLnBrk="0">
                        <a:lnSpc>
                          <a:spcPct val="150000"/>
                        </a:lnSpc>
                        <a:tabLst>
                          <a:tab pos="417195" algn="l"/>
                        </a:tabLst>
                      </a:pPr>
                      <a:r>
                        <a:rPr lang="en-US" sz="1000" kern="100" dirty="0">
                          <a:solidFill>
                            <a:schemeClr val="bg1"/>
                          </a:solidFill>
                          <a:effectLst/>
                        </a:rPr>
                        <a:t>80</a:t>
                      </a:r>
                      <a:endParaRPr lang="zh-CN" sz="1000" kern="100" dirty="0">
                        <a:solidFill>
                          <a:schemeClr val="bg1"/>
                        </a:solidFill>
                        <a:effectLst/>
                        <a:latin typeface="Times New Roman" panose="02020603050405020304" pitchFamily="18" charset="0"/>
                        <a:ea typeface="宋体" panose="02010600030101010101" pitchFamily="2" charset="-122"/>
                      </a:endParaRPr>
                    </a:p>
                  </a:txBody>
                  <a:tcPr marL="68580" marR="68580" marT="0" marB="0">
                    <a:solidFill>
                      <a:srgbClr val="0070C0"/>
                    </a:solidFill>
                  </a:tcPr>
                </a:tc>
                <a:tc>
                  <a:txBody>
                    <a:bodyPr/>
                    <a:lstStyle/>
                    <a:p>
                      <a:pPr algn="l" eaLnBrk="0">
                        <a:lnSpc>
                          <a:spcPct val="150000"/>
                        </a:lnSpc>
                        <a:tabLst>
                          <a:tab pos="417195" algn="l"/>
                        </a:tabLst>
                      </a:pPr>
                      <a:r>
                        <a:rPr lang="en-US" sz="1000" kern="100" dirty="0">
                          <a:solidFill>
                            <a:schemeClr val="bg1"/>
                          </a:solidFill>
                          <a:effectLst/>
                        </a:rPr>
                        <a:t>85</a:t>
                      </a:r>
                      <a:endParaRPr lang="zh-CN" sz="1000" kern="100" dirty="0">
                        <a:solidFill>
                          <a:schemeClr val="bg1"/>
                        </a:solidFill>
                        <a:effectLst/>
                        <a:latin typeface="Times New Roman" panose="02020603050405020304" pitchFamily="18" charset="0"/>
                        <a:ea typeface="宋体" panose="02010600030101010101" pitchFamily="2" charset="-122"/>
                      </a:endParaRPr>
                    </a:p>
                  </a:txBody>
                  <a:tcPr marL="68580" marR="68580" marT="0" marB="0">
                    <a:solidFill>
                      <a:srgbClr val="0070C0"/>
                    </a:solidFill>
                  </a:tcPr>
                </a:tc>
                <a:extLst>
                  <a:ext uri="{0D108BD9-81ED-4DB2-BD59-A6C34878D82A}">
                    <a16:rowId xmlns:a16="http://schemas.microsoft.com/office/drawing/2014/main" val="10000"/>
                  </a:ext>
                </a:extLst>
              </a:tr>
              <a:tr h="0">
                <a:tc>
                  <a:txBody>
                    <a:bodyPr/>
                    <a:lstStyle/>
                    <a:p>
                      <a:pPr algn="l" eaLnBrk="0">
                        <a:lnSpc>
                          <a:spcPct val="150000"/>
                        </a:lnSpc>
                        <a:tabLst>
                          <a:tab pos="417195" algn="l"/>
                        </a:tabLst>
                      </a:pPr>
                      <a:r>
                        <a:rPr lang="en-US" sz="1000" kern="100" dirty="0">
                          <a:solidFill>
                            <a:schemeClr val="bg1"/>
                          </a:solidFill>
                          <a:effectLst/>
                        </a:rPr>
                        <a:t>y/V</a:t>
                      </a:r>
                      <a:endParaRPr lang="zh-CN" sz="1000" kern="100" dirty="0">
                        <a:solidFill>
                          <a:schemeClr val="bg1"/>
                        </a:solidFill>
                        <a:effectLst/>
                        <a:latin typeface="Times New Roman" panose="02020603050405020304" pitchFamily="18" charset="0"/>
                        <a:ea typeface="宋体" panose="02010600030101010101" pitchFamily="2" charset="-122"/>
                      </a:endParaRPr>
                    </a:p>
                  </a:txBody>
                  <a:tcPr marL="68580" marR="68580" marT="0" marB="0">
                    <a:solidFill>
                      <a:srgbClr val="0070C0"/>
                    </a:solidFill>
                  </a:tcPr>
                </a:tc>
                <a:tc>
                  <a:txBody>
                    <a:bodyPr/>
                    <a:lstStyle/>
                    <a:p>
                      <a:pPr algn="l" eaLnBrk="0">
                        <a:lnSpc>
                          <a:spcPct val="150000"/>
                        </a:lnSpc>
                        <a:tabLst>
                          <a:tab pos="417195" algn="l"/>
                        </a:tabLst>
                      </a:pPr>
                      <a:r>
                        <a:rPr lang="en-US" sz="1000" kern="100" dirty="0">
                          <a:solidFill>
                            <a:schemeClr val="bg1"/>
                          </a:solidFill>
                          <a:effectLst/>
                        </a:rPr>
                        <a:t>0.3943</a:t>
                      </a:r>
                      <a:endParaRPr lang="zh-CN" sz="1000" kern="100" dirty="0">
                        <a:solidFill>
                          <a:schemeClr val="bg1"/>
                        </a:solidFill>
                        <a:effectLst/>
                        <a:latin typeface="Times New Roman" panose="02020603050405020304" pitchFamily="18" charset="0"/>
                        <a:ea typeface="宋体" panose="02010600030101010101" pitchFamily="2" charset="-122"/>
                      </a:endParaRPr>
                    </a:p>
                  </a:txBody>
                  <a:tcPr marL="68580" marR="68580" marT="0" marB="0">
                    <a:solidFill>
                      <a:srgbClr val="0070C0"/>
                    </a:solidFill>
                  </a:tcPr>
                </a:tc>
                <a:tc>
                  <a:txBody>
                    <a:bodyPr/>
                    <a:lstStyle/>
                    <a:p>
                      <a:pPr algn="l" eaLnBrk="0">
                        <a:lnSpc>
                          <a:spcPct val="150000"/>
                        </a:lnSpc>
                        <a:tabLst>
                          <a:tab pos="417195" algn="l"/>
                        </a:tabLst>
                      </a:pPr>
                      <a:r>
                        <a:rPr lang="en-US" sz="1000" kern="100" dirty="0">
                          <a:solidFill>
                            <a:schemeClr val="bg1"/>
                          </a:solidFill>
                          <a:effectLst/>
                        </a:rPr>
                        <a:t>0.3809</a:t>
                      </a:r>
                      <a:endParaRPr lang="zh-CN" sz="1000" kern="100" dirty="0">
                        <a:solidFill>
                          <a:schemeClr val="bg1"/>
                        </a:solidFill>
                        <a:effectLst/>
                        <a:latin typeface="Times New Roman" panose="02020603050405020304" pitchFamily="18" charset="0"/>
                        <a:ea typeface="宋体" panose="02010600030101010101" pitchFamily="2" charset="-122"/>
                      </a:endParaRPr>
                    </a:p>
                  </a:txBody>
                  <a:tcPr marL="68580" marR="68580" marT="0" marB="0">
                    <a:solidFill>
                      <a:srgbClr val="0070C0"/>
                    </a:solidFill>
                  </a:tcPr>
                </a:tc>
                <a:tc>
                  <a:txBody>
                    <a:bodyPr/>
                    <a:lstStyle/>
                    <a:p>
                      <a:pPr algn="l" eaLnBrk="0">
                        <a:lnSpc>
                          <a:spcPct val="150000"/>
                        </a:lnSpc>
                        <a:tabLst>
                          <a:tab pos="417195" algn="l"/>
                        </a:tabLst>
                      </a:pPr>
                      <a:r>
                        <a:rPr lang="en-US" sz="1000" kern="100" dirty="0">
                          <a:solidFill>
                            <a:schemeClr val="bg1"/>
                          </a:solidFill>
                          <a:effectLst/>
                        </a:rPr>
                        <a:t>0.3705</a:t>
                      </a:r>
                      <a:endParaRPr lang="zh-CN" sz="1000" kern="100" dirty="0">
                        <a:solidFill>
                          <a:schemeClr val="bg1"/>
                        </a:solidFill>
                        <a:effectLst/>
                        <a:latin typeface="Times New Roman" panose="02020603050405020304" pitchFamily="18" charset="0"/>
                        <a:ea typeface="宋体" panose="02010600030101010101" pitchFamily="2" charset="-122"/>
                      </a:endParaRPr>
                    </a:p>
                  </a:txBody>
                  <a:tcPr marL="68580" marR="68580" marT="0" marB="0">
                    <a:solidFill>
                      <a:srgbClr val="0070C0"/>
                    </a:solidFill>
                  </a:tcPr>
                </a:tc>
                <a:tc>
                  <a:txBody>
                    <a:bodyPr/>
                    <a:lstStyle/>
                    <a:p>
                      <a:pPr algn="l" eaLnBrk="0">
                        <a:lnSpc>
                          <a:spcPct val="150000"/>
                        </a:lnSpc>
                        <a:tabLst>
                          <a:tab pos="417195" algn="l"/>
                        </a:tabLst>
                      </a:pPr>
                      <a:r>
                        <a:rPr lang="en-US" sz="1000" kern="100">
                          <a:solidFill>
                            <a:schemeClr val="bg1"/>
                          </a:solidFill>
                          <a:effectLst/>
                        </a:rPr>
                        <a:t>0.3587</a:t>
                      </a:r>
                      <a:endParaRPr lang="zh-CN" sz="1000" kern="100">
                        <a:solidFill>
                          <a:schemeClr val="bg1"/>
                        </a:solidFill>
                        <a:effectLst/>
                        <a:latin typeface="Times New Roman" panose="02020603050405020304" pitchFamily="18" charset="0"/>
                        <a:ea typeface="宋体" panose="02010600030101010101" pitchFamily="2" charset="-122"/>
                      </a:endParaRPr>
                    </a:p>
                  </a:txBody>
                  <a:tcPr marL="68580" marR="68580" marT="0" marB="0">
                    <a:solidFill>
                      <a:srgbClr val="0070C0"/>
                    </a:solidFill>
                  </a:tcPr>
                </a:tc>
                <a:tc>
                  <a:txBody>
                    <a:bodyPr/>
                    <a:lstStyle/>
                    <a:p>
                      <a:pPr algn="l" eaLnBrk="0">
                        <a:lnSpc>
                          <a:spcPct val="150000"/>
                        </a:lnSpc>
                        <a:tabLst>
                          <a:tab pos="417195" algn="l"/>
                        </a:tabLst>
                      </a:pPr>
                      <a:r>
                        <a:rPr lang="en-US" sz="1000" kern="100" dirty="0">
                          <a:solidFill>
                            <a:schemeClr val="bg1"/>
                          </a:solidFill>
                          <a:effectLst/>
                        </a:rPr>
                        <a:t>0.3455</a:t>
                      </a:r>
                      <a:endParaRPr lang="zh-CN" sz="1000" kern="100" dirty="0">
                        <a:solidFill>
                          <a:schemeClr val="bg1"/>
                        </a:solidFill>
                        <a:effectLst/>
                        <a:latin typeface="Times New Roman" panose="02020603050405020304" pitchFamily="18" charset="0"/>
                        <a:ea typeface="宋体" panose="02010600030101010101" pitchFamily="2" charset="-122"/>
                      </a:endParaRPr>
                    </a:p>
                  </a:txBody>
                  <a:tcPr marL="68580" marR="68580" marT="0" marB="0">
                    <a:solidFill>
                      <a:srgbClr val="0070C0"/>
                    </a:solidFill>
                  </a:tcPr>
                </a:tc>
                <a:tc>
                  <a:txBody>
                    <a:bodyPr/>
                    <a:lstStyle/>
                    <a:p>
                      <a:pPr algn="l" eaLnBrk="0">
                        <a:lnSpc>
                          <a:spcPct val="150000"/>
                        </a:lnSpc>
                        <a:tabLst>
                          <a:tab pos="417195" algn="l"/>
                        </a:tabLst>
                      </a:pPr>
                      <a:r>
                        <a:rPr lang="en-US" sz="1000" kern="100" dirty="0">
                          <a:solidFill>
                            <a:schemeClr val="bg1"/>
                          </a:solidFill>
                          <a:effectLst/>
                        </a:rPr>
                        <a:t>0.3331</a:t>
                      </a:r>
                      <a:endParaRPr lang="zh-CN" sz="1000" kern="100" dirty="0">
                        <a:solidFill>
                          <a:schemeClr val="bg1"/>
                        </a:solidFill>
                        <a:effectLst/>
                        <a:latin typeface="Times New Roman" panose="02020603050405020304" pitchFamily="18" charset="0"/>
                        <a:ea typeface="宋体" panose="02010600030101010101" pitchFamily="2" charset="-122"/>
                      </a:endParaRPr>
                    </a:p>
                  </a:txBody>
                  <a:tcPr marL="68580" marR="68580" marT="0" marB="0">
                    <a:solidFill>
                      <a:srgbClr val="0070C0"/>
                    </a:solidFill>
                  </a:tcPr>
                </a:tc>
                <a:tc>
                  <a:txBody>
                    <a:bodyPr/>
                    <a:lstStyle/>
                    <a:p>
                      <a:pPr algn="l" eaLnBrk="0">
                        <a:lnSpc>
                          <a:spcPct val="150000"/>
                        </a:lnSpc>
                        <a:tabLst>
                          <a:tab pos="417195" algn="l"/>
                        </a:tabLst>
                      </a:pPr>
                      <a:r>
                        <a:rPr lang="en-US" sz="1000" kern="100" dirty="0">
                          <a:solidFill>
                            <a:schemeClr val="bg1"/>
                          </a:solidFill>
                          <a:effectLst/>
                        </a:rPr>
                        <a:t>0.3193</a:t>
                      </a:r>
                      <a:endParaRPr lang="zh-CN" sz="1000" kern="100" dirty="0">
                        <a:solidFill>
                          <a:schemeClr val="bg1"/>
                        </a:solidFill>
                        <a:effectLst/>
                        <a:latin typeface="Times New Roman" panose="02020603050405020304" pitchFamily="18" charset="0"/>
                        <a:ea typeface="宋体" panose="02010600030101010101" pitchFamily="2" charset="-122"/>
                      </a:endParaRPr>
                    </a:p>
                  </a:txBody>
                  <a:tcPr marL="68580" marR="68580" marT="0" marB="0">
                    <a:solidFill>
                      <a:srgbClr val="0070C0"/>
                    </a:solidFill>
                  </a:tcPr>
                </a:tc>
                <a:tc>
                  <a:txBody>
                    <a:bodyPr/>
                    <a:lstStyle/>
                    <a:p>
                      <a:pPr algn="l" eaLnBrk="0">
                        <a:lnSpc>
                          <a:spcPct val="150000"/>
                        </a:lnSpc>
                        <a:tabLst>
                          <a:tab pos="417195" algn="l"/>
                        </a:tabLst>
                      </a:pPr>
                      <a:r>
                        <a:rPr lang="en-US" sz="1000" kern="100" dirty="0">
                          <a:solidFill>
                            <a:schemeClr val="bg1"/>
                          </a:solidFill>
                          <a:effectLst/>
                        </a:rPr>
                        <a:t>0.3049</a:t>
                      </a:r>
                      <a:endParaRPr lang="zh-CN" sz="1000" kern="100" dirty="0">
                        <a:solidFill>
                          <a:schemeClr val="bg1"/>
                        </a:solidFill>
                        <a:effectLst/>
                        <a:latin typeface="Times New Roman" panose="02020603050405020304" pitchFamily="18" charset="0"/>
                        <a:ea typeface="宋体" panose="02010600030101010101" pitchFamily="2" charset="-122"/>
                      </a:endParaRPr>
                    </a:p>
                  </a:txBody>
                  <a:tcPr marL="68580" marR="68580" marT="0" marB="0">
                    <a:solidFill>
                      <a:srgbClr val="0070C0"/>
                    </a:solidFill>
                  </a:tcPr>
                </a:tc>
                <a:tc>
                  <a:txBody>
                    <a:bodyPr/>
                    <a:lstStyle/>
                    <a:p>
                      <a:pPr algn="l" eaLnBrk="0">
                        <a:lnSpc>
                          <a:spcPct val="150000"/>
                        </a:lnSpc>
                        <a:tabLst>
                          <a:tab pos="417195" algn="l"/>
                        </a:tabLst>
                      </a:pPr>
                      <a:r>
                        <a:rPr lang="en-US" sz="1000" kern="100" dirty="0">
                          <a:solidFill>
                            <a:schemeClr val="bg1"/>
                          </a:solidFill>
                          <a:effectLst/>
                        </a:rPr>
                        <a:t>0.2909</a:t>
                      </a:r>
                      <a:endParaRPr lang="zh-CN" sz="1000" kern="100" dirty="0">
                        <a:solidFill>
                          <a:schemeClr val="bg1"/>
                        </a:solidFill>
                        <a:effectLst/>
                        <a:latin typeface="Times New Roman" panose="02020603050405020304" pitchFamily="18" charset="0"/>
                        <a:ea typeface="宋体" panose="02010600030101010101" pitchFamily="2" charset="-122"/>
                      </a:endParaRPr>
                    </a:p>
                  </a:txBody>
                  <a:tcPr marL="68580" marR="68580" marT="0" marB="0">
                    <a:solidFill>
                      <a:srgbClr val="0070C0"/>
                    </a:solidFill>
                  </a:tcPr>
                </a:tc>
                <a:tc>
                  <a:txBody>
                    <a:bodyPr/>
                    <a:lstStyle/>
                    <a:p>
                      <a:pPr algn="l" eaLnBrk="0">
                        <a:lnSpc>
                          <a:spcPct val="150000"/>
                        </a:lnSpc>
                        <a:tabLst>
                          <a:tab pos="417195" algn="l"/>
                        </a:tabLst>
                      </a:pPr>
                      <a:r>
                        <a:rPr lang="en-US" sz="1000" kern="100" dirty="0">
                          <a:solidFill>
                            <a:schemeClr val="bg1"/>
                          </a:solidFill>
                          <a:effectLst/>
                        </a:rPr>
                        <a:t>0.2771</a:t>
                      </a:r>
                      <a:endParaRPr lang="zh-CN" sz="1000" kern="100" dirty="0">
                        <a:solidFill>
                          <a:schemeClr val="bg1"/>
                        </a:solidFill>
                        <a:effectLst/>
                        <a:latin typeface="Times New Roman" panose="02020603050405020304" pitchFamily="18" charset="0"/>
                        <a:ea typeface="宋体" panose="02010600030101010101" pitchFamily="2" charset="-122"/>
                      </a:endParaRPr>
                    </a:p>
                  </a:txBody>
                  <a:tcPr marL="68580" marR="68580" marT="0" marB="0">
                    <a:solidFill>
                      <a:srgbClr val="0070C0"/>
                    </a:solidFill>
                  </a:tcPr>
                </a:tc>
                <a:extLst>
                  <a:ext uri="{0D108BD9-81ED-4DB2-BD59-A6C34878D82A}">
                    <a16:rowId xmlns:a16="http://schemas.microsoft.com/office/drawing/2014/main" val="10001"/>
                  </a:ext>
                </a:extLst>
              </a:tr>
            </a:tbl>
          </a:graphicData>
        </a:graphic>
      </p:graphicFrame>
      <p:sp>
        <p:nvSpPr>
          <p:cNvPr id="18" name="文本框 17">
            <a:extLst>
              <a:ext uri="{FF2B5EF4-FFF2-40B4-BE49-F238E27FC236}">
                <a16:creationId xmlns:a16="http://schemas.microsoft.com/office/drawing/2014/main" id="{F7E1AD82-069D-421F-849D-A4DF70C0C86B}"/>
              </a:ext>
            </a:extLst>
          </p:cNvPr>
          <p:cNvSpPr txBox="1"/>
          <p:nvPr/>
        </p:nvSpPr>
        <p:spPr>
          <a:xfrm>
            <a:off x="3635896" y="3790632"/>
            <a:ext cx="5184576" cy="359201"/>
          </a:xfrm>
          <a:prstGeom prst="rect">
            <a:avLst/>
          </a:prstGeom>
          <a:noFill/>
        </p:spPr>
        <p:txBody>
          <a:bodyPr wrap="square">
            <a:spAutoFit/>
          </a:bodyPr>
          <a:lstStyle/>
          <a:p>
            <a:pPr>
              <a:lnSpc>
                <a:spcPts val="2200"/>
              </a:lnSpc>
            </a:pPr>
            <a:r>
              <a:rPr lang="en-US" altLang="zh-CN" sz="1800" b="0" dirty="0">
                <a:solidFill>
                  <a:srgbClr val="000000"/>
                </a:solidFill>
                <a:effectLst/>
                <a:latin typeface="Consolas" panose="020B0609020204030204" pitchFamily="49" charset="0"/>
              </a:rPr>
              <a:t>x=[</a:t>
            </a:r>
            <a:r>
              <a:rPr lang="en-US" altLang="zh-CN" sz="1800" b="0" dirty="0">
                <a:solidFill>
                  <a:srgbClr val="098658"/>
                </a:solidFill>
                <a:effectLst/>
                <a:latin typeface="Consolas" panose="020B0609020204030204" pitchFamily="49" charset="0"/>
              </a:rPr>
              <a:t>40</a:t>
            </a:r>
            <a:r>
              <a:rPr lang="en-US" altLang="zh-CN" dirty="0">
                <a:solidFill>
                  <a:srgbClr val="098658"/>
                </a:solidFill>
                <a:latin typeface="Consolas" panose="020B0609020204030204" pitchFamily="49" charset="0"/>
              </a:rPr>
              <a:t>,</a:t>
            </a:r>
            <a:r>
              <a:rPr lang="en-US" altLang="zh-CN" sz="1800" b="0" dirty="0">
                <a:solidFill>
                  <a:srgbClr val="098658"/>
                </a:solidFill>
                <a:effectLst/>
                <a:latin typeface="Consolas" panose="020B0609020204030204" pitchFamily="49" charset="0"/>
              </a:rPr>
              <a:t>45,50,55,60</a:t>
            </a:r>
            <a:r>
              <a:rPr lang="en-US" altLang="zh-CN" sz="1800" b="0" dirty="0">
                <a:solidFill>
                  <a:srgbClr val="000000"/>
                </a:solidFill>
                <a:effectLst/>
                <a:latin typeface="Consolas" panose="020B0609020204030204" pitchFamily="49" charset="0"/>
              </a:rPr>
              <a:t>,</a:t>
            </a:r>
            <a:r>
              <a:rPr lang="en-US" altLang="zh-CN" sz="1800" b="0" dirty="0">
                <a:solidFill>
                  <a:srgbClr val="098658"/>
                </a:solidFill>
                <a:effectLst/>
                <a:latin typeface="Consolas" panose="020B0609020204030204" pitchFamily="49" charset="0"/>
              </a:rPr>
              <a:t>65</a:t>
            </a:r>
            <a:r>
              <a:rPr lang="en-US" altLang="zh-CN" sz="1800" b="0" dirty="0">
                <a:solidFill>
                  <a:srgbClr val="000000"/>
                </a:solidFill>
                <a:effectLst/>
                <a:latin typeface="Consolas" panose="020B0609020204030204" pitchFamily="49" charset="0"/>
              </a:rPr>
              <a:t>,</a:t>
            </a:r>
            <a:r>
              <a:rPr lang="en-US" altLang="zh-CN" sz="1800" b="0" dirty="0">
                <a:solidFill>
                  <a:srgbClr val="098658"/>
                </a:solidFill>
                <a:effectLst/>
                <a:latin typeface="Consolas" panose="020B0609020204030204" pitchFamily="49" charset="0"/>
              </a:rPr>
              <a:t>70</a:t>
            </a:r>
            <a:r>
              <a:rPr lang="en-US" altLang="zh-CN" sz="1800" b="0" dirty="0">
                <a:solidFill>
                  <a:srgbClr val="000000"/>
                </a:solidFill>
                <a:effectLst/>
                <a:latin typeface="Consolas" panose="020B0609020204030204" pitchFamily="49" charset="0"/>
              </a:rPr>
              <a:t>,</a:t>
            </a:r>
            <a:r>
              <a:rPr lang="en-US" altLang="zh-CN" sz="1800" b="0" dirty="0">
                <a:solidFill>
                  <a:srgbClr val="098658"/>
                </a:solidFill>
                <a:effectLst/>
                <a:latin typeface="Consolas" panose="020B0609020204030204" pitchFamily="49" charset="0"/>
              </a:rPr>
              <a:t>75</a:t>
            </a:r>
            <a:r>
              <a:rPr lang="en-US" altLang="zh-CN" sz="1800" b="0" dirty="0">
                <a:solidFill>
                  <a:srgbClr val="000000"/>
                </a:solidFill>
                <a:effectLst/>
                <a:latin typeface="Consolas" panose="020B0609020204030204" pitchFamily="49" charset="0"/>
              </a:rPr>
              <a:t>,</a:t>
            </a:r>
            <a:r>
              <a:rPr lang="en-US" altLang="zh-CN" sz="1800" b="0" dirty="0">
                <a:solidFill>
                  <a:srgbClr val="098658"/>
                </a:solidFill>
                <a:effectLst/>
                <a:latin typeface="Consolas" panose="020B0609020204030204" pitchFamily="49" charset="0"/>
              </a:rPr>
              <a:t>80</a:t>
            </a:r>
            <a:r>
              <a:rPr lang="en-US" altLang="zh-CN" sz="1800" b="0" dirty="0">
                <a:solidFill>
                  <a:srgbClr val="000000"/>
                </a:solidFill>
                <a:effectLst/>
                <a:latin typeface="Consolas" panose="020B0609020204030204" pitchFamily="49" charset="0"/>
              </a:rPr>
              <a:t>,</a:t>
            </a:r>
            <a:r>
              <a:rPr lang="en-US" altLang="zh-CN" sz="1800" b="0" dirty="0">
                <a:solidFill>
                  <a:srgbClr val="098658"/>
                </a:solidFill>
                <a:effectLst/>
                <a:latin typeface="Consolas" panose="020B0609020204030204" pitchFamily="49" charset="0"/>
              </a:rPr>
              <a:t>85</a:t>
            </a:r>
            <a:r>
              <a:rPr lang="en-US" altLang="zh-CN" sz="1800" b="0" dirty="0">
                <a:solidFill>
                  <a:srgbClr val="000000"/>
                </a:solidFill>
                <a:effectLst/>
                <a:latin typeface="Consolas" panose="020B0609020204030204" pitchFamily="49" charset="0"/>
              </a:rPr>
              <a:t>];</a:t>
            </a:r>
            <a:r>
              <a:rPr lang="en-US" altLang="zh-CN" sz="1800" b="0" dirty="0">
                <a:solidFill>
                  <a:srgbClr val="008000"/>
                </a:solidFill>
                <a:effectLst/>
                <a:latin typeface="Consolas" panose="020B0609020204030204" pitchFamily="49" charset="0"/>
              </a:rPr>
              <a:t>#</a:t>
            </a:r>
            <a:r>
              <a:rPr lang="zh-CN" altLang="en-US" sz="1800" b="0" dirty="0">
                <a:solidFill>
                  <a:srgbClr val="008000"/>
                </a:solidFill>
                <a:effectLst/>
                <a:latin typeface="Consolas" panose="020B0609020204030204" pitchFamily="49" charset="0"/>
              </a:rPr>
              <a:t>温度 </a:t>
            </a:r>
            <a:endParaRPr lang="zh-CN" altLang="en-US" sz="1800" b="0" dirty="0">
              <a:solidFill>
                <a:srgbClr val="000000"/>
              </a:solidFill>
              <a:effectLst/>
              <a:latin typeface="Consolas" panose="020B0609020204030204" pitchFamily="49" charset="0"/>
            </a:endParaRPr>
          </a:p>
        </p:txBody>
      </p:sp>
      <p:sp>
        <p:nvSpPr>
          <p:cNvPr id="19" name="文本框 18">
            <a:extLst>
              <a:ext uri="{FF2B5EF4-FFF2-40B4-BE49-F238E27FC236}">
                <a16:creationId xmlns:a16="http://schemas.microsoft.com/office/drawing/2014/main" id="{FB8D8C4C-B8F4-4F9B-A4D6-146ACC33AF0D}"/>
              </a:ext>
            </a:extLst>
          </p:cNvPr>
          <p:cNvSpPr txBox="1"/>
          <p:nvPr/>
        </p:nvSpPr>
        <p:spPr>
          <a:xfrm>
            <a:off x="5402902" y="1485922"/>
            <a:ext cx="3390388" cy="307777"/>
          </a:xfrm>
          <a:prstGeom prst="rect">
            <a:avLst/>
          </a:prstGeom>
          <a:noFill/>
        </p:spPr>
        <p:txBody>
          <a:bodyPr wrap="square">
            <a:spAutoFit/>
          </a:bodyPr>
          <a:lstStyle/>
          <a:p>
            <a:r>
              <a:rPr lang="en-US" altLang="zh-CN" sz="1400" b="1" kern="0" dirty="0">
                <a:solidFill>
                  <a:srgbClr val="FF0000"/>
                </a:solidFill>
                <a:ea typeface="黑体" panose="02010609060101010101" pitchFamily="49" charset="-122"/>
              </a:rPr>
              <a:t>MATLAB </a:t>
            </a:r>
            <a:r>
              <a:rPr lang="zh-CN" altLang="en-US" sz="1400" b="1" kern="0" dirty="0">
                <a:solidFill>
                  <a:srgbClr val="FF0000"/>
                </a:solidFill>
                <a:ea typeface="黑体" panose="02010609060101010101" pitchFamily="49" charset="-122"/>
              </a:rPr>
              <a:t>空格创建的是行向量</a:t>
            </a:r>
            <a:endParaRPr lang="zh-CN" altLang="en-US" sz="1400" dirty="0">
              <a:solidFill>
                <a:srgbClr val="FF0000"/>
              </a:solidFill>
            </a:endParaRPr>
          </a:p>
        </p:txBody>
      </p:sp>
      <p:sp>
        <p:nvSpPr>
          <p:cNvPr id="20" name="AutoShape 13">
            <a:extLst>
              <a:ext uri="{FF2B5EF4-FFF2-40B4-BE49-F238E27FC236}">
                <a16:creationId xmlns:a16="http://schemas.microsoft.com/office/drawing/2014/main" id="{A9A11E37-0685-4A6C-9AFA-E09728AF1997}"/>
              </a:ext>
            </a:extLst>
          </p:cNvPr>
          <p:cNvSpPr>
            <a:spLocks noChangeArrowheads="1"/>
          </p:cNvSpPr>
          <p:nvPr/>
        </p:nvSpPr>
        <p:spPr bwMode="auto">
          <a:xfrm>
            <a:off x="3779912" y="2710330"/>
            <a:ext cx="882352" cy="625506"/>
          </a:xfrm>
          <a:prstGeom prst="irregularSeal2">
            <a:avLst/>
          </a:prstGeom>
          <a:solidFill>
            <a:srgbClr val="FF0000"/>
          </a:solidFill>
          <a:ln w="57150">
            <a:solidFill>
              <a:srgbClr val="00FF00"/>
            </a:solidFill>
            <a:miter lim="800000"/>
          </a:ln>
          <a:scene3d>
            <a:camera prst="orthographicFront"/>
            <a:lightRig rig="threePt" dir="t"/>
          </a:scene3d>
          <a:sp3d>
            <a:bevelT prst="angle"/>
          </a:sp3d>
        </p:spPr>
        <p:txBody>
          <a:bodyPr wrap="none" anchor="ctr"/>
          <a:lstStyle/>
          <a:p>
            <a:r>
              <a:rPr lang="zh-CN" altLang="en-US" sz="1400" kern="0" dirty="0">
                <a:solidFill>
                  <a:srgbClr val="FFFF00"/>
                </a:solidFill>
                <a:ea typeface="黑体" panose="02010609060101010101" pitchFamily="49" charset="-122"/>
              </a:rPr>
              <a:t>注意 </a:t>
            </a:r>
          </a:p>
        </p:txBody>
      </p:sp>
      <p:sp>
        <p:nvSpPr>
          <p:cNvPr id="21" name="文本框 20">
            <a:extLst>
              <a:ext uri="{FF2B5EF4-FFF2-40B4-BE49-F238E27FC236}">
                <a16:creationId xmlns:a16="http://schemas.microsoft.com/office/drawing/2014/main" id="{5083D6DF-8569-474C-AE82-6805B9FB2126}"/>
              </a:ext>
            </a:extLst>
          </p:cNvPr>
          <p:cNvSpPr txBox="1"/>
          <p:nvPr/>
        </p:nvSpPr>
        <p:spPr>
          <a:xfrm>
            <a:off x="4634874" y="2674531"/>
            <a:ext cx="4365110" cy="523220"/>
          </a:xfrm>
          <a:prstGeom prst="rect">
            <a:avLst/>
          </a:prstGeom>
          <a:noFill/>
        </p:spPr>
        <p:txBody>
          <a:bodyPr wrap="square">
            <a:spAutoFit/>
          </a:bodyPr>
          <a:lstStyle/>
          <a:p>
            <a:r>
              <a:rPr lang="en-US" altLang="zh-CN" sz="1400" b="1" kern="0" dirty="0">
                <a:solidFill>
                  <a:srgbClr val="FF0000"/>
                </a:solidFill>
                <a:ea typeface="黑体" panose="02010609060101010101" pitchFamily="49" charset="-122"/>
              </a:rPr>
              <a:t>Julia </a:t>
            </a:r>
            <a:r>
              <a:rPr lang="zh-CN" altLang="en-US" sz="1400" b="1" kern="0" dirty="0">
                <a:solidFill>
                  <a:srgbClr val="FF0000"/>
                </a:solidFill>
                <a:ea typeface="黑体" panose="02010609060101010101" pitchFamily="49" charset="-122"/>
              </a:rPr>
              <a:t>只认列向量</a:t>
            </a:r>
            <a:r>
              <a:rPr lang="en-US" altLang="zh-CN" sz="1400" b="1" kern="0" dirty="0">
                <a:solidFill>
                  <a:srgbClr val="FF0000"/>
                </a:solidFill>
                <a:ea typeface="黑体" panose="02010609060101010101" pitchFamily="49" charset="-122"/>
              </a:rPr>
              <a:t>,</a:t>
            </a:r>
            <a:r>
              <a:rPr lang="zh-CN" altLang="en-US" sz="1400" b="1" kern="0" dirty="0">
                <a:solidFill>
                  <a:srgbClr val="FF0000"/>
                </a:solidFill>
                <a:ea typeface="黑体" panose="02010609060101010101" pitchFamily="49" charset="-122"/>
              </a:rPr>
              <a:t>不认行向量</a:t>
            </a:r>
            <a:r>
              <a:rPr lang="en-US" altLang="zh-CN" sz="1400" b="1" kern="0" dirty="0">
                <a:solidFill>
                  <a:srgbClr val="FF0000"/>
                </a:solidFill>
                <a:ea typeface="黑体" panose="02010609060101010101" pitchFamily="49" charset="-122"/>
              </a:rPr>
              <a:t>(</a:t>
            </a:r>
            <a:r>
              <a:rPr lang="zh-CN" altLang="en-US" sz="1400" b="1" kern="0" dirty="0">
                <a:solidFill>
                  <a:srgbClr val="FF0000"/>
                </a:solidFill>
                <a:ea typeface="黑体" panose="02010609060101010101" pitchFamily="49" charset="-122"/>
              </a:rPr>
              <a:t>即行矩阵</a:t>
            </a:r>
            <a:r>
              <a:rPr lang="en-US" altLang="zh-CN" sz="1400" b="1" kern="0" dirty="0">
                <a:solidFill>
                  <a:srgbClr val="FF0000"/>
                </a:solidFill>
                <a:ea typeface="黑体" panose="02010609060101010101" pitchFamily="49" charset="-122"/>
              </a:rPr>
              <a:t>),</a:t>
            </a:r>
          </a:p>
          <a:p>
            <a:r>
              <a:rPr lang="zh-CN" altLang="en-US" sz="1400" b="1" kern="0" dirty="0">
                <a:solidFill>
                  <a:srgbClr val="FF0000"/>
                </a:solidFill>
                <a:ea typeface="黑体" panose="02010609060101010101" pitchFamily="49" charset="-122"/>
              </a:rPr>
              <a:t>一组数一定建立成列向量，即分号或逗号分隔</a:t>
            </a:r>
          </a:p>
        </p:txBody>
      </p:sp>
    </p:spTree>
    <p:extLst>
      <p:ext uri="{BB962C8B-B14F-4D97-AF65-F5344CB8AC3E}">
        <p14:creationId xmlns:p14="http://schemas.microsoft.com/office/powerpoint/2010/main" val="15121246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1">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animBg="1"/>
      <p:bldP spid="18" grpId="0"/>
      <p:bldP spid="20" grpId="0" animBg="1"/>
      <p:bldP spid="21"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55E60C73-C982-57B3-4AE1-F89D4C380275}"/>
              </a:ext>
            </a:extLst>
          </p:cNvPr>
          <p:cNvSpPr>
            <a:spLocks noGrp="1"/>
          </p:cNvSpPr>
          <p:nvPr>
            <p:ph type="title"/>
          </p:nvPr>
        </p:nvSpPr>
        <p:spPr>
          <a:xfrm>
            <a:off x="410634" y="167031"/>
            <a:ext cx="7578470" cy="438150"/>
          </a:xfrm>
          <a:solidFill>
            <a:schemeClr val="bg1"/>
          </a:solidFill>
        </p:spPr>
        <p:txBody>
          <a:bodyPr/>
          <a:lstStyle/>
          <a:p>
            <a:br>
              <a:rPr lang="en-US" altLang="zh-CN" sz="2800" i="0" dirty="0">
                <a:effectLst/>
                <a:latin typeface="Helvetica Neue"/>
              </a:rPr>
            </a:br>
            <a:r>
              <a:rPr lang="en-US" altLang="zh-CN" sz="2800" dirty="0">
                <a:latin typeface="Helvetica Neue"/>
              </a:rPr>
              <a:t>§</a:t>
            </a:r>
            <a:r>
              <a:rPr lang="en-US" altLang="zh-CN" sz="2800" dirty="0"/>
              <a:t>1.4.1.2 </a:t>
            </a:r>
            <a:r>
              <a:rPr lang="zh-CN" altLang="en-US" sz="2800" i="0" dirty="0">
                <a:effectLst/>
                <a:latin typeface="Helvetica Neue"/>
              </a:rPr>
              <a:t>创建二维</a:t>
            </a:r>
            <a:r>
              <a:rPr lang="zh-CN" altLang="en-US" sz="2800" dirty="0">
                <a:latin typeface="Helvetica Neue"/>
              </a:rPr>
              <a:t>矩阵</a:t>
            </a:r>
            <a:r>
              <a:rPr lang="en-US" altLang="zh-CN" sz="2800" dirty="0">
                <a:solidFill>
                  <a:srgbClr val="FF0000"/>
                </a:solidFill>
              </a:rPr>
              <a:t>——2.</a:t>
            </a:r>
            <a:r>
              <a:rPr lang="zh-CN" altLang="en-US" sz="2800" dirty="0">
                <a:solidFill>
                  <a:srgbClr val="FF0000"/>
                </a:solidFill>
              </a:rPr>
              <a:t> 方括号</a:t>
            </a:r>
            <a:r>
              <a:rPr lang="en-US" altLang="zh-CN" sz="2800" dirty="0">
                <a:solidFill>
                  <a:srgbClr val="FF0000"/>
                </a:solidFill>
              </a:rPr>
              <a:t>[ ]</a:t>
            </a:r>
            <a:r>
              <a:rPr lang="zh-CN" altLang="en-US" sz="2800" dirty="0">
                <a:solidFill>
                  <a:srgbClr val="FF0000"/>
                </a:solidFill>
              </a:rPr>
              <a:t>创建</a:t>
            </a:r>
            <a:endParaRPr lang="zh-CN" altLang="en-US" sz="2800" dirty="0">
              <a:solidFill>
                <a:schemeClr val="bg1"/>
              </a:solidFill>
              <a:highlight>
                <a:srgbClr val="FF0000"/>
              </a:highlight>
              <a:latin typeface="Helvetica Neue"/>
            </a:endParaRPr>
          </a:p>
        </p:txBody>
      </p:sp>
      <p:sp>
        <p:nvSpPr>
          <p:cNvPr id="5" name="内容占位符 2">
            <a:extLst>
              <a:ext uri="{FF2B5EF4-FFF2-40B4-BE49-F238E27FC236}">
                <a16:creationId xmlns:a16="http://schemas.microsoft.com/office/drawing/2014/main" id="{2FABD09E-3ACD-EC1B-2BC4-A8BB0FA88405}"/>
              </a:ext>
            </a:extLst>
          </p:cNvPr>
          <p:cNvSpPr txBox="1">
            <a:spLocks/>
          </p:cNvSpPr>
          <p:nvPr/>
        </p:nvSpPr>
        <p:spPr bwMode="auto">
          <a:xfrm>
            <a:off x="295099" y="780688"/>
            <a:ext cx="8251187" cy="375809"/>
          </a:xfrm>
          <a:prstGeom prst="rect">
            <a:avLst/>
          </a:prstGeom>
          <a:solidFill>
            <a:schemeClr val="bg1"/>
          </a:solidFill>
          <a:ln w="9525">
            <a:noFill/>
            <a:miter lim="800000"/>
            <a:headEnd/>
            <a:tailEnd/>
          </a:ln>
        </p:spPr>
        <p:txBody>
          <a:bodyPr vert="horz" wrap="square" lIns="91440" tIns="45720" rIns="91440" bIns="45720" numCol="1" anchor="t" anchorCtr="0" compatLnSpc="1">
            <a:prstTxWarp prst="textNoShape">
              <a:avLst/>
            </a:prstTxWarp>
            <a:spAutoFit/>
          </a:bodyPr>
          <a:lstStyle>
            <a:lvl1pPr marL="177800" indent="-177800" algn="l" rtl="0" eaLnBrk="0" fontAlgn="base" hangingPunct="0">
              <a:lnSpc>
                <a:spcPct val="110000"/>
              </a:lnSpc>
              <a:spcBef>
                <a:spcPct val="0"/>
              </a:spcBef>
              <a:spcAft>
                <a:spcPct val="0"/>
              </a:spcAft>
              <a:buFont typeface="Wingdings" panose="05000000000000000000" pitchFamily="2" charset="2"/>
              <a:buChar char="Ø"/>
              <a:defRPr sz="2800" b="0">
                <a:solidFill>
                  <a:srgbClr val="002060"/>
                </a:solidFill>
                <a:latin typeface="华文楷体" panose="02010600040101010101" pitchFamily="2" charset="-122"/>
                <a:ea typeface="华文楷体" panose="02010600040101010101" pitchFamily="2" charset="-122"/>
                <a:cs typeface="+mn-cs"/>
              </a:defRPr>
            </a:lvl1pPr>
            <a:lvl2pPr marL="635000" indent="-177800" algn="l" rtl="0" eaLnBrk="0" fontAlgn="base" hangingPunct="0">
              <a:lnSpc>
                <a:spcPct val="110000"/>
              </a:lnSpc>
              <a:spcBef>
                <a:spcPct val="0"/>
              </a:spcBef>
              <a:spcAft>
                <a:spcPct val="0"/>
              </a:spcAft>
              <a:buFont typeface="Wingdings" panose="05000000000000000000" pitchFamily="2" charset="2"/>
              <a:buChar char="Ø"/>
              <a:defRPr sz="2400" b="0">
                <a:solidFill>
                  <a:srgbClr val="002060"/>
                </a:solidFill>
                <a:latin typeface="华文楷体" panose="02010600040101010101" pitchFamily="2" charset="-122"/>
                <a:ea typeface="华文楷体" panose="02010600040101010101" pitchFamily="2" charset="-122"/>
              </a:defRPr>
            </a:lvl2pPr>
            <a:lvl3pPr marL="1092200" indent="-177800" algn="l" rtl="0" eaLnBrk="0" fontAlgn="base" hangingPunct="0">
              <a:lnSpc>
                <a:spcPct val="110000"/>
              </a:lnSpc>
              <a:spcBef>
                <a:spcPct val="0"/>
              </a:spcBef>
              <a:spcAft>
                <a:spcPct val="0"/>
              </a:spcAft>
              <a:buFont typeface="Wingdings" panose="05000000000000000000" pitchFamily="2" charset="2"/>
              <a:buChar char="Ø"/>
              <a:defRPr sz="2400" b="0">
                <a:solidFill>
                  <a:srgbClr val="002060"/>
                </a:solidFill>
                <a:latin typeface="华文楷体" panose="02010600040101010101" pitchFamily="2" charset="-122"/>
                <a:ea typeface="华文楷体" panose="02010600040101010101" pitchFamily="2" charset="-122"/>
              </a:defRPr>
            </a:lvl3pPr>
            <a:lvl4pPr marL="1549400" indent="-177800" algn="l" rtl="0" eaLnBrk="0" fontAlgn="base" hangingPunct="0">
              <a:lnSpc>
                <a:spcPct val="110000"/>
              </a:lnSpc>
              <a:spcBef>
                <a:spcPct val="0"/>
              </a:spcBef>
              <a:spcAft>
                <a:spcPct val="0"/>
              </a:spcAft>
              <a:buFont typeface="Wingdings" panose="05000000000000000000" pitchFamily="2" charset="2"/>
              <a:buChar char="Ø"/>
              <a:defRPr sz="2000" b="0">
                <a:solidFill>
                  <a:srgbClr val="002060"/>
                </a:solidFill>
                <a:latin typeface="华文楷体" panose="02010600040101010101" pitchFamily="2" charset="-122"/>
                <a:ea typeface="华文楷体" panose="02010600040101010101" pitchFamily="2" charset="-122"/>
              </a:defRPr>
            </a:lvl4pPr>
            <a:lvl5pPr marL="2006600" indent="-177800" algn="l" rtl="0" eaLnBrk="0" fontAlgn="base" hangingPunct="0">
              <a:lnSpc>
                <a:spcPct val="110000"/>
              </a:lnSpc>
              <a:spcBef>
                <a:spcPct val="0"/>
              </a:spcBef>
              <a:spcAft>
                <a:spcPct val="0"/>
              </a:spcAft>
              <a:buFont typeface="Wingdings" panose="05000000000000000000" pitchFamily="2" charset="2"/>
              <a:buChar char="Ø"/>
              <a:defRPr sz="2000" b="0">
                <a:solidFill>
                  <a:srgbClr val="002060"/>
                </a:solidFill>
                <a:latin typeface="华文楷体" panose="02010600040101010101" pitchFamily="2" charset="-122"/>
                <a:ea typeface="华文楷体" panose="02010600040101010101" pitchFamily="2" charset="-122"/>
              </a:defRPr>
            </a:lvl5pPr>
            <a:lvl6pPr marL="2463800" indent="-177800" algn="l" rtl="0" eaLnBrk="1" fontAlgn="base" hangingPunct="1">
              <a:lnSpc>
                <a:spcPct val="110000"/>
              </a:lnSpc>
              <a:spcBef>
                <a:spcPct val="0"/>
              </a:spcBef>
              <a:spcAft>
                <a:spcPct val="0"/>
              </a:spcAft>
              <a:buChar char="•"/>
              <a:defRPr b="1">
                <a:solidFill>
                  <a:srgbClr val="002E5C"/>
                </a:solidFill>
                <a:latin typeface="+mn-lt"/>
              </a:defRPr>
            </a:lvl6pPr>
            <a:lvl7pPr marL="2921000" indent="-177800" algn="l" rtl="0" eaLnBrk="1" fontAlgn="base" hangingPunct="1">
              <a:lnSpc>
                <a:spcPct val="110000"/>
              </a:lnSpc>
              <a:spcBef>
                <a:spcPct val="0"/>
              </a:spcBef>
              <a:spcAft>
                <a:spcPct val="0"/>
              </a:spcAft>
              <a:buChar char="•"/>
              <a:defRPr b="1">
                <a:solidFill>
                  <a:srgbClr val="002E5C"/>
                </a:solidFill>
                <a:latin typeface="+mn-lt"/>
              </a:defRPr>
            </a:lvl7pPr>
            <a:lvl8pPr marL="3378200" indent="-177800" algn="l" rtl="0" eaLnBrk="1" fontAlgn="base" hangingPunct="1">
              <a:lnSpc>
                <a:spcPct val="110000"/>
              </a:lnSpc>
              <a:spcBef>
                <a:spcPct val="0"/>
              </a:spcBef>
              <a:spcAft>
                <a:spcPct val="0"/>
              </a:spcAft>
              <a:buChar char="•"/>
              <a:defRPr b="1">
                <a:solidFill>
                  <a:srgbClr val="002E5C"/>
                </a:solidFill>
                <a:latin typeface="+mn-lt"/>
              </a:defRPr>
            </a:lvl8pPr>
            <a:lvl9pPr marL="3835400" indent="-177800" algn="l" rtl="0" eaLnBrk="1" fontAlgn="base" hangingPunct="1">
              <a:lnSpc>
                <a:spcPct val="110000"/>
              </a:lnSpc>
              <a:spcBef>
                <a:spcPct val="0"/>
              </a:spcBef>
              <a:spcAft>
                <a:spcPct val="0"/>
              </a:spcAft>
              <a:buChar char="•"/>
              <a:defRPr b="1">
                <a:solidFill>
                  <a:srgbClr val="002E5C"/>
                </a:solidFill>
                <a:latin typeface="+mn-lt"/>
              </a:defRPr>
            </a:lvl9pPr>
          </a:lstStyle>
          <a:p>
            <a:pPr marL="457200" indent="-457200">
              <a:buFont typeface="+mj-ea"/>
              <a:buAutoNum type="circleNumDbPlain"/>
            </a:pPr>
            <a:r>
              <a:rPr lang="zh-CN" altLang="en-US" sz="1800" b="1" kern="0" dirty="0">
                <a:solidFill>
                  <a:srgbClr val="0070C0"/>
                </a:solidFill>
                <a:latin typeface="微软雅黑" panose="020B0503020204020204" pitchFamily="34" charset="-122"/>
                <a:ea typeface="微软雅黑" panose="020B0503020204020204" pitchFamily="34" charset="-122"/>
              </a:rPr>
              <a:t>第</a:t>
            </a:r>
            <a:r>
              <a:rPr lang="en-US" altLang="zh-CN" sz="1800" b="1" kern="0" dirty="0">
                <a:solidFill>
                  <a:srgbClr val="0070C0"/>
                </a:solidFill>
                <a:latin typeface="微软雅黑" panose="020B0503020204020204" pitchFamily="34" charset="-122"/>
                <a:ea typeface="微软雅黑" panose="020B0503020204020204" pitchFamily="34" charset="-122"/>
              </a:rPr>
              <a:t>1</a:t>
            </a:r>
            <a:r>
              <a:rPr lang="zh-CN" altLang="en-US" sz="1800" b="1" kern="0" dirty="0">
                <a:solidFill>
                  <a:srgbClr val="0070C0"/>
                </a:solidFill>
                <a:latin typeface="微软雅黑" panose="020B0503020204020204" pitchFamily="34" charset="-122"/>
                <a:ea typeface="微软雅黑" panose="020B0503020204020204" pitchFamily="34" charset="-122"/>
              </a:rPr>
              <a:t>种方式</a:t>
            </a:r>
            <a:r>
              <a:rPr lang="en-US" altLang="zh-CN" sz="1800" b="1" kern="0" dirty="0">
                <a:solidFill>
                  <a:srgbClr val="0070C0"/>
                </a:solidFill>
                <a:latin typeface="微软雅黑" panose="020B0503020204020204" pitchFamily="34" charset="-122"/>
                <a:ea typeface="微软雅黑" panose="020B0503020204020204" pitchFamily="34" charset="-122"/>
              </a:rPr>
              <a:t>:</a:t>
            </a:r>
            <a:r>
              <a:rPr lang="zh-CN" altLang="en-US" sz="1800" b="1" kern="0" dirty="0">
                <a:solidFill>
                  <a:srgbClr val="0070C0"/>
                </a:solidFill>
                <a:latin typeface="微软雅黑" panose="020B0503020204020204" pitchFamily="34" charset="-122"/>
                <a:ea typeface="微软雅黑" panose="020B0503020204020204" pitchFamily="34" charset="-122"/>
              </a:rPr>
              <a:t>同行元素空格分隔（</a:t>
            </a:r>
            <a:r>
              <a:rPr lang="zh-CN" altLang="en-US" sz="1800" b="1" kern="0" dirty="0">
                <a:solidFill>
                  <a:srgbClr val="FF0000"/>
                </a:solidFill>
                <a:latin typeface="微软雅黑" panose="020B0503020204020204" pitchFamily="34" charset="-122"/>
                <a:ea typeface="微软雅黑" panose="020B0503020204020204" pitchFamily="34" charset="-122"/>
              </a:rPr>
              <a:t>不能逗号</a:t>
            </a:r>
            <a:r>
              <a:rPr lang="zh-CN" altLang="en-US" sz="1800" b="1" kern="0" dirty="0">
                <a:solidFill>
                  <a:srgbClr val="0070C0"/>
                </a:solidFill>
                <a:latin typeface="微软雅黑" panose="020B0503020204020204" pitchFamily="34" charset="-122"/>
                <a:ea typeface="微软雅黑" panose="020B0503020204020204" pitchFamily="34" charset="-122"/>
              </a:rPr>
              <a:t>）</a:t>
            </a:r>
            <a:r>
              <a:rPr lang="en-US" altLang="zh-CN" sz="1800" b="1" kern="0" dirty="0">
                <a:solidFill>
                  <a:srgbClr val="0070C0"/>
                </a:solidFill>
                <a:latin typeface="微软雅黑" panose="020B0503020204020204" pitchFamily="34" charset="-122"/>
                <a:ea typeface="微软雅黑" panose="020B0503020204020204" pitchFamily="34" charset="-122"/>
              </a:rPr>
              <a:t>,</a:t>
            </a:r>
            <a:r>
              <a:rPr lang="zh-CN" altLang="en-US" sz="1800" b="1" kern="0" dirty="0">
                <a:solidFill>
                  <a:srgbClr val="0070C0"/>
                </a:solidFill>
                <a:latin typeface="微软雅黑" panose="020B0503020204020204" pitchFamily="34" charset="-122"/>
                <a:ea typeface="微软雅黑" panose="020B0503020204020204" pitchFamily="34" charset="-122"/>
              </a:rPr>
              <a:t>行与行间分号分隔</a:t>
            </a:r>
          </a:p>
        </p:txBody>
      </p:sp>
      <p:sp>
        <p:nvSpPr>
          <p:cNvPr id="6" name="文本框 5">
            <a:extLst>
              <a:ext uri="{FF2B5EF4-FFF2-40B4-BE49-F238E27FC236}">
                <a16:creationId xmlns:a16="http://schemas.microsoft.com/office/drawing/2014/main" id="{8EBE64D0-3A48-3BFE-5204-570BCCB2CA66}"/>
              </a:ext>
            </a:extLst>
          </p:cNvPr>
          <p:cNvSpPr txBox="1"/>
          <p:nvPr/>
        </p:nvSpPr>
        <p:spPr>
          <a:xfrm>
            <a:off x="723069" y="1202274"/>
            <a:ext cx="2820921" cy="1231106"/>
          </a:xfrm>
          <a:prstGeom prst="rect">
            <a:avLst/>
          </a:prstGeom>
          <a:noFill/>
        </p:spPr>
        <p:txBody>
          <a:bodyPr wrap="square">
            <a:spAutoFit/>
          </a:bodyPr>
          <a:lstStyle/>
          <a:p>
            <a:r>
              <a:rPr lang="es-ES" altLang="zh-CN" sz="2000" dirty="0"/>
              <a:t>julia&gt; m=[1 2;3 4]</a:t>
            </a:r>
          </a:p>
          <a:p>
            <a:r>
              <a:rPr lang="es-ES" altLang="zh-CN" dirty="0">
                <a:solidFill>
                  <a:srgbClr val="00B0F0"/>
                </a:solidFill>
              </a:rPr>
              <a:t>#</a:t>
            </a:r>
            <a:r>
              <a:rPr lang="zh-CN" altLang="en-US" dirty="0">
                <a:solidFill>
                  <a:srgbClr val="00B0F0"/>
                </a:solidFill>
              </a:rPr>
              <a:t>结果</a:t>
            </a:r>
            <a:r>
              <a:rPr lang="es-ES" altLang="zh-CN" dirty="0">
                <a:solidFill>
                  <a:srgbClr val="00B0F0"/>
                </a:solidFill>
              </a:rPr>
              <a:t>2×2 Matrix{Int64}:</a:t>
            </a:r>
          </a:p>
          <a:p>
            <a:r>
              <a:rPr lang="es-ES" altLang="zh-CN" dirty="0">
                <a:solidFill>
                  <a:srgbClr val="00B0F0"/>
                </a:solidFill>
              </a:rPr>
              <a:t> 1  2</a:t>
            </a:r>
          </a:p>
          <a:p>
            <a:r>
              <a:rPr lang="es-ES" altLang="zh-CN" dirty="0">
                <a:solidFill>
                  <a:srgbClr val="00B0F0"/>
                </a:solidFill>
              </a:rPr>
              <a:t> 3  4</a:t>
            </a:r>
          </a:p>
        </p:txBody>
      </p:sp>
      <p:sp>
        <p:nvSpPr>
          <p:cNvPr id="7" name="内容占位符 2">
            <a:extLst>
              <a:ext uri="{FF2B5EF4-FFF2-40B4-BE49-F238E27FC236}">
                <a16:creationId xmlns:a16="http://schemas.microsoft.com/office/drawing/2014/main" id="{2BE4904C-5D49-263D-8113-1923AC22EAC6}"/>
              </a:ext>
            </a:extLst>
          </p:cNvPr>
          <p:cNvSpPr txBox="1">
            <a:spLocks/>
          </p:cNvSpPr>
          <p:nvPr/>
        </p:nvSpPr>
        <p:spPr bwMode="auto">
          <a:xfrm>
            <a:off x="252356" y="2594148"/>
            <a:ext cx="8568952" cy="375809"/>
          </a:xfrm>
          <a:prstGeom prst="rect">
            <a:avLst/>
          </a:prstGeom>
          <a:noFill/>
          <a:ln w="9525">
            <a:noFill/>
            <a:miter lim="800000"/>
            <a:headEnd/>
            <a:tailEnd/>
          </a:ln>
        </p:spPr>
        <p:txBody>
          <a:bodyPr vert="horz" wrap="square" lIns="91440" tIns="45720" rIns="91440" bIns="45720" numCol="1" anchor="t" anchorCtr="0" compatLnSpc="1">
            <a:prstTxWarp prst="textNoShape">
              <a:avLst/>
            </a:prstTxWarp>
            <a:spAutoFit/>
          </a:bodyPr>
          <a:lstStyle>
            <a:defPPr>
              <a:defRPr lang="zh-CN"/>
            </a:defPPr>
            <a:lvl1pPr marL="457200" indent="-457200" eaLnBrk="0" hangingPunct="0">
              <a:lnSpc>
                <a:spcPct val="110000"/>
              </a:lnSpc>
              <a:buFont typeface="+mj-ea"/>
              <a:buAutoNum type="circleNumDbPlain"/>
              <a:defRPr sz="1800" b="1" kern="0">
                <a:solidFill>
                  <a:srgbClr val="0070C0"/>
                </a:solidFill>
                <a:latin typeface="微软雅黑" panose="020B0503020204020204" pitchFamily="34" charset="-122"/>
                <a:ea typeface="微软雅黑" panose="020B0503020204020204" pitchFamily="34" charset="-122"/>
              </a:defRPr>
            </a:lvl1pPr>
            <a:lvl2pPr marL="635000" indent="-177800" eaLnBrk="0" hangingPunct="0">
              <a:lnSpc>
                <a:spcPct val="110000"/>
              </a:lnSpc>
              <a:buFont typeface="Wingdings" panose="05000000000000000000" pitchFamily="2" charset="2"/>
              <a:buChar char="Ø"/>
              <a:defRPr sz="2400" b="0">
                <a:solidFill>
                  <a:srgbClr val="002060"/>
                </a:solidFill>
                <a:latin typeface="华文楷体" panose="02010600040101010101" pitchFamily="2" charset="-122"/>
                <a:ea typeface="华文楷体" panose="02010600040101010101" pitchFamily="2" charset="-122"/>
              </a:defRPr>
            </a:lvl2pPr>
            <a:lvl3pPr marL="1092200" indent="-177800" eaLnBrk="0" hangingPunct="0">
              <a:lnSpc>
                <a:spcPct val="110000"/>
              </a:lnSpc>
              <a:buFont typeface="Wingdings" panose="05000000000000000000" pitchFamily="2" charset="2"/>
              <a:buChar char="Ø"/>
              <a:defRPr sz="2400" b="0">
                <a:solidFill>
                  <a:srgbClr val="002060"/>
                </a:solidFill>
                <a:latin typeface="华文楷体" panose="02010600040101010101" pitchFamily="2" charset="-122"/>
                <a:ea typeface="华文楷体" panose="02010600040101010101" pitchFamily="2" charset="-122"/>
              </a:defRPr>
            </a:lvl3pPr>
            <a:lvl4pPr marL="1549400" indent="-177800" eaLnBrk="0" hangingPunct="0">
              <a:lnSpc>
                <a:spcPct val="110000"/>
              </a:lnSpc>
              <a:buFont typeface="Wingdings" panose="05000000000000000000" pitchFamily="2" charset="2"/>
              <a:buChar char="Ø"/>
              <a:defRPr sz="2000" b="0">
                <a:solidFill>
                  <a:srgbClr val="002060"/>
                </a:solidFill>
                <a:latin typeface="华文楷体" panose="02010600040101010101" pitchFamily="2" charset="-122"/>
                <a:ea typeface="华文楷体" panose="02010600040101010101" pitchFamily="2" charset="-122"/>
              </a:defRPr>
            </a:lvl4pPr>
            <a:lvl5pPr marL="2006600" indent="-177800" eaLnBrk="0" hangingPunct="0">
              <a:lnSpc>
                <a:spcPct val="110000"/>
              </a:lnSpc>
              <a:buFont typeface="Wingdings" panose="05000000000000000000" pitchFamily="2" charset="2"/>
              <a:buChar char="Ø"/>
              <a:defRPr sz="2000" b="0">
                <a:solidFill>
                  <a:srgbClr val="002060"/>
                </a:solidFill>
                <a:latin typeface="华文楷体" panose="02010600040101010101" pitchFamily="2" charset="-122"/>
                <a:ea typeface="华文楷体" panose="02010600040101010101" pitchFamily="2" charset="-122"/>
              </a:defRPr>
            </a:lvl5pPr>
            <a:lvl6pPr marL="2463800" indent="-177800" fontAlgn="base">
              <a:lnSpc>
                <a:spcPct val="110000"/>
              </a:lnSpc>
              <a:spcBef>
                <a:spcPct val="0"/>
              </a:spcBef>
              <a:spcAft>
                <a:spcPct val="0"/>
              </a:spcAft>
              <a:buChar char="•"/>
              <a:defRPr b="1">
                <a:solidFill>
                  <a:srgbClr val="002E5C"/>
                </a:solidFill>
                <a:latin typeface="+mn-lt"/>
              </a:defRPr>
            </a:lvl6pPr>
            <a:lvl7pPr marL="2921000" indent="-177800" fontAlgn="base">
              <a:lnSpc>
                <a:spcPct val="110000"/>
              </a:lnSpc>
              <a:spcBef>
                <a:spcPct val="0"/>
              </a:spcBef>
              <a:spcAft>
                <a:spcPct val="0"/>
              </a:spcAft>
              <a:buChar char="•"/>
              <a:defRPr b="1">
                <a:solidFill>
                  <a:srgbClr val="002E5C"/>
                </a:solidFill>
                <a:latin typeface="+mn-lt"/>
              </a:defRPr>
            </a:lvl7pPr>
            <a:lvl8pPr marL="3378200" indent="-177800" fontAlgn="base">
              <a:lnSpc>
                <a:spcPct val="110000"/>
              </a:lnSpc>
              <a:spcBef>
                <a:spcPct val="0"/>
              </a:spcBef>
              <a:spcAft>
                <a:spcPct val="0"/>
              </a:spcAft>
              <a:buChar char="•"/>
              <a:defRPr b="1">
                <a:solidFill>
                  <a:srgbClr val="002E5C"/>
                </a:solidFill>
                <a:latin typeface="+mn-lt"/>
              </a:defRPr>
            </a:lvl8pPr>
            <a:lvl9pPr marL="3835400" indent="-177800" fontAlgn="base">
              <a:lnSpc>
                <a:spcPct val="110000"/>
              </a:lnSpc>
              <a:spcBef>
                <a:spcPct val="0"/>
              </a:spcBef>
              <a:spcAft>
                <a:spcPct val="0"/>
              </a:spcAft>
              <a:buChar char="•"/>
              <a:defRPr b="1">
                <a:solidFill>
                  <a:srgbClr val="002E5C"/>
                </a:solidFill>
                <a:latin typeface="+mn-lt"/>
              </a:defRPr>
            </a:lvl9pPr>
          </a:lstStyle>
          <a:p>
            <a:pPr>
              <a:buFont typeface="+mj-ea"/>
              <a:buAutoNum type="circleNumDbPlain" startAt="2"/>
            </a:pPr>
            <a:r>
              <a:rPr lang="zh-CN" altLang="en-US" dirty="0"/>
              <a:t>第</a:t>
            </a:r>
            <a:r>
              <a:rPr lang="en-US" altLang="zh-CN" dirty="0"/>
              <a:t>2</a:t>
            </a:r>
            <a:r>
              <a:rPr lang="zh-CN" altLang="en-US" dirty="0"/>
              <a:t>种方式</a:t>
            </a:r>
            <a:r>
              <a:rPr lang="en-US" altLang="zh-CN" dirty="0"/>
              <a:t>:</a:t>
            </a:r>
            <a:r>
              <a:rPr lang="zh-CN" altLang="en-US" dirty="0"/>
              <a:t>同行元素空格分隔，按回车键</a:t>
            </a:r>
            <a:r>
              <a:rPr lang="en-US" altLang="zh-CN" dirty="0" err="1"/>
              <a:t>Eneter</a:t>
            </a:r>
            <a:r>
              <a:rPr lang="zh-CN" altLang="en-US" dirty="0"/>
              <a:t>分隔不同行</a:t>
            </a:r>
          </a:p>
        </p:txBody>
      </p:sp>
      <p:sp>
        <p:nvSpPr>
          <p:cNvPr id="9" name="文本框 8">
            <a:extLst>
              <a:ext uri="{FF2B5EF4-FFF2-40B4-BE49-F238E27FC236}">
                <a16:creationId xmlns:a16="http://schemas.microsoft.com/office/drawing/2014/main" id="{42CD94BE-0375-5C3B-7C7C-C2051C631F46}"/>
              </a:ext>
            </a:extLst>
          </p:cNvPr>
          <p:cNvSpPr txBox="1"/>
          <p:nvPr/>
        </p:nvSpPr>
        <p:spPr>
          <a:xfrm>
            <a:off x="723069" y="3121051"/>
            <a:ext cx="2378002" cy="1538883"/>
          </a:xfrm>
          <a:prstGeom prst="rect">
            <a:avLst/>
          </a:prstGeom>
          <a:noFill/>
        </p:spPr>
        <p:txBody>
          <a:bodyPr wrap="square">
            <a:spAutoFit/>
          </a:bodyPr>
          <a:lstStyle/>
          <a:p>
            <a:r>
              <a:rPr lang="fi-FI" altLang="zh-CN" sz="2000" dirty="0"/>
              <a:t>julia&gt; m2=[1 2</a:t>
            </a:r>
          </a:p>
          <a:p>
            <a:r>
              <a:rPr lang="fi-FI" altLang="zh-CN" sz="2000" dirty="0"/>
              <a:t>       3.4 pi]</a:t>
            </a:r>
          </a:p>
          <a:p>
            <a:r>
              <a:rPr lang="fi-FI" altLang="zh-CN" dirty="0">
                <a:solidFill>
                  <a:srgbClr val="00B0F0"/>
                </a:solidFill>
              </a:rPr>
              <a:t>2×2 Matrix{Float64}:</a:t>
            </a:r>
          </a:p>
          <a:p>
            <a:r>
              <a:rPr lang="fi-FI" altLang="zh-CN" dirty="0">
                <a:solidFill>
                  <a:srgbClr val="00B0F0"/>
                </a:solidFill>
              </a:rPr>
              <a:t> 1.0  2.0</a:t>
            </a:r>
          </a:p>
          <a:p>
            <a:r>
              <a:rPr lang="fi-FI" altLang="zh-CN" dirty="0">
                <a:solidFill>
                  <a:srgbClr val="00B0F0"/>
                </a:solidFill>
              </a:rPr>
              <a:t> 3.4  3.14159</a:t>
            </a:r>
            <a:endParaRPr lang="zh-CN" altLang="en-US" dirty="0">
              <a:solidFill>
                <a:srgbClr val="00B0F0"/>
              </a:solidFill>
            </a:endParaRPr>
          </a:p>
        </p:txBody>
      </p:sp>
      <p:sp>
        <p:nvSpPr>
          <p:cNvPr id="2" name="矩形 1">
            <a:extLst>
              <a:ext uri="{FF2B5EF4-FFF2-40B4-BE49-F238E27FC236}">
                <a16:creationId xmlns:a16="http://schemas.microsoft.com/office/drawing/2014/main" id="{293FC969-47BC-C2B3-9305-1951F5CF760F}"/>
              </a:ext>
            </a:extLst>
          </p:cNvPr>
          <p:cNvSpPr/>
          <p:nvPr/>
        </p:nvSpPr>
        <p:spPr>
          <a:xfrm>
            <a:off x="7169908" y="759583"/>
            <a:ext cx="1638393" cy="338554"/>
          </a:xfrm>
          <a:prstGeom prst="rect">
            <a:avLst/>
          </a:prstGeom>
          <a:solidFill>
            <a:srgbClr val="0070C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p>
            <a:r>
              <a:rPr lang="en-US" altLang="zh-CN" sz="1600" kern="0" dirty="0">
                <a:solidFill>
                  <a:schemeClr val="bg1"/>
                </a:solidFill>
              </a:rPr>
              <a:t>x =[x1 x2;x3 x4] </a:t>
            </a:r>
            <a:endParaRPr lang="zh-CN" altLang="en-US" sz="1600" dirty="0">
              <a:solidFill>
                <a:schemeClr val="bg1"/>
              </a:solidFill>
              <a:latin typeface="Times New Roman" panose="02020603050405020304" pitchFamily="18" charset="0"/>
              <a:cs typeface="Times New Roman" panose="02020603050405020304" pitchFamily="18" charset="0"/>
            </a:endParaRPr>
          </a:p>
        </p:txBody>
      </p:sp>
      <p:sp>
        <p:nvSpPr>
          <p:cNvPr id="3" name="矩形 2">
            <a:extLst>
              <a:ext uri="{FF2B5EF4-FFF2-40B4-BE49-F238E27FC236}">
                <a16:creationId xmlns:a16="http://schemas.microsoft.com/office/drawing/2014/main" id="{FDFBEC00-9CDF-C3A9-834F-55D6FD85263F}"/>
              </a:ext>
            </a:extLst>
          </p:cNvPr>
          <p:cNvSpPr/>
          <p:nvPr/>
        </p:nvSpPr>
        <p:spPr>
          <a:xfrm>
            <a:off x="7107710" y="2594148"/>
            <a:ext cx="1438576" cy="646331"/>
          </a:xfrm>
          <a:prstGeom prst="rect">
            <a:avLst/>
          </a:prstGeom>
          <a:solidFill>
            <a:srgbClr val="0070C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p>
            <a:r>
              <a:rPr lang="en-US" altLang="zh-CN" kern="0" dirty="0">
                <a:solidFill>
                  <a:schemeClr val="bg1"/>
                </a:solidFill>
              </a:rPr>
              <a:t>x =[x1</a:t>
            </a:r>
            <a:r>
              <a:rPr lang="zh-CN" altLang="en-US" kern="0" dirty="0">
                <a:solidFill>
                  <a:schemeClr val="bg1"/>
                </a:solidFill>
              </a:rPr>
              <a:t>　</a:t>
            </a:r>
            <a:r>
              <a:rPr lang="en-US" altLang="zh-CN" kern="0" dirty="0">
                <a:solidFill>
                  <a:schemeClr val="bg1"/>
                </a:solidFill>
              </a:rPr>
              <a:t>x2</a:t>
            </a:r>
          </a:p>
          <a:p>
            <a:r>
              <a:rPr lang="zh-CN" altLang="en-US" kern="0" dirty="0">
                <a:solidFill>
                  <a:schemeClr val="bg1"/>
                </a:solidFill>
              </a:rPr>
              <a:t>   ｘ</a:t>
            </a:r>
            <a:r>
              <a:rPr lang="en-US" altLang="zh-CN" kern="0" dirty="0">
                <a:solidFill>
                  <a:schemeClr val="bg1"/>
                </a:solidFill>
              </a:rPr>
              <a:t>3</a:t>
            </a:r>
            <a:r>
              <a:rPr lang="zh-CN" altLang="en-US" kern="0" dirty="0">
                <a:solidFill>
                  <a:schemeClr val="bg1"/>
                </a:solidFill>
              </a:rPr>
              <a:t>　</a:t>
            </a:r>
            <a:r>
              <a:rPr lang="en-US" altLang="zh-CN" kern="0" dirty="0">
                <a:solidFill>
                  <a:schemeClr val="bg1"/>
                </a:solidFill>
              </a:rPr>
              <a:t>x4]</a:t>
            </a:r>
            <a:endParaRPr lang="zh-CN" altLang="en-US" dirty="0">
              <a:solidFill>
                <a:schemeClr val="bg1"/>
              </a:solidFill>
              <a:latin typeface="Times New Roman" panose="02020603050405020304" pitchFamily="18" charset="0"/>
              <a:cs typeface="Times New Roman" panose="02020603050405020304" pitchFamily="18" charset="0"/>
            </a:endParaRPr>
          </a:p>
        </p:txBody>
      </p:sp>
      <p:sp>
        <p:nvSpPr>
          <p:cNvPr id="10" name="矩形 9">
            <a:extLst>
              <a:ext uri="{FF2B5EF4-FFF2-40B4-BE49-F238E27FC236}">
                <a16:creationId xmlns:a16="http://schemas.microsoft.com/office/drawing/2014/main" id="{4D711034-01F3-402D-8235-35BA1940C298}"/>
              </a:ext>
            </a:extLst>
          </p:cNvPr>
          <p:cNvSpPr/>
          <p:nvPr/>
        </p:nvSpPr>
        <p:spPr>
          <a:xfrm>
            <a:off x="8524590" y="2682583"/>
            <a:ext cx="487867" cy="430887"/>
          </a:xfrm>
          <a:prstGeom prst="rect">
            <a:avLst/>
          </a:prstGeom>
          <a:noFill/>
          <a:ln>
            <a:noFill/>
          </a:ln>
          <a:effectLst/>
        </p:spPr>
        <p:style>
          <a:lnRef idx="3">
            <a:schemeClr val="lt1"/>
          </a:lnRef>
          <a:fillRef idx="1">
            <a:schemeClr val="accent1"/>
          </a:fillRef>
          <a:effectRef idx="1">
            <a:schemeClr val="accent1"/>
          </a:effectRef>
          <a:fontRef idx="minor">
            <a:schemeClr val="lt1"/>
          </a:fontRef>
        </p:style>
        <p:txBody>
          <a:bodyPr wrap="square">
            <a:spAutoFit/>
          </a:bodyPr>
          <a:lstStyle/>
          <a:p>
            <a:r>
              <a:rPr lang="en-US" altLang="zh-CN" sz="1600" dirty="0">
                <a:solidFill>
                  <a:schemeClr val="bg1"/>
                </a:solidFill>
                <a:highlight>
                  <a:srgbClr val="FF0000"/>
                </a:highlight>
                <a:latin typeface="Times New Roman" panose="02020603050405020304" pitchFamily="18" charset="0"/>
                <a:cs typeface="Times New Roman" panose="02020603050405020304" pitchFamily="18" charset="0"/>
                <a:sym typeface="Symbol" panose="05050102010706020507" pitchFamily="18" charset="2"/>
              </a:rPr>
              <a:t></a:t>
            </a:r>
            <a:endParaRPr lang="zh-CN" altLang="en-US" sz="1600" dirty="0">
              <a:solidFill>
                <a:schemeClr val="bg1"/>
              </a:solidFill>
              <a:highlight>
                <a:srgbClr val="FF0000"/>
              </a:highlight>
              <a:latin typeface="Times New Roman" panose="02020603050405020304" pitchFamily="18" charset="0"/>
              <a:cs typeface="Times New Roman" panose="02020603050405020304" pitchFamily="18" charset="0"/>
            </a:endParaRPr>
          </a:p>
        </p:txBody>
      </p:sp>
      <p:sp>
        <p:nvSpPr>
          <p:cNvPr id="11" name="矩形 10">
            <a:extLst>
              <a:ext uri="{FF2B5EF4-FFF2-40B4-BE49-F238E27FC236}">
                <a16:creationId xmlns:a16="http://schemas.microsoft.com/office/drawing/2014/main" id="{BB871C04-430A-4A1E-8F3C-B85ED1B74C8D}"/>
              </a:ext>
            </a:extLst>
          </p:cNvPr>
          <p:cNvSpPr/>
          <p:nvPr/>
        </p:nvSpPr>
        <p:spPr>
          <a:xfrm flipH="1">
            <a:off x="2483768" y="3151686"/>
            <a:ext cx="936104" cy="338554"/>
          </a:xfrm>
          <a:prstGeom prst="rect">
            <a:avLst/>
          </a:prstGeom>
          <a:solidFill>
            <a:schemeClr val="bg1"/>
          </a:solidFill>
          <a:effectLst/>
        </p:spPr>
        <p:style>
          <a:lnRef idx="3">
            <a:schemeClr val="lt1"/>
          </a:lnRef>
          <a:fillRef idx="1">
            <a:schemeClr val="accent1"/>
          </a:fillRef>
          <a:effectRef idx="1">
            <a:schemeClr val="accent1"/>
          </a:effectRef>
          <a:fontRef idx="minor">
            <a:schemeClr val="lt1"/>
          </a:fontRef>
        </p:style>
        <p:txBody>
          <a:bodyPr wrap="square">
            <a:spAutoFit/>
          </a:bodyPr>
          <a:lstStyle/>
          <a:p>
            <a:r>
              <a:rPr lang="en-US" altLang="zh-CN" sz="1600" dirty="0">
                <a:solidFill>
                  <a:schemeClr val="bg1"/>
                </a:solidFill>
                <a:highlight>
                  <a:srgbClr val="FF0000"/>
                </a:highlight>
                <a:latin typeface="Times New Roman" panose="02020603050405020304" pitchFamily="18" charset="0"/>
                <a:cs typeface="Times New Roman" panose="02020603050405020304" pitchFamily="18" charset="0"/>
                <a:sym typeface="Symbol" panose="05050102010706020507" pitchFamily="18" charset="2"/>
              </a:rPr>
              <a:t> </a:t>
            </a:r>
            <a:r>
              <a:rPr lang="zh-CN" altLang="en-US" sz="1600" dirty="0">
                <a:solidFill>
                  <a:schemeClr val="bg1"/>
                </a:solidFill>
                <a:highlight>
                  <a:srgbClr val="FF0000"/>
                </a:highlight>
                <a:latin typeface="Times New Roman" panose="02020603050405020304" pitchFamily="18" charset="0"/>
                <a:cs typeface="Times New Roman" panose="02020603050405020304" pitchFamily="18" charset="0"/>
                <a:sym typeface="Symbol" panose="05050102010706020507" pitchFamily="18" charset="2"/>
              </a:rPr>
              <a:t>回车</a:t>
            </a:r>
            <a:r>
              <a:rPr lang="en-US" altLang="zh-CN" sz="1600" dirty="0">
                <a:solidFill>
                  <a:schemeClr val="bg1"/>
                </a:solidFill>
                <a:highlight>
                  <a:srgbClr val="FF0000"/>
                </a:highlight>
                <a:latin typeface="Times New Roman" panose="02020603050405020304" pitchFamily="18" charset="0"/>
                <a:cs typeface="Times New Roman" panose="02020603050405020304" pitchFamily="18" charset="0"/>
                <a:sym typeface="Symbol" panose="05050102010706020507" pitchFamily="18" charset="2"/>
              </a:rPr>
              <a:t>  </a:t>
            </a:r>
            <a:endParaRPr lang="zh-CN" altLang="en-US" sz="1600" dirty="0">
              <a:solidFill>
                <a:schemeClr val="bg1"/>
              </a:solidFill>
              <a:highlight>
                <a:srgbClr val="FF0000"/>
              </a:highlight>
              <a:latin typeface="Times New Roman" panose="02020603050405020304" pitchFamily="18" charset="0"/>
              <a:cs typeface="Times New Roman" panose="02020603050405020304" pitchFamily="18" charset="0"/>
            </a:endParaRPr>
          </a:p>
        </p:txBody>
      </p:sp>
      <p:graphicFrame>
        <p:nvGraphicFramePr>
          <p:cNvPr id="12" name="Object 12">
            <a:extLst>
              <a:ext uri="{FF2B5EF4-FFF2-40B4-BE49-F238E27FC236}">
                <a16:creationId xmlns:a16="http://schemas.microsoft.com/office/drawing/2014/main" id="{E0084057-F00C-4578-A0FE-B452476C2B4A}"/>
              </a:ext>
            </a:extLst>
          </p:cNvPr>
          <p:cNvGraphicFramePr>
            <a:graphicFrameLocks noChangeAspect="1"/>
          </p:cNvGraphicFramePr>
          <p:nvPr>
            <p:extLst>
              <p:ext uri="{D42A27DB-BD31-4B8C-83A1-F6EECF244321}">
                <p14:modId xmlns:p14="http://schemas.microsoft.com/office/powerpoint/2010/main" val="3202718548"/>
              </p:ext>
            </p:extLst>
          </p:nvPr>
        </p:nvGraphicFramePr>
        <p:xfrm>
          <a:off x="7549523" y="1284288"/>
          <a:ext cx="1238250" cy="1101725"/>
        </p:xfrm>
        <a:graphic>
          <a:graphicData uri="http://schemas.openxmlformats.org/presentationml/2006/ole">
            <mc:AlternateContent xmlns:mc="http://schemas.openxmlformats.org/markup-compatibility/2006">
              <mc:Choice xmlns:v="urn:schemas-microsoft-com:vml" Requires="v">
                <p:oleObj spid="_x0000_s1151" name="Equation" r:id="rId4" imgW="710891" imgH="710891" progId="">
                  <p:embed/>
                </p:oleObj>
              </mc:Choice>
              <mc:Fallback>
                <p:oleObj name="Equation" r:id="rId4" imgW="710891" imgH="710891" progId="">
                  <p:embed/>
                  <p:pic>
                    <p:nvPicPr>
                      <p:cNvPr id="14339" name="Object 12"/>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49523" y="1284288"/>
                        <a:ext cx="1238250" cy="1101725"/>
                      </a:xfrm>
                      <a:prstGeom prst="rect">
                        <a:avLst/>
                      </a:prstGeom>
                      <a:gradFill rotWithShape="1">
                        <a:gsLst>
                          <a:gs pos="0">
                            <a:srgbClr val="A0A000"/>
                          </a:gs>
                          <a:gs pos="50000">
                            <a:srgbClr val="E6E600"/>
                          </a:gs>
                          <a:gs pos="100000">
                            <a:srgbClr val="FFFF00"/>
                          </a:gs>
                        </a:gsLst>
                        <a:lin ang="16200000" scaled="1"/>
                      </a:gradFill>
                      <a:ln w="6350">
                        <a:solidFill>
                          <a:srgbClr val="FF0000"/>
                        </a:solidFill>
                        <a:miter lim="800000"/>
                        <a:headEnd/>
                        <a:tailEnd/>
                      </a:ln>
                    </p:spPr>
                  </p:pic>
                </p:oleObj>
              </mc:Fallback>
            </mc:AlternateContent>
          </a:graphicData>
        </a:graphic>
      </p:graphicFrame>
      <p:sp>
        <p:nvSpPr>
          <p:cNvPr id="13" name="文本框 12">
            <a:extLst>
              <a:ext uri="{FF2B5EF4-FFF2-40B4-BE49-F238E27FC236}">
                <a16:creationId xmlns:a16="http://schemas.microsoft.com/office/drawing/2014/main" id="{60A73925-EDA5-4319-8315-417FD57BA246}"/>
              </a:ext>
            </a:extLst>
          </p:cNvPr>
          <p:cNvSpPr txBox="1"/>
          <p:nvPr/>
        </p:nvSpPr>
        <p:spPr>
          <a:xfrm>
            <a:off x="3855427" y="1333299"/>
            <a:ext cx="3419074" cy="981423"/>
          </a:xfrm>
          <a:prstGeom prst="rect">
            <a:avLst/>
          </a:prstGeom>
          <a:noFill/>
          <a:ln>
            <a:solidFill>
              <a:schemeClr val="bg1"/>
            </a:solidFill>
          </a:ln>
        </p:spPr>
        <p:txBody>
          <a:bodyPr wrap="square">
            <a:spAutoFit/>
          </a:bodyPr>
          <a:lstStyle/>
          <a:p>
            <a:pPr>
              <a:lnSpc>
                <a:spcPts val="2400"/>
              </a:lnSpc>
            </a:pPr>
            <a:r>
              <a:rPr lang="en-US" altLang="zh-CN" sz="1400" dirty="0">
                <a:solidFill>
                  <a:schemeClr val="bg1"/>
                </a:solidFill>
                <a:highlight>
                  <a:srgbClr val="003B76"/>
                </a:highlight>
                <a:latin typeface="微软雅黑" panose="020B0503020204020204" pitchFamily="34" charset="-122"/>
                <a:ea typeface="微软雅黑" panose="020B0503020204020204" pitchFamily="34" charset="-122"/>
              </a:rPr>
              <a:t>MATLAB</a:t>
            </a:r>
            <a:r>
              <a:rPr lang="zh-CN" altLang="en-US" sz="1400" dirty="0">
                <a:solidFill>
                  <a:schemeClr val="bg1"/>
                </a:solidFill>
                <a:highlight>
                  <a:srgbClr val="003B76"/>
                </a:highlight>
                <a:latin typeface="微软雅黑" panose="020B0503020204020204" pitchFamily="34" charset="-122"/>
                <a:ea typeface="微软雅黑" panose="020B0503020204020204" pitchFamily="34" charset="-122"/>
              </a:rPr>
              <a:t>创建无论向量还是矩阵原则只一个，行与行之间用分号“</a:t>
            </a:r>
            <a:r>
              <a:rPr lang="en-US" altLang="zh-CN" sz="1400" dirty="0">
                <a:solidFill>
                  <a:schemeClr val="bg1"/>
                </a:solidFill>
                <a:highlight>
                  <a:srgbClr val="003B76"/>
                </a:highlight>
                <a:latin typeface="微软雅黑" panose="020B0503020204020204" pitchFamily="34" charset="-122"/>
                <a:ea typeface="微软雅黑" panose="020B0503020204020204" pitchFamily="34" charset="-122"/>
              </a:rPr>
              <a:t>;”</a:t>
            </a:r>
            <a:r>
              <a:rPr lang="zh-CN" altLang="en-US" sz="1400" dirty="0">
                <a:solidFill>
                  <a:schemeClr val="bg1"/>
                </a:solidFill>
                <a:highlight>
                  <a:srgbClr val="003B76"/>
                </a:highlight>
                <a:latin typeface="微软雅黑" panose="020B0503020204020204" pitchFamily="34" charset="-122"/>
                <a:ea typeface="微软雅黑" panose="020B0503020204020204" pitchFamily="34" charset="-122"/>
              </a:rPr>
              <a:t>分开</a:t>
            </a:r>
            <a:r>
              <a:rPr lang="en-US" altLang="zh-CN" sz="1400" dirty="0">
                <a:solidFill>
                  <a:schemeClr val="bg1"/>
                </a:solidFill>
                <a:highlight>
                  <a:srgbClr val="003B76"/>
                </a:highlight>
                <a:latin typeface="微软雅黑" panose="020B0503020204020204" pitchFamily="34" charset="-122"/>
                <a:ea typeface="微软雅黑" panose="020B0503020204020204" pitchFamily="34" charset="-122"/>
              </a:rPr>
              <a:t>,</a:t>
            </a:r>
          </a:p>
          <a:p>
            <a:pPr>
              <a:lnSpc>
                <a:spcPts val="2400"/>
              </a:lnSpc>
            </a:pPr>
            <a:r>
              <a:rPr lang="zh-CN" altLang="en-US" sz="1400" dirty="0">
                <a:solidFill>
                  <a:schemeClr val="bg1"/>
                </a:solidFill>
                <a:highlight>
                  <a:srgbClr val="003B76"/>
                </a:highlight>
                <a:latin typeface="微软雅黑" panose="020B0503020204020204" pitchFamily="34" charset="-122"/>
                <a:ea typeface="微软雅黑" panose="020B0503020204020204" pitchFamily="34" charset="-122"/>
              </a:rPr>
              <a:t>同行元素间用空格或</a:t>
            </a:r>
            <a:r>
              <a:rPr lang="zh-CN" altLang="en-US" sz="1400" dirty="0">
                <a:solidFill>
                  <a:schemeClr val="bg1"/>
                </a:solidFill>
                <a:highlight>
                  <a:srgbClr val="FF0000"/>
                </a:highlight>
                <a:latin typeface="微软雅黑" panose="020B0503020204020204" pitchFamily="34" charset="-122"/>
                <a:ea typeface="微软雅黑" panose="020B0503020204020204" pitchFamily="34" charset="-122"/>
              </a:rPr>
              <a:t>逗号</a:t>
            </a:r>
            <a:r>
              <a:rPr lang="zh-CN" altLang="en-US" sz="1400" dirty="0">
                <a:solidFill>
                  <a:schemeClr val="bg1"/>
                </a:solidFill>
                <a:highlight>
                  <a:srgbClr val="003B76"/>
                </a:highlight>
                <a:latin typeface="微软雅黑" panose="020B0503020204020204" pitchFamily="34" charset="-122"/>
                <a:ea typeface="微软雅黑" panose="020B0503020204020204" pitchFamily="34" charset="-122"/>
              </a:rPr>
              <a:t>“</a:t>
            </a:r>
            <a:r>
              <a:rPr lang="en-US" altLang="zh-CN" sz="1400" dirty="0">
                <a:solidFill>
                  <a:schemeClr val="bg1"/>
                </a:solidFill>
                <a:highlight>
                  <a:srgbClr val="003B76"/>
                </a:highlight>
                <a:latin typeface="微软雅黑" panose="020B0503020204020204" pitchFamily="34" charset="-122"/>
                <a:ea typeface="微软雅黑" panose="020B0503020204020204" pitchFamily="34" charset="-122"/>
              </a:rPr>
              <a:t>,</a:t>
            </a:r>
            <a:r>
              <a:rPr lang="zh-CN" altLang="en-US" sz="1400" dirty="0">
                <a:solidFill>
                  <a:schemeClr val="bg1"/>
                </a:solidFill>
                <a:highlight>
                  <a:srgbClr val="003B76"/>
                </a:highlight>
                <a:latin typeface="微软雅黑" panose="020B0503020204020204" pitchFamily="34" charset="-122"/>
                <a:ea typeface="微软雅黑" panose="020B0503020204020204" pitchFamily="34" charset="-122"/>
              </a:rPr>
              <a:t>”分隔；</a:t>
            </a:r>
          </a:p>
        </p:txBody>
      </p:sp>
      <p:sp>
        <p:nvSpPr>
          <p:cNvPr id="14" name="AutoShape 13">
            <a:extLst>
              <a:ext uri="{FF2B5EF4-FFF2-40B4-BE49-F238E27FC236}">
                <a16:creationId xmlns:a16="http://schemas.microsoft.com/office/drawing/2014/main" id="{212CAF5D-B271-44D5-9A16-CE8D65C70F8A}"/>
              </a:ext>
            </a:extLst>
          </p:cNvPr>
          <p:cNvSpPr>
            <a:spLocks noChangeArrowheads="1"/>
          </p:cNvSpPr>
          <p:nvPr/>
        </p:nvSpPr>
        <p:spPr bwMode="auto">
          <a:xfrm>
            <a:off x="3029427" y="4001484"/>
            <a:ext cx="826000" cy="625506"/>
          </a:xfrm>
          <a:prstGeom prst="irregularSeal2">
            <a:avLst/>
          </a:prstGeom>
          <a:solidFill>
            <a:srgbClr val="FF0000"/>
          </a:solidFill>
          <a:ln w="57150">
            <a:solidFill>
              <a:srgbClr val="00FF00"/>
            </a:solidFill>
            <a:miter lim="800000"/>
          </a:ln>
          <a:scene3d>
            <a:camera prst="orthographicFront"/>
            <a:lightRig rig="threePt" dir="t"/>
          </a:scene3d>
          <a:sp3d>
            <a:bevelT prst="angle"/>
          </a:sp3d>
        </p:spPr>
        <p:txBody>
          <a:bodyPr wrap="none" anchor="ctr"/>
          <a:lstStyle/>
          <a:p>
            <a:r>
              <a:rPr lang="zh-CN" altLang="en-US" sz="1600" kern="0" dirty="0">
                <a:solidFill>
                  <a:srgbClr val="FFFF00"/>
                </a:solidFill>
                <a:ea typeface="黑体" panose="02010609060101010101" pitchFamily="49" charset="-122"/>
              </a:rPr>
              <a:t>注意 </a:t>
            </a:r>
          </a:p>
        </p:txBody>
      </p:sp>
      <p:sp>
        <p:nvSpPr>
          <p:cNvPr id="15" name="文本框 14">
            <a:extLst>
              <a:ext uri="{FF2B5EF4-FFF2-40B4-BE49-F238E27FC236}">
                <a16:creationId xmlns:a16="http://schemas.microsoft.com/office/drawing/2014/main" id="{884B8615-AD22-4212-A381-9AB7EB558284}"/>
              </a:ext>
            </a:extLst>
          </p:cNvPr>
          <p:cNvSpPr txBox="1"/>
          <p:nvPr/>
        </p:nvSpPr>
        <p:spPr>
          <a:xfrm>
            <a:off x="3779912" y="4087340"/>
            <a:ext cx="5690950" cy="369332"/>
          </a:xfrm>
          <a:prstGeom prst="rect">
            <a:avLst/>
          </a:prstGeom>
          <a:noFill/>
        </p:spPr>
        <p:txBody>
          <a:bodyPr wrap="square">
            <a:spAutoFit/>
          </a:bodyPr>
          <a:lstStyle/>
          <a:p>
            <a:r>
              <a:rPr lang="zh-CN" altLang="en-US" sz="1800" b="1" kern="0" dirty="0">
                <a:solidFill>
                  <a:srgbClr val="FF0000"/>
                </a:solidFill>
                <a:ea typeface="黑体" panose="02010609060101010101" pitchFamily="49" charset="-122"/>
              </a:rPr>
              <a:t>为</a:t>
            </a:r>
            <a:r>
              <a:rPr lang="zh-CN" altLang="en-US" b="1" kern="0" dirty="0">
                <a:solidFill>
                  <a:srgbClr val="FF0000"/>
                </a:solidFill>
                <a:ea typeface="黑体" panose="02010609060101010101" pitchFamily="49" charset="-122"/>
              </a:rPr>
              <a:t>了和</a:t>
            </a:r>
            <a:r>
              <a:rPr lang="en-US" altLang="zh-CN" sz="1800" b="1" kern="0" dirty="0">
                <a:solidFill>
                  <a:srgbClr val="FF0000"/>
                </a:solidFill>
                <a:ea typeface="黑体" panose="02010609060101010101" pitchFamily="49" charset="-122"/>
              </a:rPr>
              <a:t>MATLAB</a:t>
            </a:r>
            <a:r>
              <a:rPr lang="zh-CN" altLang="en-US" sz="1800" b="1" kern="0" dirty="0">
                <a:solidFill>
                  <a:srgbClr val="FF0000"/>
                </a:solidFill>
                <a:ea typeface="黑体" panose="02010609060101010101" pitchFamily="49" charset="-122"/>
              </a:rPr>
              <a:t>代码共享</a:t>
            </a:r>
            <a:r>
              <a:rPr lang="en-US" altLang="zh-CN" sz="1800" b="1" kern="0" dirty="0">
                <a:solidFill>
                  <a:srgbClr val="FF0000"/>
                </a:solidFill>
                <a:ea typeface="黑体" panose="02010609060101010101" pitchFamily="49" charset="-122"/>
              </a:rPr>
              <a:t>,</a:t>
            </a:r>
            <a:r>
              <a:rPr lang="zh-CN" altLang="en-US" sz="1800" b="1" kern="0" dirty="0">
                <a:solidFill>
                  <a:srgbClr val="FF0000"/>
                </a:solidFill>
                <a:ea typeface="黑体" panose="02010609060101010101" pitchFamily="49" charset="-122"/>
              </a:rPr>
              <a:t>矩阵同行元素统一用空格</a:t>
            </a:r>
          </a:p>
        </p:txBody>
      </p:sp>
    </p:spTree>
    <p:extLst>
      <p:ext uri="{BB962C8B-B14F-4D97-AF65-F5344CB8AC3E}">
        <p14:creationId xmlns:p14="http://schemas.microsoft.com/office/powerpoint/2010/main" val="16157827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2AB63E67-6BCA-434E-B36B-4269BAB5B188}"/>
              </a:ext>
            </a:extLst>
          </p:cNvPr>
          <p:cNvSpPr txBox="1"/>
          <p:nvPr/>
        </p:nvSpPr>
        <p:spPr>
          <a:xfrm>
            <a:off x="4608475" y="2761805"/>
            <a:ext cx="4427156" cy="667555"/>
          </a:xfrm>
          <a:prstGeom prst="rect">
            <a:avLst/>
          </a:prstGeom>
          <a:noFill/>
          <a:ln>
            <a:solidFill>
              <a:schemeClr val="bg1"/>
            </a:solidFill>
          </a:ln>
        </p:spPr>
        <p:txBody>
          <a:bodyPr wrap="square">
            <a:spAutoFit/>
          </a:bodyPr>
          <a:lstStyle/>
          <a:p>
            <a:pPr>
              <a:lnSpc>
                <a:spcPts val="2400"/>
              </a:lnSpc>
            </a:pPr>
            <a:r>
              <a:rPr lang="en-US" altLang="zh-CN" sz="1200" dirty="0">
                <a:solidFill>
                  <a:schemeClr val="bg1"/>
                </a:solidFill>
                <a:highlight>
                  <a:srgbClr val="003B76"/>
                </a:highlight>
                <a:latin typeface="微软雅黑" panose="020B0503020204020204" pitchFamily="34" charset="-122"/>
                <a:ea typeface="微软雅黑" panose="020B0503020204020204" pitchFamily="34" charset="-122"/>
              </a:rPr>
              <a:t>MATLAB</a:t>
            </a:r>
            <a:r>
              <a:rPr lang="zh-CN" altLang="en-US" sz="1200" dirty="0">
                <a:solidFill>
                  <a:schemeClr val="bg1"/>
                </a:solidFill>
                <a:highlight>
                  <a:srgbClr val="003B76"/>
                </a:highlight>
                <a:latin typeface="微软雅黑" panose="020B0503020204020204" pitchFamily="34" charset="-122"/>
                <a:ea typeface="微软雅黑" panose="020B0503020204020204" pitchFamily="34" charset="-122"/>
              </a:rPr>
              <a:t>创建无论向量还是矩阵原则只一个，方括号内，同一行中元素间用空格 或逗号“</a:t>
            </a:r>
            <a:r>
              <a:rPr lang="en-US" altLang="zh-CN" sz="1200" dirty="0">
                <a:solidFill>
                  <a:schemeClr val="bg1"/>
                </a:solidFill>
                <a:highlight>
                  <a:srgbClr val="003B76"/>
                </a:highlight>
                <a:latin typeface="微软雅黑" panose="020B0503020204020204" pitchFamily="34" charset="-122"/>
                <a:ea typeface="微软雅黑" panose="020B0503020204020204" pitchFamily="34" charset="-122"/>
              </a:rPr>
              <a:t>,</a:t>
            </a:r>
            <a:r>
              <a:rPr lang="zh-CN" altLang="en-US" sz="1200" dirty="0">
                <a:solidFill>
                  <a:schemeClr val="bg1"/>
                </a:solidFill>
                <a:highlight>
                  <a:srgbClr val="003B76"/>
                </a:highlight>
                <a:latin typeface="微软雅黑" panose="020B0503020204020204" pitchFamily="34" charset="-122"/>
                <a:ea typeface="微软雅黑" panose="020B0503020204020204" pitchFamily="34" charset="-122"/>
              </a:rPr>
              <a:t>”分隔；行与行间用分号“</a:t>
            </a:r>
            <a:r>
              <a:rPr lang="en-US" altLang="zh-CN" sz="1200" dirty="0">
                <a:solidFill>
                  <a:schemeClr val="bg1"/>
                </a:solidFill>
                <a:highlight>
                  <a:srgbClr val="003B76"/>
                </a:highlight>
                <a:latin typeface="微软雅黑" panose="020B0503020204020204" pitchFamily="34" charset="-122"/>
                <a:ea typeface="微软雅黑" panose="020B0503020204020204" pitchFamily="34" charset="-122"/>
              </a:rPr>
              <a:t>;”</a:t>
            </a:r>
            <a:r>
              <a:rPr lang="zh-CN" altLang="en-US" sz="1200" dirty="0">
                <a:solidFill>
                  <a:schemeClr val="bg1"/>
                </a:solidFill>
                <a:highlight>
                  <a:srgbClr val="003B76"/>
                </a:highlight>
                <a:latin typeface="微软雅黑" panose="020B0503020204020204" pitchFamily="34" charset="-122"/>
                <a:ea typeface="微软雅黑" panose="020B0503020204020204" pitchFamily="34" charset="-122"/>
              </a:rPr>
              <a:t>分开</a:t>
            </a:r>
          </a:p>
        </p:txBody>
      </p:sp>
      <p:sp>
        <p:nvSpPr>
          <p:cNvPr id="5" name="文本框 4">
            <a:extLst>
              <a:ext uri="{FF2B5EF4-FFF2-40B4-BE49-F238E27FC236}">
                <a16:creationId xmlns:a16="http://schemas.microsoft.com/office/drawing/2014/main" id="{E12E6A02-DB99-4C79-86AD-FD558DDBAB26}"/>
              </a:ext>
            </a:extLst>
          </p:cNvPr>
          <p:cNvSpPr txBox="1"/>
          <p:nvPr/>
        </p:nvSpPr>
        <p:spPr>
          <a:xfrm>
            <a:off x="438094" y="1003063"/>
            <a:ext cx="7488832" cy="1200329"/>
          </a:xfrm>
          <a:prstGeom prst="rect">
            <a:avLst/>
          </a:prstGeom>
          <a:noFill/>
        </p:spPr>
        <p:txBody>
          <a:bodyPr wrap="square">
            <a:spAutoFit/>
          </a:bodyPr>
          <a:lstStyle/>
          <a:p>
            <a:pPr marL="342900" indent="-342900">
              <a:buFont typeface="+mj-ea"/>
              <a:buAutoNum type="circleNumDbPlain"/>
            </a:pPr>
            <a:r>
              <a:rPr lang="en-US" altLang="zh-CN" b="1" dirty="0">
                <a:solidFill>
                  <a:srgbClr val="00B0F0"/>
                </a:solidFill>
                <a:effectLst/>
                <a:latin typeface="微软雅黑 Light" panose="020B0502040204020203" pitchFamily="34" charset="-122"/>
                <a:ea typeface="微软雅黑 Light" panose="020B0502040204020203" pitchFamily="34" charset="-122"/>
              </a:rPr>
              <a:t>b</a:t>
            </a:r>
            <a:r>
              <a:rPr lang="zh-CN" altLang="en-US" b="1" dirty="0">
                <a:solidFill>
                  <a:srgbClr val="00B0F0"/>
                </a:solidFill>
                <a:effectLst/>
                <a:latin typeface="微软雅黑 Light" panose="020B0502040204020203" pitchFamily="34" charset="-122"/>
                <a:ea typeface="微软雅黑 Light" panose="020B0502040204020203" pitchFamily="34" charset="-122"/>
              </a:rPr>
              <a:t>是列向量时，线性方程组求根</a:t>
            </a:r>
            <a:endParaRPr lang="en-US" altLang="zh-CN" b="1" dirty="0">
              <a:solidFill>
                <a:srgbClr val="00B0F0"/>
              </a:solidFill>
              <a:effectLst/>
              <a:latin typeface="微软雅黑 Light" panose="020B0502040204020203" pitchFamily="34" charset="-122"/>
              <a:ea typeface="微软雅黑 Light" panose="020B0502040204020203" pitchFamily="34" charset="-122"/>
            </a:endParaRPr>
          </a:p>
          <a:p>
            <a:r>
              <a:rPr lang="en-US" altLang="zh-CN" b="1" dirty="0">
                <a:solidFill>
                  <a:srgbClr val="000000"/>
                </a:solidFill>
                <a:effectLst/>
                <a:latin typeface="Consolas" panose="020B0609020204030204" pitchFamily="49" charset="0"/>
              </a:rPr>
              <a:t>a=[</a:t>
            </a:r>
            <a:r>
              <a:rPr lang="en-US" altLang="zh-CN" b="1" dirty="0">
                <a:solidFill>
                  <a:srgbClr val="098658"/>
                </a:solidFill>
                <a:effectLst/>
                <a:latin typeface="Consolas" panose="020B0609020204030204" pitchFamily="49" charset="0"/>
              </a:rPr>
              <a:t>1</a:t>
            </a:r>
            <a:r>
              <a:rPr lang="en-US" altLang="zh-CN" b="1" dirty="0">
                <a:solidFill>
                  <a:srgbClr val="000000"/>
                </a:solidFill>
                <a:effectLst/>
                <a:latin typeface="Consolas" panose="020B0609020204030204" pitchFamily="49" charset="0"/>
              </a:rPr>
              <a:t> -</a:t>
            </a:r>
            <a:r>
              <a:rPr lang="en-US" altLang="zh-CN" b="1" dirty="0">
                <a:solidFill>
                  <a:srgbClr val="098658"/>
                </a:solidFill>
                <a:effectLst/>
                <a:latin typeface="Consolas" panose="020B0609020204030204" pitchFamily="49" charset="0"/>
              </a:rPr>
              <a:t>5</a:t>
            </a:r>
            <a:r>
              <a:rPr lang="en-US" altLang="zh-CN" b="1" dirty="0">
                <a:solidFill>
                  <a:srgbClr val="000000"/>
                </a:solidFill>
                <a:effectLst/>
                <a:latin typeface="Consolas" panose="020B0609020204030204" pitchFamily="49" charset="0"/>
              </a:rPr>
              <a:t> -</a:t>
            </a:r>
            <a:r>
              <a:rPr lang="en-US" altLang="zh-CN" b="1" dirty="0">
                <a:solidFill>
                  <a:srgbClr val="098658"/>
                </a:solidFill>
                <a:effectLst/>
                <a:latin typeface="Consolas" panose="020B0609020204030204" pitchFamily="49" charset="0"/>
              </a:rPr>
              <a:t>1</a:t>
            </a:r>
            <a:r>
              <a:rPr lang="en-US" altLang="zh-CN" b="1" dirty="0">
                <a:solidFill>
                  <a:srgbClr val="000000"/>
                </a:solidFill>
                <a:effectLst/>
                <a:latin typeface="Consolas" panose="020B0609020204030204" pitchFamily="49" charset="0"/>
              </a:rPr>
              <a:t> -</a:t>
            </a:r>
            <a:r>
              <a:rPr lang="en-US" altLang="zh-CN" b="1" dirty="0">
                <a:solidFill>
                  <a:srgbClr val="098658"/>
                </a:solidFill>
                <a:effectLst/>
                <a:latin typeface="Consolas" panose="020B0609020204030204" pitchFamily="49" charset="0"/>
              </a:rPr>
              <a:t>2</a:t>
            </a:r>
            <a:r>
              <a:rPr lang="en-US" altLang="zh-CN" b="1" dirty="0">
                <a:solidFill>
                  <a:srgbClr val="000000"/>
                </a:solidFill>
                <a:effectLst/>
                <a:latin typeface="Consolas" panose="020B0609020204030204" pitchFamily="49" charset="0"/>
              </a:rPr>
              <a:t>;</a:t>
            </a:r>
            <a:r>
              <a:rPr lang="en-US" altLang="zh-CN" b="1" dirty="0">
                <a:solidFill>
                  <a:srgbClr val="098658"/>
                </a:solidFill>
                <a:effectLst/>
                <a:latin typeface="Consolas" panose="020B0609020204030204" pitchFamily="49" charset="0"/>
              </a:rPr>
              <a:t>1</a:t>
            </a:r>
            <a:r>
              <a:rPr lang="en-US" altLang="zh-CN" b="1" dirty="0">
                <a:solidFill>
                  <a:srgbClr val="000000"/>
                </a:solidFill>
                <a:effectLst/>
                <a:latin typeface="Consolas" panose="020B0609020204030204" pitchFamily="49" charset="0"/>
              </a:rPr>
              <a:t> -</a:t>
            </a:r>
            <a:r>
              <a:rPr lang="en-US" altLang="zh-CN" b="1" dirty="0">
                <a:solidFill>
                  <a:srgbClr val="098658"/>
                </a:solidFill>
                <a:effectLst/>
                <a:latin typeface="Consolas" panose="020B0609020204030204" pitchFamily="49" charset="0"/>
              </a:rPr>
              <a:t>2</a:t>
            </a:r>
            <a:r>
              <a:rPr lang="en-US" altLang="zh-CN" b="1" dirty="0">
                <a:solidFill>
                  <a:srgbClr val="000000"/>
                </a:solidFill>
                <a:effectLst/>
                <a:latin typeface="Consolas" panose="020B0609020204030204" pitchFamily="49" charset="0"/>
              </a:rPr>
              <a:t> </a:t>
            </a:r>
            <a:r>
              <a:rPr lang="en-US" altLang="zh-CN" b="1" dirty="0">
                <a:solidFill>
                  <a:srgbClr val="098658"/>
                </a:solidFill>
                <a:effectLst/>
                <a:latin typeface="Consolas" panose="020B0609020204030204" pitchFamily="49" charset="0"/>
              </a:rPr>
              <a:t>1</a:t>
            </a:r>
            <a:r>
              <a:rPr lang="en-US" altLang="zh-CN" b="1" dirty="0">
                <a:solidFill>
                  <a:srgbClr val="000000"/>
                </a:solidFill>
                <a:effectLst/>
                <a:latin typeface="Consolas" panose="020B0609020204030204" pitchFamily="49" charset="0"/>
              </a:rPr>
              <a:t> </a:t>
            </a:r>
            <a:r>
              <a:rPr lang="en-US" altLang="zh-CN" b="1" dirty="0">
                <a:solidFill>
                  <a:srgbClr val="098658"/>
                </a:solidFill>
                <a:effectLst/>
                <a:latin typeface="Consolas" panose="020B0609020204030204" pitchFamily="49" charset="0"/>
              </a:rPr>
              <a:t>3</a:t>
            </a:r>
            <a:r>
              <a:rPr lang="en-US" altLang="zh-CN" b="1" dirty="0">
                <a:solidFill>
                  <a:srgbClr val="000000"/>
                </a:solidFill>
                <a:effectLst/>
                <a:latin typeface="Consolas" panose="020B0609020204030204" pitchFamily="49" charset="0"/>
              </a:rPr>
              <a:t>;</a:t>
            </a:r>
            <a:r>
              <a:rPr lang="en-US" altLang="zh-CN" b="1" dirty="0">
                <a:solidFill>
                  <a:srgbClr val="098658"/>
                </a:solidFill>
                <a:effectLst/>
                <a:latin typeface="Consolas" panose="020B0609020204030204" pitchFamily="49" charset="0"/>
              </a:rPr>
              <a:t>3</a:t>
            </a:r>
            <a:r>
              <a:rPr lang="en-US" altLang="zh-CN" b="1" dirty="0">
                <a:solidFill>
                  <a:srgbClr val="000000"/>
                </a:solidFill>
                <a:effectLst/>
                <a:latin typeface="Consolas" panose="020B0609020204030204" pitchFamily="49" charset="0"/>
              </a:rPr>
              <a:t> </a:t>
            </a:r>
            <a:r>
              <a:rPr lang="en-US" altLang="zh-CN" b="1" dirty="0">
                <a:solidFill>
                  <a:srgbClr val="098658"/>
                </a:solidFill>
                <a:effectLst/>
                <a:latin typeface="Consolas" panose="020B0609020204030204" pitchFamily="49" charset="0"/>
              </a:rPr>
              <a:t>8</a:t>
            </a:r>
            <a:r>
              <a:rPr lang="en-US" altLang="zh-CN" b="1" dirty="0">
                <a:solidFill>
                  <a:srgbClr val="000000"/>
                </a:solidFill>
                <a:effectLst/>
                <a:latin typeface="Consolas" panose="020B0609020204030204" pitchFamily="49" charset="0"/>
              </a:rPr>
              <a:t> -</a:t>
            </a:r>
            <a:r>
              <a:rPr lang="en-US" altLang="zh-CN" b="1" dirty="0">
                <a:solidFill>
                  <a:srgbClr val="098658"/>
                </a:solidFill>
                <a:effectLst/>
                <a:latin typeface="Consolas" panose="020B0609020204030204" pitchFamily="49" charset="0"/>
              </a:rPr>
              <a:t>1</a:t>
            </a:r>
            <a:r>
              <a:rPr lang="en-US" altLang="zh-CN" b="1" dirty="0">
                <a:solidFill>
                  <a:srgbClr val="000000"/>
                </a:solidFill>
                <a:effectLst/>
                <a:latin typeface="Consolas" panose="020B0609020204030204" pitchFamily="49" charset="0"/>
              </a:rPr>
              <a:t> </a:t>
            </a:r>
            <a:r>
              <a:rPr lang="en-US" altLang="zh-CN" b="1" dirty="0">
                <a:solidFill>
                  <a:srgbClr val="098658"/>
                </a:solidFill>
                <a:effectLst/>
                <a:latin typeface="Consolas" panose="020B0609020204030204" pitchFamily="49" charset="0"/>
              </a:rPr>
              <a:t>1</a:t>
            </a:r>
            <a:r>
              <a:rPr lang="en-US" altLang="zh-CN" b="1" dirty="0">
                <a:solidFill>
                  <a:srgbClr val="000000"/>
                </a:solidFill>
                <a:effectLst/>
                <a:latin typeface="Consolas" panose="020B0609020204030204" pitchFamily="49" charset="0"/>
              </a:rPr>
              <a:t>;</a:t>
            </a:r>
            <a:r>
              <a:rPr lang="en-US" altLang="zh-CN" b="1" dirty="0">
                <a:solidFill>
                  <a:srgbClr val="098658"/>
                </a:solidFill>
                <a:effectLst/>
                <a:latin typeface="Consolas" panose="020B0609020204030204" pitchFamily="49" charset="0"/>
              </a:rPr>
              <a:t>1</a:t>
            </a:r>
            <a:r>
              <a:rPr lang="en-US" altLang="zh-CN" b="1" dirty="0">
                <a:solidFill>
                  <a:srgbClr val="000000"/>
                </a:solidFill>
                <a:effectLst/>
                <a:latin typeface="Consolas" panose="020B0609020204030204" pitchFamily="49" charset="0"/>
              </a:rPr>
              <a:t> -</a:t>
            </a:r>
            <a:r>
              <a:rPr lang="en-US" altLang="zh-CN" b="1" dirty="0">
                <a:solidFill>
                  <a:srgbClr val="098658"/>
                </a:solidFill>
                <a:effectLst/>
                <a:latin typeface="Consolas" panose="020B0609020204030204" pitchFamily="49" charset="0"/>
              </a:rPr>
              <a:t>9</a:t>
            </a:r>
            <a:r>
              <a:rPr lang="en-US" altLang="zh-CN" b="1" dirty="0">
                <a:solidFill>
                  <a:srgbClr val="000000"/>
                </a:solidFill>
                <a:effectLst/>
                <a:latin typeface="Consolas" panose="020B0609020204030204" pitchFamily="49" charset="0"/>
              </a:rPr>
              <a:t> </a:t>
            </a:r>
            <a:r>
              <a:rPr lang="en-US" altLang="zh-CN" b="1" dirty="0">
                <a:solidFill>
                  <a:srgbClr val="098658"/>
                </a:solidFill>
                <a:effectLst/>
                <a:latin typeface="Consolas" panose="020B0609020204030204" pitchFamily="49" charset="0"/>
              </a:rPr>
              <a:t>3</a:t>
            </a:r>
            <a:r>
              <a:rPr lang="en-US" altLang="zh-CN" b="1" dirty="0">
                <a:solidFill>
                  <a:srgbClr val="000000"/>
                </a:solidFill>
                <a:effectLst/>
                <a:latin typeface="Consolas" panose="020B0609020204030204" pitchFamily="49" charset="0"/>
              </a:rPr>
              <a:t> </a:t>
            </a:r>
            <a:r>
              <a:rPr lang="en-US" altLang="zh-CN" b="1" dirty="0">
                <a:solidFill>
                  <a:srgbClr val="098658"/>
                </a:solidFill>
                <a:effectLst/>
                <a:latin typeface="Consolas" panose="020B0609020204030204" pitchFamily="49" charset="0"/>
              </a:rPr>
              <a:t>6</a:t>
            </a:r>
            <a:r>
              <a:rPr lang="en-US" altLang="zh-CN" b="1" dirty="0">
                <a:solidFill>
                  <a:srgbClr val="000000"/>
                </a:solidFill>
                <a:effectLst/>
                <a:latin typeface="Consolas" panose="020B0609020204030204" pitchFamily="49" charset="0"/>
              </a:rPr>
              <a:t>] </a:t>
            </a:r>
            <a:r>
              <a:rPr lang="en-US" altLang="zh-CN" b="1" dirty="0">
                <a:solidFill>
                  <a:srgbClr val="008000"/>
                </a:solidFill>
                <a:effectLst/>
                <a:latin typeface="Consolas" panose="020B0609020204030204" pitchFamily="49" charset="0"/>
              </a:rPr>
              <a:t> </a:t>
            </a:r>
            <a:endParaRPr lang="zh-CN" altLang="en-US" b="1" dirty="0">
              <a:solidFill>
                <a:srgbClr val="000000"/>
              </a:solidFill>
              <a:effectLst/>
              <a:latin typeface="Consolas" panose="020B0609020204030204" pitchFamily="49" charset="0"/>
            </a:endParaRPr>
          </a:p>
          <a:p>
            <a:r>
              <a:rPr lang="en-US" altLang="zh-CN" b="1" dirty="0">
                <a:solidFill>
                  <a:srgbClr val="000000"/>
                </a:solidFill>
                <a:effectLst/>
                <a:latin typeface="Consolas" panose="020B0609020204030204" pitchFamily="49" charset="0"/>
              </a:rPr>
              <a:t>b=[-</a:t>
            </a:r>
            <a:r>
              <a:rPr lang="en-US" altLang="zh-CN" b="1" dirty="0">
                <a:solidFill>
                  <a:srgbClr val="098658"/>
                </a:solidFill>
                <a:effectLst/>
                <a:latin typeface="Consolas" panose="020B0609020204030204" pitchFamily="49" charset="0"/>
              </a:rPr>
              <a:t>1;3;5;7</a:t>
            </a:r>
            <a:r>
              <a:rPr lang="en-US" altLang="zh-CN" b="1" dirty="0">
                <a:solidFill>
                  <a:srgbClr val="000000"/>
                </a:solidFill>
                <a:effectLst/>
                <a:latin typeface="Consolas" panose="020B0609020204030204" pitchFamily="49" charset="0"/>
              </a:rPr>
              <a:t>] </a:t>
            </a:r>
          </a:p>
          <a:p>
            <a:r>
              <a:rPr lang="en-US" altLang="zh-CN" b="1" dirty="0">
                <a:solidFill>
                  <a:srgbClr val="000000"/>
                </a:solidFill>
                <a:effectLst/>
                <a:latin typeface="Consolas" panose="020B0609020204030204" pitchFamily="49" charset="0"/>
              </a:rPr>
              <a:t>r=</a:t>
            </a:r>
            <a:r>
              <a:rPr lang="en-US" altLang="zh-CN" b="1" dirty="0">
                <a:solidFill>
                  <a:srgbClr val="795E26"/>
                </a:solidFill>
                <a:effectLst/>
                <a:latin typeface="Consolas" panose="020B0609020204030204" pitchFamily="49" charset="0"/>
              </a:rPr>
              <a:t>inv</a:t>
            </a:r>
            <a:r>
              <a:rPr lang="en-US" altLang="zh-CN" b="1" dirty="0">
                <a:solidFill>
                  <a:srgbClr val="000000"/>
                </a:solidFill>
                <a:effectLst/>
                <a:latin typeface="Consolas" panose="020B0609020204030204" pitchFamily="49" charset="0"/>
              </a:rPr>
              <a:t>(a)*b</a:t>
            </a:r>
            <a:endParaRPr lang="zh-CN" altLang="en-US" b="1" dirty="0">
              <a:solidFill>
                <a:srgbClr val="000000"/>
              </a:solidFill>
              <a:effectLst/>
              <a:latin typeface="Consolas" panose="020B0609020204030204" pitchFamily="49" charset="0"/>
            </a:endParaRPr>
          </a:p>
        </p:txBody>
      </p:sp>
      <p:sp>
        <p:nvSpPr>
          <p:cNvPr id="6" name="文本框 5">
            <a:extLst>
              <a:ext uri="{FF2B5EF4-FFF2-40B4-BE49-F238E27FC236}">
                <a16:creationId xmlns:a16="http://schemas.microsoft.com/office/drawing/2014/main" id="{10C0437B-9ACF-4F83-8AA2-8EDD37C797E4}"/>
              </a:ext>
            </a:extLst>
          </p:cNvPr>
          <p:cNvSpPr txBox="1"/>
          <p:nvPr/>
        </p:nvSpPr>
        <p:spPr>
          <a:xfrm>
            <a:off x="5810547" y="1473638"/>
            <a:ext cx="2325416" cy="1015663"/>
          </a:xfrm>
          <a:prstGeom prst="rect">
            <a:avLst/>
          </a:prstGeom>
          <a:noFill/>
        </p:spPr>
        <p:txBody>
          <a:bodyPr wrap="square">
            <a:spAutoFit/>
          </a:bodyPr>
          <a:lstStyle/>
          <a:p>
            <a:r>
              <a:rPr lang="zh-CN" altLang="en-US" sz="1200" dirty="0">
                <a:solidFill>
                  <a:srgbClr val="00B0F0"/>
                </a:solidFill>
              </a:rPr>
              <a:t>计算结果：</a:t>
            </a:r>
            <a:endParaRPr lang="en-US" altLang="zh-CN" sz="1200" dirty="0">
              <a:solidFill>
                <a:srgbClr val="00B0F0"/>
              </a:solidFill>
            </a:endParaRPr>
          </a:p>
          <a:p>
            <a:r>
              <a:rPr lang="en-US" altLang="zh-CN" sz="1200" dirty="0">
                <a:solidFill>
                  <a:srgbClr val="00B0F0"/>
                </a:solidFill>
              </a:rPr>
              <a:t>x1=3.399999999999999</a:t>
            </a:r>
          </a:p>
          <a:p>
            <a:r>
              <a:rPr lang="en-US" altLang="zh-CN" sz="1200" dirty="0">
                <a:solidFill>
                  <a:srgbClr val="00B0F0"/>
                </a:solidFill>
              </a:rPr>
              <a:t> x2=0.3999999999999998</a:t>
            </a:r>
          </a:p>
          <a:p>
            <a:r>
              <a:rPr lang="en-US" altLang="zh-CN" sz="1200" dirty="0">
                <a:solidFill>
                  <a:srgbClr val="00B0F0"/>
                </a:solidFill>
              </a:rPr>
              <a:t> x3=6.399999999999997</a:t>
            </a:r>
          </a:p>
          <a:p>
            <a:r>
              <a:rPr lang="en-US" altLang="zh-CN" sz="1200" dirty="0">
                <a:solidFill>
                  <a:srgbClr val="00B0F0"/>
                </a:solidFill>
              </a:rPr>
              <a:t> x4=-1.9999999999999991</a:t>
            </a:r>
            <a:endParaRPr lang="zh-CN" altLang="en-US" sz="1200" dirty="0">
              <a:solidFill>
                <a:srgbClr val="00B0F0"/>
              </a:solidFill>
            </a:endParaRPr>
          </a:p>
        </p:txBody>
      </p:sp>
      <p:sp>
        <p:nvSpPr>
          <p:cNvPr id="7" name="文本框 6">
            <a:extLst>
              <a:ext uri="{FF2B5EF4-FFF2-40B4-BE49-F238E27FC236}">
                <a16:creationId xmlns:a16="http://schemas.microsoft.com/office/drawing/2014/main" id="{153D9F72-2330-4979-8CE1-7E84CF193B31}"/>
              </a:ext>
            </a:extLst>
          </p:cNvPr>
          <p:cNvSpPr txBox="1"/>
          <p:nvPr/>
        </p:nvSpPr>
        <p:spPr>
          <a:xfrm>
            <a:off x="428710" y="2150871"/>
            <a:ext cx="6807585" cy="1415772"/>
          </a:xfrm>
          <a:prstGeom prst="rect">
            <a:avLst/>
          </a:prstGeom>
          <a:noFill/>
        </p:spPr>
        <p:txBody>
          <a:bodyPr wrap="square">
            <a:spAutoFit/>
          </a:bodyPr>
          <a:lstStyle>
            <a:defPPr>
              <a:defRPr lang="zh-CN"/>
            </a:defPPr>
            <a:lvl1pPr>
              <a:defRPr sz="1400" b="0">
                <a:solidFill>
                  <a:srgbClr val="000000"/>
                </a:solidFill>
                <a:effectLst/>
                <a:latin typeface="Consolas" panose="020B0609020204030204" pitchFamily="49" charset="0"/>
              </a:defRPr>
            </a:lvl1pPr>
          </a:lstStyle>
          <a:p>
            <a:pPr marL="342900" indent="-342900">
              <a:buFont typeface="+mj-ea"/>
              <a:buAutoNum type="circleNumDbPlain" startAt="2"/>
            </a:pPr>
            <a:r>
              <a:rPr lang="en-US" altLang="zh-CN" sz="1800" b="1" dirty="0">
                <a:solidFill>
                  <a:srgbClr val="00B0F0"/>
                </a:solidFill>
                <a:latin typeface="微软雅黑 Light" panose="020B0502040204020203" pitchFamily="34" charset="-122"/>
                <a:ea typeface="微软雅黑 Light" panose="020B0502040204020203" pitchFamily="34" charset="-122"/>
              </a:rPr>
              <a:t>b</a:t>
            </a:r>
            <a:r>
              <a:rPr lang="zh-CN" altLang="en-US" sz="1800" b="1" dirty="0">
                <a:solidFill>
                  <a:srgbClr val="00B0F0"/>
                </a:solidFill>
                <a:latin typeface="微软雅黑 Light" panose="020B0502040204020203" pitchFamily="34" charset="-122"/>
                <a:ea typeface="微软雅黑 Light" panose="020B0502040204020203" pitchFamily="34" charset="-122"/>
              </a:rPr>
              <a:t>是行矩阵时，线性方程组求根</a:t>
            </a:r>
            <a:endParaRPr lang="en-US" altLang="zh-CN" sz="1800" b="1" dirty="0">
              <a:solidFill>
                <a:srgbClr val="00B0F0"/>
              </a:solidFill>
              <a:latin typeface="微软雅黑 Light" panose="020B0502040204020203" pitchFamily="34" charset="-122"/>
              <a:ea typeface="微软雅黑 Light" panose="020B0502040204020203" pitchFamily="34" charset="-122"/>
            </a:endParaRPr>
          </a:p>
          <a:p>
            <a:r>
              <a:rPr lang="en-US" altLang="zh-CN" sz="1800" b="1" dirty="0"/>
              <a:t>a=[1 -5 -1 -2;1 -2 1 3;3 8 -1 1;1 -9 3 6]  </a:t>
            </a:r>
            <a:endParaRPr lang="zh-CN" altLang="en-US" sz="1800" b="1" dirty="0"/>
          </a:p>
          <a:p>
            <a:r>
              <a:rPr lang="en-US" altLang="zh-CN" sz="1800" b="1" dirty="0"/>
              <a:t>b=[-1 3 5 7] </a:t>
            </a:r>
            <a:r>
              <a:rPr lang="en-US" altLang="zh-CN" b="1" dirty="0">
                <a:solidFill>
                  <a:srgbClr val="008000"/>
                </a:solidFill>
              </a:rPr>
              <a:t>#1*4</a:t>
            </a:r>
            <a:r>
              <a:rPr lang="zh-CN" altLang="en-US" b="1" dirty="0">
                <a:solidFill>
                  <a:srgbClr val="008000"/>
                </a:solidFill>
              </a:rPr>
              <a:t>行矩阵</a:t>
            </a:r>
          </a:p>
          <a:p>
            <a:r>
              <a:rPr lang="en-US" altLang="zh-CN" sz="1800" b="1" dirty="0"/>
              <a:t>r=inv(a)*b  </a:t>
            </a:r>
          </a:p>
          <a:p>
            <a:endParaRPr lang="zh-CN" altLang="en-US" b="1" dirty="0"/>
          </a:p>
        </p:txBody>
      </p:sp>
      <p:sp>
        <p:nvSpPr>
          <p:cNvPr id="8" name="文本框 7">
            <a:extLst>
              <a:ext uri="{FF2B5EF4-FFF2-40B4-BE49-F238E27FC236}">
                <a16:creationId xmlns:a16="http://schemas.microsoft.com/office/drawing/2014/main" id="{767F8459-9F1A-4333-8C6A-F219565C97EC}"/>
              </a:ext>
            </a:extLst>
          </p:cNvPr>
          <p:cNvSpPr txBox="1"/>
          <p:nvPr/>
        </p:nvSpPr>
        <p:spPr>
          <a:xfrm>
            <a:off x="405152" y="3232460"/>
            <a:ext cx="8463769" cy="615553"/>
          </a:xfrm>
          <a:prstGeom prst="rect">
            <a:avLst/>
          </a:prstGeom>
          <a:noFill/>
        </p:spPr>
        <p:txBody>
          <a:bodyPr wrap="square">
            <a:spAutoFit/>
          </a:bodyPr>
          <a:lstStyle/>
          <a:p>
            <a:r>
              <a:rPr lang="zh-CN" altLang="en-US" dirty="0">
                <a:solidFill>
                  <a:srgbClr val="FF0000"/>
                </a:solidFill>
              </a:rPr>
              <a:t>julia&gt; r=inv(a)*b  #求根维度不匹配</a:t>
            </a:r>
          </a:p>
          <a:p>
            <a:r>
              <a:rPr lang="zh-CN" altLang="en-US" sz="1600" dirty="0">
                <a:solidFill>
                  <a:srgbClr val="FF0000"/>
                </a:solidFill>
              </a:rPr>
              <a:t>ERROR: DimensionMismatch: matrix A has dimensions (4,4), matrix B has dimensions (1,4)</a:t>
            </a:r>
          </a:p>
        </p:txBody>
      </p:sp>
      <p:sp>
        <p:nvSpPr>
          <p:cNvPr id="9" name="AutoShape 13">
            <a:extLst>
              <a:ext uri="{FF2B5EF4-FFF2-40B4-BE49-F238E27FC236}">
                <a16:creationId xmlns:a16="http://schemas.microsoft.com/office/drawing/2014/main" id="{8AF8FED3-274B-4E0F-A95C-71C944D83187}"/>
              </a:ext>
            </a:extLst>
          </p:cNvPr>
          <p:cNvSpPr>
            <a:spLocks noChangeArrowheads="1"/>
          </p:cNvSpPr>
          <p:nvPr/>
        </p:nvSpPr>
        <p:spPr bwMode="auto">
          <a:xfrm>
            <a:off x="4608475" y="3912630"/>
            <a:ext cx="1008112" cy="575969"/>
          </a:xfrm>
          <a:prstGeom prst="irregularSeal2">
            <a:avLst/>
          </a:prstGeom>
          <a:solidFill>
            <a:srgbClr val="C00000"/>
          </a:solidFill>
          <a:ln w="57150">
            <a:solidFill>
              <a:srgbClr val="00FF00"/>
            </a:solidFill>
            <a:miter lim="800000"/>
          </a:ln>
          <a:scene3d>
            <a:camera prst="orthographicFront"/>
            <a:lightRig rig="threePt" dir="t"/>
          </a:scene3d>
          <a:sp3d>
            <a:bevelT prst="angle"/>
          </a:sp3d>
        </p:spPr>
        <p:txBody>
          <a:bodyPr wrap="none" anchor="ctr"/>
          <a:lstStyle/>
          <a:p>
            <a:r>
              <a:rPr lang="zh-CN" altLang="en-US" sz="1600" b="1" kern="0" dirty="0">
                <a:solidFill>
                  <a:srgbClr val="FFFF00"/>
                </a:solidFill>
                <a:ea typeface="黑体" panose="02010609060101010101" pitchFamily="49" charset="-122"/>
              </a:rPr>
              <a:t>注意</a:t>
            </a:r>
            <a:endParaRPr lang="en-US" altLang="zh-CN" sz="1600" dirty="0">
              <a:solidFill>
                <a:srgbClr val="FF0000"/>
              </a:solidFill>
              <a:latin typeface="微软雅黑" panose="020B0503020204020204" pitchFamily="34" charset="-122"/>
              <a:ea typeface="微软雅黑" panose="020B0503020204020204" pitchFamily="34" charset="-122"/>
            </a:endParaRPr>
          </a:p>
        </p:txBody>
      </p:sp>
      <p:sp>
        <p:nvSpPr>
          <p:cNvPr id="10" name="标题 1">
            <a:extLst>
              <a:ext uri="{FF2B5EF4-FFF2-40B4-BE49-F238E27FC236}">
                <a16:creationId xmlns:a16="http://schemas.microsoft.com/office/drawing/2014/main" id="{9E03F1C9-66F0-46C7-91AF-6E4561ED9296}"/>
              </a:ext>
            </a:extLst>
          </p:cNvPr>
          <p:cNvSpPr>
            <a:spLocks noGrp="1"/>
          </p:cNvSpPr>
          <p:nvPr>
            <p:ph type="title"/>
          </p:nvPr>
        </p:nvSpPr>
        <p:spPr>
          <a:xfrm>
            <a:off x="973565" y="133853"/>
            <a:ext cx="7920880" cy="438150"/>
          </a:xfrm>
          <a:noFill/>
        </p:spPr>
        <p:txBody>
          <a:bodyPr/>
          <a:lstStyle/>
          <a:p>
            <a:br>
              <a:rPr lang="en-US" altLang="zh-CN" sz="2400" i="0" dirty="0">
                <a:effectLst/>
                <a:latin typeface="Helvetica Neue"/>
              </a:rPr>
            </a:br>
            <a:r>
              <a:rPr lang="en-US" altLang="zh-CN" sz="2400" dirty="0">
                <a:latin typeface="Helvetica Neue"/>
              </a:rPr>
              <a:t>§</a:t>
            </a:r>
            <a:r>
              <a:rPr lang="en-US" altLang="zh-CN" sz="2400" dirty="0"/>
              <a:t>1.4.1.2 </a:t>
            </a:r>
            <a:r>
              <a:rPr lang="zh-CN" altLang="en-US" sz="2400" i="0" dirty="0">
                <a:effectLst/>
                <a:latin typeface="Helvetica Neue"/>
              </a:rPr>
              <a:t>创建</a:t>
            </a:r>
            <a:r>
              <a:rPr lang="zh-CN" altLang="en-US" sz="2400" dirty="0">
                <a:latin typeface="Helvetica Neue"/>
              </a:rPr>
              <a:t>向量和矩阵</a:t>
            </a:r>
            <a:r>
              <a:rPr lang="en-US" altLang="zh-CN" sz="2400" dirty="0">
                <a:solidFill>
                  <a:srgbClr val="FF0000"/>
                </a:solidFill>
              </a:rPr>
              <a:t>——3.</a:t>
            </a:r>
            <a:r>
              <a:rPr lang="zh-CN" altLang="en-US" sz="2400" dirty="0">
                <a:solidFill>
                  <a:srgbClr val="FF0000"/>
                </a:solidFill>
                <a:latin typeface="Helvetica Neue"/>
              </a:rPr>
              <a:t>创建线性方程向量和矩阵</a:t>
            </a:r>
          </a:p>
        </p:txBody>
      </p:sp>
      <p:sp>
        <p:nvSpPr>
          <p:cNvPr id="12" name="波形 11">
            <a:extLst>
              <a:ext uri="{FF2B5EF4-FFF2-40B4-BE49-F238E27FC236}">
                <a16:creationId xmlns:a16="http://schemas.microsoft.com/office/drawing/2014/main" id="{6A376ED0-2119-42C3-AB10-5D64A3BC8B94}"/>
              </a:ext>
            </a:extLst>
          </p:cNvPr>
          <p:cNvSpPr/>
          <p:nvPr/>
        </p:nvSpPr>
        <p:spPr>
          <a:xfrm>
            <a:off x="17430" y="680087"/>
            <a:ext cx="876188" cy="329755"/>
          </a:xfrm>
          <a:prstGeom prst="wave">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anchor="ctr">
            <a:noAutofit/>
          </a:bodyPr>
          <a:lstStyle/>
          <a:p>
            <a:pPr algn="ctr" eaLnBrk="0" fontAlgn="auto">
              <a:lnSpc>
                <a:spcPct val="140000"/>
              </a:lnSpc>
              <a:spcBef>
                <a:spcPts val="0"/>
              </a:spcBef>
              <a:spcAft>
                <a:spcPts val="0"/>
              </a:spcAft>
            </a:pPr>
            <a:r>
              <a:rPr lang="en-US" altLang="ko-KR" sz="1600" b="1" dirty="0">
                <a:solidFill>
                  <a:srgbClr val="FFFF00"/>
                </a:solidFill>
                <a:latin typeface="微软雅黑" panose="020B0503020204020204" pitchFamily="34" charset="-122"/>
                <a:ea typeface="微软雅黑" panose="020B0503020204020204" pitchFamily="34" charset="-122"/>
              </a:rPr>
              <a:t>例141-3</a:t>
            </a:r>
            <a:endParaRPr lang="ko-KR" altLang="en-US" sz="1600" b="1" dirty="0">
              <a:solidFill>
                <a:srgbClr val="FFFF00"/>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E9A839D6-7F71-4F47-A281-E3BBF797750C}"/>
                  </a:ext>
                </a:extLst>
              </p:cNvPr>
              <p:cNvSpPr txBox="1"/>
              <p:nvPr/>
            </p:nvSpPr>
            <p:spPr>
              <a:xfrm>
                <a:off x="6853419" y="729337"/>
                <a:ext cx="2255746" cy="84394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altLang="zh-CN" sz="1400" i="1" smtClean="0">
                              <a:latin typeface="Cambria Math" panose="02040503050406030204" pitchFamily="18" charset="0"/>
                            </a:rPr>
                          </m:ctrlPr>
                        </m:dPr>
                        <m:e>
                          <m:eqArr>
                            <m:eqArrPr>
                              <m:ctrlPr>
                                <a:rPr lang="en-US" altLang="zh-CN" sz="1400" i="1" smtClean="0">
                                  <a:latin typeface="Cambria Math" panose="02040503050406030204" pitchFamily="18" charset="0"/>
                                </a:rPr>
                              </m:ctrlPr>
                            </m:eqArrPr>
                            <m:e>
                              <m:r>
                                <m:rPr>
                                  <m:sty m:val="p"/>
                                </m:rPr>
                                <a:rPr lang="en-US" altLang="zh-CN" sz="1400" i="1">
                                  <a:latin typeface="Cambria Math" panose="02040503050406030204" pitchFamily="18" charset="0"/>
                                </a:rPr>
                                <m:t>x</m:t>
                              </m:r>
                              <m:r>
                                <a:rPr lang="en-US" altLang="zh-CN" sz="1400" i="1">
                                  <a:latin typeface="Cambria Math" panose="02040503050406030204" pitchFamily="18" charset="0"/>
                                </a:rPr>
                                <m:t>1−5</m:t>
                              </m:r>
                              <m:r>
                                <a:rPr lang="en-US" altLang="zh-CN" sz="1400" i="1">
                                  <a:latin typeface="Cambria Math" panose="02040503050406030204" pitchFamily="18" charset="0"/>
                                </a:rPr>
                                <m:t>𝑥</m:t>
                              </m:r>
                              <m:r>
                                <a:rPr lang="en-US" altLang="zh-CN" sz="1400" i="1">
                                  <a:latin typeface="Cambria Math" panose="02040503050406030204" pitchFamily="18" charset="0"/>
                                </a:rPr>
                                <m:t>2−</m:t>
                              </m:r>
                              <m:r>
                                <a:rPr lang="en-US" altLang="zh-CN" sz="1400" i="1">
                                  <a:latin typeface="Cambria Math" panose="02040503050406030204" pitchFamily="18" charset="0"/>
                                </a:rPr>
                                <m:t>𝑥</m:t>
                              </m:r>
                              <m:r>
                                <a:rPr lang="en-US" altLang="zh-CN" sz="1400" i="1">
                                  <a:latin typeface="Cambria Math" panose="02040503050406030204" pitchFamily="18" charset="0"/>
                                </a:rPr>
                                <m:t>3−2</m:t>
                              </m:r>
                              <m:r>
                                <a:rPr lang="en-US" altLang="zh-CN" sz="1400" i="1">
                                  <a:latin typeface="Cambria Math" panose="02040503050406030204" pitchFamily="18" charset="0"/>
                                </a:rPr>
                                <m:t>𝑥</m:t>
                              </m:r>
                              <m:r>
                                <a:rPr lang="en-US" altLang="zh-CN" sz="1400" i="1">
                                  <a:latin typeface="Cambria Math" panose="02040503050406030204" pitchFamily="18" charset="0"/>
                                </a:rPr>
                                <m:t>4=−1</m:t>
                              </m:r>
                            </m:e>
                            <m:e>
                              <m:r>
                                <a:rPr lang="en-US" altLang="zh-CN" sz="1400" i="1">
                                  <a:latin typeface="Cambria Math" panose="02040503050406030204" pitchFamily="18" charset="0"/>
                                </a:rPr>
                                <m:t>𝑥</m:t>
                              </m:r>
                              <m:r>
                                <a:rPr lang="en-US" altLang="zh-CN" sz="1400" i="1">
                                  <a:latin typeface="Cambria Math" panose="02040503050406030204" pitchFamily="18" charset="0"/>
                                </a:rPr>
                                <m:t>1−2</m:t>
                              </m:r>
                              <m:r>
                                <a:rPr lang="en-US" altLang="zh-CN" sz="1400" i="1">
                                  <a:latin typeface="Cambria Math" panose="02040503050406030204" pitchFamily="18" charset="0"/>
                                </a:rPr>
                                <m:t>𝑥</m:t>
                              </m:r>
                              <m:r>
                                <a:rPr lang="en-US" altLang="zh-CN" sz="1400" i="1">
                                  <a:latin typeface="Cambria Math" panose="02040503050406030204" pitchFamily="18" charset="0"/>
                                </a:rPr>
                                <m:t>2+</m:t>
                              </m:r>
                              <m:r>
                                <a:rPr lang="en-US" altLang="zh-CN" sz="1400" i="1">
                                  <a:latin typeface="Cambria Math" panose="02040503050406030204" pitchFamily="18" charset="0"/>
                                </a:rPr>
                                <m:t>𝑥</m:t>
                              </m:r>
                              <m:r>
                                <a:rPr lang="en-US" altLang="zh-CN" sz="1400" i="1">
                                  <a:latin typeface="Cambria Math" panose="02040503050406030204" pitchFamily="18" charset="0"/>
                                </a:rPr>
                                <m:t>3+3</m:t>
                              </m:r>
                              <m:r>
                                <a:rPr lang="en-US" altLang="zh-CN" sz="1400" i="1">
                                  <a:latin typeface="Cambria Math" panose="02040503050406030204" pitchFamily="18" charset="0"/>
                                </a:rPr>
                                <m:t>𝑥</m:t>
                              </m:r>
                              <m:r>
                                <a:rPr lang="en-US" altLang="zh-CN" sz="1400" i="1">
                                  <a:latin typeface="Cambria Math" panose="02040503050406030204" pitchFamily="18" charset="0"/>
                                </a:rPr>
                                <m:t>4=3</m:t>
                              </m:r>
                            </m:e>
                            <m:e>
                              <m:r>
                                <a:rPr lang="en-US" altLang="zh-CN" sz="1400" b="0" i="1" smtClean="0">
                                  <a:latin typeface="Cambria Math" panose="02040503050406030204" pitchFamily="18" charset="0"/>
                                </a:rPr>
                                <m:t>3</m:t>
                              </m:r>
                              <m:r>
                                <a:rPr lang="en-US" altLang="zh-CN" sz="1400" b="0" i="1" smtClean="0">
                                  <a:latin typeface="Cambria Math" panose="02040503050406030204" pitchFamily="18" charset="0"/>
                                </a:rPr>
                                <m:t>𝑥</m:t>
                              </m:r>
                              <m:r>
                                <a:rPr lang="en-US" altLang="zh-CN" sz="1400" b="0" i="1" smtClean="0">
                                  <a:latin typeface="Cambria Math" panose="02040503050406030204" pitchFamily="18" charset="0"/>
                                </a:rPr>
                                <m:t>1+8</m:t>
                              </m:r>
                              <m:r>
                                <a:rPr lang="en-US" altLang="zh-CN" sz="1400" b="0" i="1" smtClean="0">
                                  <a:latin typeface="Cambria Math" panose="02040503050406030204" pitchFamily="18" charset="0"/>
                                </a:rPr>
                                <m:t>𝑥</m:t>
                              </m:r>
                              <m:r>
                                <a:rPr lang="en-US" altLang="zh-CN" sz="1400" b="0" i="1" smtClean="0">
                                  <a:latin typeface="Cambria Math" panose="02040503050406030204" pitchFamily="18" charset="0"/>
                                </a:rPr>
                                <m:t>2−</m:t>
                              </m:r>
                              <m:r>
                                <a:rPr lang="en-US" altLang="zh-CN" sz="1400" b="0" i="1" smtClean="0">
                                  <a:latin typeface="Cambria Math" panose="02040503050406030204" pitchFamily="18" charset="0"/>
                                </a:rPr>
                                <m:t>𝑥</m:t>
                              </m:r>
                              <m:r>
                                <a:rPr lang="en-US" altLang="zh-CN" sz="1400" b="0" i="1" smtClean="0">
                                  <a:latin typeface="Cambria Math" panose="02040503050406030204" pitchFamily="18" charset="0"/>
                                </a:rPr>
                                <m:t>3+</m:t>
                              </m:r>
                              <m:r>
                                <a:rPr lang="en-US" altLang="zh-CN" sz="1400" b="0" i="1" smtClean="0">
                                  <a:latin typeface="Cambria Math" panose="02040503050406030204" pitchFamily="18" charset="0"/>
                                </a:rPr>
                                <m:t>𝑥</m:t>
                              </m:r>
                              <m:r>
                                <a:rPr lang="en-US" altLang="zh-CN" sz="1400" b="0" i="1" smtClean="0">
                                  <a:latin typeface="Cambria Math" panose="02040503050406030204" pitchFamily="18" charset="0"/>
                                </a:rPr>
                                <m:t>4=5</m:t>
                              </m:r>
                            </m:e>
                            <m:e>
                              <m:r>
                                <a:rPr lang="en-US" altLang="zh-CN" sz="1400" b="0" i="1" smtClean="0">
                                  <a:latin typeface="Cambria Math" panose="02040503050406030204" pitchFamily="18" charset="0"/>
                                </a:rPr>
                                <m:t>𝑥</m:t>
                              </m:r>
                              <m:r>
                                <a:rPr lang="en-US" altLang="zh-CN" sz="1400" b="0" i="1" smtClean="0">
                                  <a:latin typeface="Cambria Math" panose="02040503050406030204" pitchFamily="18" charset="0"/>
                                </a:rPr>
                                <m:t>1−9</m:t>
                              </m:r>
                              <m:r>
                                <a:rPr lang="en-US" altLang="zh-CN" sz="1400" b="0" i="1" smtClean="0">
                                  <a:latin typeface="Cambria Math" panose="02040503050406030204" pitchFamily="18" charset="0"/>
                                </a:rPr>
                                <m:t>𝑥</m:t>
                              </m:r>
                              <m:r>
                                <a:rPr lang="en-US" altLang="zh-CN" sz="1400" b="0" i="1" smtClean="0">
                                  <a:latin typeface="Cambria Math" panose="02040503050406030204" pitchFamily="18" charset="0"/>
                                </a:rPr>
                                <m:t>2+3</m:t>
                              </m:r>
                              <m:r>
                                <a:rPr lang="en-US" altLang="zh-CN" sz="1400" b="0" i="1" smtClean="0">
                                  <a:latin typeface="Cambria Math" panose="02040503050406030204" pitchFamily="18" charset="0"/>
                                </a:rPr>
                                <m:t>𝑥</m:t>
                              </m:r>
                              <m:r>
                                <a:rPr lang="en-US" altLang="zh-CN" sz="1400" b="0" i="1" smtClean="0">
                                  <a:latin typeface="Cambria Math" panose="02040503050406030204" pitchFamily="18" charset="0"/>
                                </a:rPr>
                                <m:t>3+6</m:t>
                              </m:r>
                              <m:r>
                                <a:rPr lang="en-US" altLang="zh-CN" sz="1400" b="0" i="1" smtClean="0">
                                  <a:latin typeface="Cambria Math" panose="02040503050406030204" pitchFamily="18" charset="0"/>
                                </a:rPr>
                                <m:t>𝑥</m:t>
                              </m:r>
                              <m:r>
                                <a:rPr lang="en-US" altLang="zh-CN" sz="1400" b="0" i="1" smtClean="0">
                                  <a:latin typeface="Cambria Math" panose="02040503050406030204" pitchFamily="18" charset="0"/>
                                </a:rPr>
                                <m:t>4=7</m:t>
                              </m:r>
                            </m:e>
                          </m:eqArr>
                        </m:e>
                      </m:d>
                    </m:oMath>
                  </m:oMathPara>
                </a14:m>
                <a:endParaRPr lang="zh-CN" altLang="en-US" sz="1400" dirty="0"/>
              </a:p>
            </p:txBody>
          </p:sp>
        </mc:Choice>
        <mc:Fallback xmlns="">
          <p:sp>
            <p:nvSpPr>
              <p:cNvPr id="13" name="文本框 12">
                <a:extLst>
                  <a:ext uri="{FF2B5EF4-FFF2-40B4-BE49-F238E27FC236}">
                    <a16:creationId xmlns:a16="http://schemas.microsoft.com/office/drawing/2014/main" id="{E9A839D6-7F71-4F47-A281-E3BBF797750C}"/>
                  </a:ext>
                </a:extLst>
              </p:cNvPr>
              <p:cNvSpPr txBox="1">
                <a:spLocks noRot="1" noChangeAspect="1" noMove="1" noResize="1" noEditPoints="1" noAdjustHandles="1" noChangeArrowheads="1" noChangeShapeType="1" noTextEdit="1"/>
              </p:cNvSpPr>
              <p:nvPr/>
            </p:nvSpPr>
            <p:spPr>
              <a:xfrm>
                <a:off x="6853419" y="729337"/>
                <a:ext cx="2255746" cy="843949"/>
              </a:xfrm>
              <a:prstGeom prst="rect">
                <a:avLst/>
              </a:prstGeom>
              <a:blipFill>
                <a:blip r:embed="rId3"/>
                <a:stretch>
                  <a:fillRect/>
                </a:stretch>
              </a:blipFill>
            </p:spPr>
            <p:txBody>
              <a:bodyPr/>
              <a:lstStyle/>
              <a:p>
                <a:r>
                  <a:rPr lang="zh-CN" altLang="en-US">
                    <a:noFill/>
                  </a:rPr>
                  <a:t> </a:t>
                </a:r>
              </a:p>
            </p:txBody>
          </p:sp>
        </mc:Fallback>
      </mc:AlternateContent>
      <p:sp>
        <p:nvSpPr>
          <p:cNvPr id="15" name="文本框 14">
            <a:extLst>
              <a:ext uri="{FF2B5EF4-FFF2-40B4-BE49-F238E27FC236}">
                <a16:creationId xmlns:a16="http://schemas.microsoft.com/office/drawing/2014/main" id="{6EDECC39-A2FC-4775-8946-A297D2702AD4}"/>
              </a:ext>
            </a:extLst>
          </p:cNvPr>
          <p:cNvSpPr txBox="1"/>
          <p:nvPr/>
        </p:nvSpPr>
        <p:spPr>
          <a:xfrm>
            <a:off x="934296" y="687583"/>
            <a:ext cx="6624736" cy="369332"/>
          </a:xfrm>
          <a:prstGeom prst="rect">
            <a:avLst/>
          </a:prstGeom>
          <a:noFill/>
        </p:spPr>
        <p:txBody>
          <a:bodyPr wrap="square">
            <a:spAutoFit/>
          </a:bodyPr>
          <a:lstStyle/>
          <a:p>
            <a:r>
              <a:rPr lang="zh-CN" altLang="en-US" b="1" dirty="0">
                <a:solidFill>
                  <a:srgbClr val="0070C0"/>
                </a:solidFill>
                <a:latin typeface="微软雅黑" panose="020B0503020204020204" pitchFamily="34" charset="-122"/>
                <a:ea typeface="微软雅黑" panose="020B0503020204020204" pitchFamily="34" charset="-122"/>
              </a:rPr>
              <a:t>根据四元线性方程组建立方程组的系数矩阵和常数列向量</a:t>
            </a:r>
            <a:endParaRPr lang="zh-CN" altLang="en-US" dirty="0"/>
          </a:p>
        </p:txBody>
      </p:sp>
      <p:sp>
        <p:nvSpPr>
          <p:cNvPr id="17" name="文本框 16">
            <a:extLst>
              <a:ext uri="{FF2B5EF4-FFF2-40B4-BE49-F238E27FC236}">
                <a16:creationId xmlns:a16="http://schemas.microsoft.com/office/drawing/2014/main" id="{D8F65CA8-320B-41EE-A4B9-64F69FEA80A1}"/>
              </a:ext>
            </a:extLst>
          </p:cNvPr>
          <p:cNvSpPr txBox="1"/>
          <p:nvPr/>
        </p:nvSpPr>
        <p:spPr>
          <a:xfrm>
            <a:off x="438094" y="3770530"/>
            <a:ext cx="4641850" cy="1138773"/>
          </a:xfrm>
          <a:prstGeom prst="rect">
            <a:avLst/>
          </a:prstGeom>
          <a:noFill/>
        </p:spPr>
        <p:txBody>
          <a:bodyPr wrap="square">
            <a:spAutoFit/>
          </a:bodyPr>
          <a:lstStyle/>
          <a:p>
            <a:pPr marL="342900" indent="-342900">
              <a:buFont typeface="+mj-ea"/>
              <a:buAutoNum type="circleNumDbPlain" startAt="3"/>
            </a:pPr>
            <a:r>
              <a:rPr lang="en-US" altLang="zh-CN" sz="1800" b="1" dirty="0">
                <a:solidFill>
                  <a:srgbClr val="00B0F0"/>
                </a:solidFill>
                <a:latin typeface="微软雅黑 Light" panose="020B0502040204020203" pitchFamily="34" charset="-122"/>
                <a:ea typeface="微软雅黑 Light" panose="020B0502040204020203" pitchFamily="34" charset="-122"/>
              </a:rPr>
              <a:t>b</a:t>
            </a:r>
            <a:r>
              <a:rPr lang="zh-CN" altLang="en-US" sz="1800" b="1" dirty="0">
                <a:solidFill>
                  <a:srgbClr val="00B0F0"/>
                </a:solidFill>
                <a:latin typeface="微软雅黑 Light" panose="020B0502040204020203" pitchFamily="34" charset="-122"/>
                <a:ea typeface="微软雅黑 Light" panose="020B0502040204020203" pitchFamily="34" charset="-122"/>
              </a:rPr>
              <a:t>是行矩阵转置时，线性方程组求根</a:t>
            </a:r>
            <a:endParaRPr lang="en-US" altLang="zh-CN" sz="1800" b="1" dirty="0">
              <a:solidFill>
                <a:srgbClr val="00B0F0"/>
              </a:solidFill>
              <a:latin typeface="微软雅黑 Light" panose="020B0502040204020203" pitchFamily="34" charset="-122"/>
              <a:ea typeface="微软雅黑 Light" panose="020B0502040204020203" pitchFamily="34" charset="-122"/>
            </a:endParaRPr>
          </a:p>
          <a:p>
            <a:r>
              <a:rPr lang="de-DE" altLang="zh-CN" b="1" dirty="0">
                <a:solidFill>
                  <a:srgbClr val="000000"/>
                </a:solidFill>
                <a:latin typeface="Consolas" panose="020B0609020204030204" pitchFamily="49" charset="0"/>
              </a:rPr>
              <a:t>bz=[-1 3 5 7]' </a:t>
            </a:r>
            <a:r>
              <a:rPr lang="en-US" altLang="zh-CN" sz="1400" b="1" dirty="0">
                <a:solidFill>
                  <a:srgbClr val="008000"/>
                </a:solidFill>
                <a:latin typeface="Consolas" panose="020B0609020204030204" pitchFamily="49" charset="0"/>
              </a:rPr>
              <a:t>#</a:t>
            </a:r>
            <a:r>
              <a:rPr lang="zh-CN" altLang="en-US" sz="1400" b="1" dirty="0">
                <a:solidFill>
                  <a:srgbClr val="008000"/>
                </a:solidFill>
                <a:latin typeface="Consolas" panose="020B0609020204030204" pitchFamily="49" charset="0"/>
              </a:rPr>
              <a:t>行矩阵转置为</a:t>
            </a:r>
            <a:r>
              <a:rPr lang="en-US" altLang="zh-CN" sz="1400" b="1" dirty="0">
                <a:solidFill>
                  <a:srgbClr val="008000"/>
                </a:solidFill>
                <a:latin typeface="Consolas" panose="020B0609020204030204" pitchFamily="49" charset="0"/>
              </a:rPr>
              <a:t>4*1</a:t>
            </a:r>
            <a:r>
              <a:rPr lang="zh-CN" altLang="en-US" sz="1400" b="1" dirty="0">
                <a:solidFill>
                  <a:srgbClr val="008000"/>
                </a:solidFill>
                <a:latin typeface="Consolas" panose="020B0609020204030204" pitchFamily="49" charset="0"/>
              </a:rPr>
              <a:t>列矩阵</a:t>
            </a:r>
            <a:endParaRPr lang="en-US" altLang="zh-CN" sz="1400" b="1" dirty="0">
              <a:solidFill>
                <a:srgbClr val="008000"/>
              </a:solidFill>
              <a:latin typeface="Consolas" panose="020B0609020204030204" pitchFamily="49" charset="0"/>
            </a:endParaRPr>
          </a:p>
          <a:p>
            <a:r>
              <a:rPr lang="en-US" altLang="zh-CN" b="1" dirty="0" err="1">
                <a:solidFill>
                  <a:srgbClr val="000000"/>
                </a:solidFill>
                <a:latin typeface="Consolas" panose="020B0609020204030204" pitchFamily="49" charset="0"/>
              </a:rPr>
              <a:t>rz</a:t>
            </a:r>
            <a:r>
              <a:rPr lang="en-US" altLang="zh-CN" b="1" dirty="0">
                <a:solidFill>
                  <a:srgbClr val="000000"/>
                </a:solidFill>
                <a:latin typeface="Consolas" panose="020B0609020204030204" pitchFamily="49" charset="0"/>
              </a:rPr>
              <a:t>=inv(a)*</a:t>
            </a:r>
            <a:r>
              <a:rPr lang="en-US" altLang="zh-CN" b="1" dirty="0" err="1">
                <a:solidFill>
                  <a:srgbClr val="000000"/>
                </a:solidFill>
                <a:latin typeface="Consolas" panose="020B0609020204030204" pitchFamily="49" charset="0"/>
              </a:rPr>
              <a:t>bz</a:t>
            </a:r>
            <a:r>
              <a:rPr lang="en-US" altLang="zh-CN" b="1" dirty="0">
                <a:solidFill>
                  <a:srgbClr val="000000"/>
                </a:solidFill>
                <a:latin typeface="Consolas" panose="020B0609020204030204" pitchFamily="49" charset="0"/>
              </a:rPr>
              <a:t>   </a:t>
            </a:r>
          </a:p>
          <a:p>
            <a:endParaRPr lang="zh-CN" altLang="en-US" sz="1400" b="1" dirty="0">
              <a:solidFill>
                <a:srgbClr val="00B0F0"/>
              </a:solidFill>
              <a:latin typeface="微软雅黑 Light" panose="020B0502040204020203" pitchFamily="34" charset="-122"/>
              <a:ea typeface="微软雅黑 Light" panose="020B0502040204020203" pitchFamily="34" charset="-122"/>
            </a:endParaRPr>
          </a:p>
        </p:txBody>
      </p:sp>
      <p:sp>
        <p:nvSpPr>
          <p:cNvPr id="19" name="文本框 18">
            <a:extLst>
              <a:ext uri="{FF2B5EF4-FFF2-40B4-BE49-F238E27FC236}">
                <a16:creationId xmlns:a16="http://schemas.microsoft.com/office/drawing/2014/main" id="{C82290B3-9CE1-4093-B9A0-711AA7DD8A62}"/>
              </a:ext>
            </a:extLst>
          </p:cNvPr>
          <p:cNvSpPr txBox="1"/>
          <p:nvPr/>
        </p:nvSpPr>
        <p:spPr>
          <a:xfrm>
            <a:off x="5509044" y="3914302"/>
            <a:ext cx="3741281" cy="583878"/>
          </a:xfrm>
          <a:prstGeom prst="rect">
            <a:avLst/>
          </a:prstGeom>
          <a:noFill/>
        </p:spPr>
        <p:txBody>
          <a:bodyPr wrap="square">
            <a:spAutoFit/>
          </a:bodyPr>
          <a:lstStyle/>
          <a:p>
            <a:pPr>
              <a:lnSpc>
                <a:spcPts val="2000"/>
              </a:lnSpc>
            </a:pPr>
            <a:r>
              <a:rPr lang="zh-CN" altLang="en-US" sz="1400" b="1" dirty="0">
                <a:solidFill>
                  <a:srgbClr val="0070C0"/>
                </a:solidFill>
                <a:latin typeface="微软雅黑" panose="020B0503020204020204" pitchFamily="34" charset="-122"/>
                <a:ea typeface="微软雅黑" panose="020B0503020204020204" pitchFamily="34" charset="-122"/>
              </a:rPr>
              <a:t>为了</a:t>
            </a:r>
            <a:r>
              <a:rPr lang="en-US" altLang="zh-CN" sz="1400" b="1" dirty="0" err="1">
                <a:solidFill>
                  <a:srgbClr val="0070C0"/>
                </a:solidFill>
                <a:latin typeface="微软雅黑" panose="020B0503020204020204" pitchFamily="34" charset="-122"/>
                <a:ea typeface="微软雅黑" panose="020B0503020204020204" pitchFamily="34" charset="-122"/>
              </a:rPr>
              <a:t>syslab</a:t>
            </a:r>
            <a:r>
              <a:rPr lang="zh-CN" altLang="en-US" sz="1400" b="1" dirty="0">
                <a:solidFill>
                  <a:srgbClr val="0070C0"/>
                </a:solidFill>
                <a:latin typeface="微软雅黑" panose="020B0503020204020204" pitchFamily="34" charset="-122"/>
                <a:ea typeface="微软雅黑" panose="020B0503020204020204" pitchFamily="34" charset="-122"/>
              </a:rPr>
              <a:t>与</a:t>
            </a:r>
            <a:r>
              <a:rPr lang="en-US" altLang="zh-CN" sz="1400" b="1" dirty="0" err="1">
                <a:solidFill>
                  <a:srgbClr val="0070C0"/>
                </a:solidFill>
                <a:latin typeface="微软雅黑" panose="020B0503020204020204" pitchFamily="34" charset="-122"/>
                <a:ea typeface="微软雅黑" panose="020B0503020204020204" pitchFamily="34" charset="-122"/>
              </a:rPr>
              <a:t>matlab</a:t>
            </a:r>
            <a:r>
              <a:rPr lang="zh-CN" altLang="en-US" sz="1400" b="1" dirty="0">
                <a:solidFill>
                  <a:srgbClr val="0070C0"/>
                </a:solidFill>
                <a:latin typeface="微软雅黑" panose="020B0503020204020204" pitchFamily="34" charset="-122"/>
                <a:ea typeface="微软雅黑" panose="020B0503020204020204" pitchFamily="34" charset="-122"/>
              </a:rPr>
              <a:t>代码共享，建议建立列向量都用分号；建议矩阵同行元素用空格</a:t>
            </a:r>
          </a:p>
        </p:txBody>
      </p:sp>
    </p:spTree>
    <p:extLst>
      <p:ext uri="{BB962C8B-B14F-4D97-AF65-F5344CB8AC3E}">
        <p14:creationId xmlns:p14="http://schemas.microsoft.com/office/powerpoint/2010/main" val="42232449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xEl>
                                              <p:pRg st="0" end="0"/>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8">
                                            <p:txEl>
                                              <p:pRg st="0" end="0"/>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7">
                                            <p:txEl>
                                              <p:pRg st="0" end="0"/>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7">
                                            <p:txEl>
                                              <p:pRg st="1" end="1"/>
                                            </p:txEl>
                                          </p:spTgt>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7">
                                            <p:txEl>
                                              <p:pRg st="2" end="2"/>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4"/>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9"/>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p:bldP spid="9" grpId="0" animBg="1"/>
      <p:bldP spid="19"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6640E6E7-AA1C-43BC-9CB2-B181487A137B}"/>
              </a:ext>
            </a:extLst>
          </p:cNvPr>
          <p:cNvSpPr>
            <a:spLocks noGrp="1"/>
          </p:cNvSpPr>
          <p:nvPr>
            <p:ph idx="1"/>
          </p:nvPr>
        </p:nvSpPr>
        <p:spPr>
          <a:xfrm>
            <a:off x="288194" y="1950665"/>
            <a:ext cx="6053270" cy="407291"/>
          </a:xfrm>
        </p:spPr>
        <p:txBody>
          <a:bodyPr/>
          <a:lstStyle/>
          <a:p>
            <a:pPr marL="457200" indent="-457200">
              <a:buFont typeface="+mj-ea"/>
              <a:buAutoNum type="circleNumDbPlain"/>
            </a:pPr>
            <a:r>
              <a:rPr lang="zh-CN" altLang="en-US" sz="2000" dirty="0">
                <a:latin typeface="微软雅黑" panose="020B0503020204020204" pitchFamily="34" charset="-122"/>
                <a:ea typeface="微软雅黑" panose="020B0503020204020204" pitchFamily="34" charset="-122"/>
              </a:rPr>
              <a:t>用空格进行横向</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列，第二维度</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拼接   </a:t>
            </a:r>
            <a:endParaRPr lang="en-US" altLang="zh-CN" sz="2000" dirty="0">
              <a:latin typeface="微软雅黑" panose="020B0503020204020204" pitchFamily="34" charset="-122"/>
              <a:ea typeface="微软雅黑" panose="020B0503020204020204" pitchFamily="34" charset="-122"/>
            </a:endParaRPr>
          </a:p>
        </p:txBody>
      </p:sp>
      <p:sp>
        <p:nvSpPr>
          <p:cNvPr id="5" name="标题 1">
            <a:extLst>
              <a:ext uri="{FF2B5EF4-FFF2-40B4-BE49-F238E27FC236}">
                <a16:creationId xmlns:a16="http://schemas.microsoft.com/office/drawing/2014/main" id="{E8336179-4858-4AD4-BF09-7CCCCE097894}"/>
              </a:ext>
            </a:extLst>
          </p:cNvPr>
          <p:cNvSpPr txBox="1">
            <a:spLocks/>
          </p:cNvSpPr>
          <p:nvPr/>
        </p:nvSpPr>
        <p:spPr bwMode="auto">
          <a:xfrm>
            <a:off x="732288" y="44003"/>
            <a:ext cx="8127509" cy="547842"/>
          </a:xfrm>
          <a:prstGeom prst="rect">
            <a:avLst/>
          </a:prstGeom>
          <a:solidFill>
            <a:schemeClr val="bg1"/>
          </a:solidFill>
          <a:ln w="9525">
            <a:noFill/>
            <a:miter lim="800000"/>
            <a:headEnd/>
            <a:tailEnd/>
          </a:ln>
        </p:spPr>
        <p:txBody>
          <a:bodyPr vert="horz" wrap="none" lIns="91440" tIns="45720" rIns="91440" bIns="45720" numCol="1" anchor="b" anchorCtr="0" compatLnSpc="1">
            <a:prstTxWarp prst="textNoShape">
              <a:avLst/>
            </a:prstTxWarp>
          </a:bodyPr>
          <a:lstStyle>
            <a:lvl1pPr algn="l" rtl="0" eaLnBrk="0" fontAlgn="base" hangingPunct="0">
              <a:lnSpc>
                <a:spcPct val="85000"/>
              </a:lnSpc>
              <a:spcBef>
                <a:spcPct val="0"/>
              </a:spcBef>
              <a:spcAft>
                <a:spcPct val="0"/>
              </a:spcAft>
              <a:defRPr sz="3400" b="0">
                <a:solidFill>
                  <a:srgbClr val="002060"/>
                </a:solidFill>
                <a:latin typeface="华文楷体" panose="02010600040101010101" pitchFamily="2" charset="-122"/>
                <a:ea typeface="华文楷体" panose="02010600040101010101" pitchFamily="2" charset="-122"/>
                <a:cs typeface="+mj-cs"/>
              </a:defRPr>
            </a:lvl1pPr>
            <a:lvl2pPr algn="l" rtl="0" eaLnBrk="0" fontAlgn="base" hangingPunct="0">
              <a:lnSpc>
                <a:spcPct val="85000"/>
              </a:lnSpc>
              <a:spcBef>
                <a:spcPct val="0"/>
              </a:spcBef>
              <a:spcAft>
                <a:spcPct val="0"/>
              </a:spcAft>
              <a:defRPr sz="3400" b="1">
                <a:solidFill>
                  <a:srgbClr val="002E5C"/>
                </a:solidFill>
                <a:latin typeface="Helvetica" pitchFamily="34" charset="0"/>
              </a:defRPr>
            </a:lvl2pPr>
            <a:lvl3pPr algn="l" rtl="0" eaLnBrk="0" fontAlgn="base" hangingPunct="0">
              <a:lnSpc>
                <a:spcPct val="85000"/>
              </a:lnSpc>
              <a:spcBef>
                <a:spcPct val="0"/>
              </a:spcBef>
              <a:spcAft>
                <a:spcPct val="0"/>
              </a:spcAft>
              <a:defRPr sz="3400" b="1">
                <a:solidFill>
                  <a:srgbClr val="002E5C"/>
                </a:solidFill>
                <a:latin typeface="Helvetica" pitchFamily="34" charset="0"/>
              </a:defRPr>
            </a:lvl3pPr>
            <a:lvl4pPr algn="l" rtl="0" eaLnBrk="0" fontAlgn="base" hangingPunct="0">
              <a:lnSpc>
                <a:spcPct val="85000"/>
              </a:lnSpc>
              <a:spcBef>
                <a:spcPct val="0"/>
              </a:spcBef>
              <a:spcAft>
                <a:spcPct val="0"/>
              </a:spcAft>
              <a:defRPr sz="3400" b="1">
                <a:solidFill>
                  <a:srgbClr val="002E5C"/>
                </a:solidFill>
                <a:latin typeface="Helvetica" pitchFamily="34" charset="0"/>
              </a:defRPr>
            </a:lvl4pPr>
            <a:lvl5pPr algn="l" rtl="0" eaLnBrk="0" fontAlgn="base" hangingPunct="0">
              <a:lnSpc>
                <a:spcPct val="85000"/>
              </a:lnSpc>
              <a:spcBef>
                <a:spcPct val="0"/>
              </a:spcBef>
              <a:spcAft>
                <a:spcPct val="0"/>
              </a:spcAft>
              <a:defRPr sz="3400" b="1">
                <a:solidFill>
                  <a:srgbClr val="002E5C"/>
                </a:solidFill>
                <a:latin typeface="Helvetica" pitchFamily="34" charset="0"/>
              </a:defRPr>
            </a:lvl5pPr>
            <a:lvl6pPr marL="457200" algn="l" rtl="0" eaLnBrk="1" fontAlgn="base" hangingPunct="1">
              <a:lnSpc>
                <a:spcPct val="85000"/>
              </a:lnSpc>
              <a:spcBef>
                <a:spcPct val="0"/>
              </a:spcBef>
              <a:spcAft>
                <a:spcPct val="0"/>
              </a:spcAft>
              <a:defRPr sz="3400" b="1">
                <a:solidFill>
                  <a:srgbClr val="002E5C"/>
                </a:solidFill>
                <a:latin typeface="Helvetica" pitchFamily="34" charset="0"/>
              </a:defRPr>
            </a:lvl6pPr>
            <a:lvl7pPr marL="914400" algn="l" rtl="0" eaLnBrk="1" fontAlgn="base" hangingPunct="1">
              <a:lnSpc>
                <a:spcPct val="85000"/>
              </a:lnSpc>
              <a:spcBef>
                <a:spcPct val="0"/>
              </a:spcBef>
              <a:spcAft>
                <a:spcPct val="0"/>
              </a:spcAft>
              <a:defRPr sz="3400" b="1">
                <a:solidFill>
                  <a:srgbClr val="002E5C"/>
                </a:solidFill>
                <a:latin typeface="Helvetica" pitchFamily="34" charset="0"/>
              </a:defRPr>
            </a:lvl7pPr>
            <a:lvl8pPr marL="1371600" algn="l" rtl="0" eaLnBrk="1" fontAlgn="base" hangingPunct="1">
              <a:lnSpc>
                <a:spcPct val="85000"/>
              </a:lnSpc>
              <a:spcBef>
                <a:spcPct val="0"/>
              </a:spcBef>
              <a:spcAft>
                <a:spcPct val="0"/>
              </a:spcAft>
              <a:defRPr sz="3400" b="1">
                <a:solidFill>
                  <a:srgbClr val="002E5C"/>
                </a:solidFill>
                <a:latin typeface="Helvetica" pitchFamily="34" charset="0"/>
              </a:defRPr>
            </a:lvl8pPr>
            <a:lvl9pPr marL="1828800" algn="l" rtl="0" eaLnBrk="1" fontAlgn="base" hangingPunct="1">
              <a:lnSpc>
                <a:spcPct val="85000"/>
              </a:lnSpc>
              <a:spcBef>
                <a:spcPct val="0"/>
              </a:spcBef>
              <a:spcAft>
                <a:spcPct val="0"/>
              </a:spcAft>
              <a:defRPr sz="3400" b="1">
                <a:solidFill>
                  <a:srgbClr val="002E5C"/>
                </a:solidFill>
                <a:latin typeface="Helvetica" pitchFamily="34" charset="0"/>
              </a:defRPr>
            </a:lvl9pPr>
          </a:lstStyle>
          <a:p>
            <a:br>
              <a:rPr lang="en-US" altLang="zh-CN" sz="2600" kern="0" dirty="0">
                <a:latin typeface="Helvetica Neue"/>
              </a:rPr>
            </a:br>
            <a:r>
              <a:rPr lang="zh-CN" altLang="zh-CN" sz="2600" dirty="0">
                <a:ea typeface="等线" panose="02010600030101010101" pitchFamily="2" charset="-122"/>
                <a:cs typeface="Times New Roman" panose="02020603050405020304" pitchFamily="18" charset="0"/>
              </a:rPr>
              <a:t>§ </a:t>
            </a:r>
            <a:r>
              <a:rPr lang="en-US" altLang="zh-CN" sz="2600" dirty="0"/>
              <a:t>1.4.1.2 </a:t>
            </a:r>
            <a:r>
              <a:rPr lang="zh-CN" altLang="en-US" sz="2600" i="0" dirty="0">
                <a:effectLst/>
                <a:latin typeface="Helvetica Neue"/>
              </a:rPr>
              <a:t>创建二维</a:t>
            </a:r>
            <a:r>
              <a:rPr lang="zh-CN" altLang="en-US" sz="2600" dirty="0">
                <a:latin typeface="Helvetica Neue"/>
              </a:rPr>
              <a:t>矩阵</a:t>
            </a:r>
            <a:r>
              <a:rPr lang="en-US" altLang="zh-CN" sz="2600" dirty="0">
                <a:solidFill>
                  <a:srgbClr val="FF0000"/>
                </a:solidFill>
              </a:rPr>
              <a:t>———4. </a:t>
            </a:r>
            <a:r>
              <a:rPr lang="zh-CN" altLang="en-US" sz="2600" dirty="0">
                <a:solidFill>
                  <a:srgbClr val="FF0000"/>
                </a:solidFill>
              </a:rPr>
              <a:t>构造矩阵法拼接数组</a:t>
            </a:r>
            <a:r>
              <a:rPr lang="en-US" altLang="zh-CN" sz="2600" dirty="0">
                <a:solidFill>
                  <a:srgbClr val="FF0000"/>
                </a:solidFill>
              </a:rPr>
              <a:t>a</a:t>
            </a:r>
            <a:r>
              <a:rPr lang="zh-CN" altLang="en-US" sz="2600" dirty="0">
                <a:solidFill>
                  <a:srgbClr val="FF0000"/>
                </a:solidFill>
              </a:rPr>
              <a:t>和</a:t>
            </a:r>
            <a:r>
              <a:rPr lang="en-US" altLang="zh-CN" sz="2600" dirty="0">
                <a:solidFill>
                  <a:srgbClr val="FF0000"/>
                </a:solidFill>
              </a:rPr>
              <a:t>b</a:t>
            </a:r>
            <a:endParaRPr lang="zh-CN" altLang="en-US" sz="2600" dirty="0">
              <a:solidFill>
                <a:srgbClr val="FF0000"/>
              </a:solidFill>
            </a:endParaRPr>
          </a:p>
        </p:txBody>
      </p:sp>
      <p:sp>
        <p:nvSpPr>
          <p:cNvPr id="12" name="矩形 11">
            <a:extLst>
              <a:ext uri="{FF2B5EF4-FFF2-40B4-BE49-F238E27FC236}">
                <a16:creationId xmlns:a16="http://schemas.microsoft.com/office/drawing/2014/main" id="{5B87A9B3-2FC0-475C-BA63-19F9B8A8560D}"/>
              </a:ext>
            </a:extLst>
          </p:cNvPr>
          <p:cNvSpPr/>
          <p:nvPr/>
        </p:nvSpPr>
        <p:spPr>
          <a:xfrm>
            <a:off x="5407554" y="1995671"/>
            <a:ext cx="645749" cy="400110"/>
          </a:xfrm>
          <a:prstGeom prst="rect">
            <a:avLst/>
          </a:prstGeom>
          <a:solidFill>
            <a:srgbClr val="0070C0"/>
          </a:solidFill>
          <a:ln>
            <a:noFill/>
          </a:ln>
        </p:spPr>
        <p:style>
          <a:lnRef idx="3">
            <a:schemeClr val="lt1"/>
          </a:lnRef>
          <a:fillRef idx="1">
            <a:schemeClr val="accent1"/>
          </a:fillRef>
          <a:effectRef idx="1">
            <a:schemeClr val="accent1"/>
          </a:effectRef>
          <a:fontRef idx="minor">
            <a:schemeClr val="lt1"/>
          </a:fontRef>
        </p:style>
        <p:txBody>
          <a:bodyPr wrap="square">
            <a:spAutoFit/>
          </a:bodyPr>
          <a:lstStyle/>
          <a:p>
            <a:r>
              <a:rPr lang="en-US" altLang="zh-CN" sz="2000" b="1" kern="0" dirty="0">
                <a:solidFill>
                  <a:schemeClr val="bg1"/>
                </a:solidFill>
              </a:rPr>
              <a:t>[a b]</a:t>
            </a:r>
            <a:endParaRPr lang="zh-CN" altLang="en-US" sz="2000" b="1" kern="0" dirty="0">
              <a:solidFill>
                <a:schemeClr val="bg1"/>
              </a:solidFill>
            </a:endParaRPr>
          </a:p>
        </p:txBody>
      </p:sp>
      <p:sp>
        <p:nvSpPr>
          <p:cNvPr id="13" name="矩形 12">
            <a:extLst>
              <a:ext uri="{FF2B5EF4-FFF2-40B4-BE49-F238E27FC236}">
                <a16:creationId xmlns:a16="http://schemas.microsoft.com/office/drawing/2014/main" id="{28276C3C-67E0-4189-BDA0-ACE1A1BB0D2C}"/>
              </a:ext>
            </a:extLst>
          </p:cNvPr>
          <p:cNvSpPr/>
          <p:nvPr/>
        </p:nvSpPr>
        <p:spPr>
          <a:xfrm>
            <a:off x="5323885" y="3937590"/>
            <a:ext cx="848601" cy="400110"/>
          </a:xfrm>
          <a:prstGeom prst="rect">
            <a:avLst/>
          </a:prstGeom>
          <a:solidFill>
            <a:srgbClr val="0070C0"/>
          </a:solidFill>
          <a:ln>
            <a:noFill/>
          </a:ln>
        </p:spPr>
        <p:style>
          <a:lnRef idx="3">
            <a:schemeClr val="lt1"/>
          </a:lnRef>
          <a:fillRef idx="1">
            <a:schemeClr val="accent1"/>
          </a:fillRef>
          <a:effectRef idx="1">
            <a:schemeClr val="accent1"/>
          </a:effectRef>
          <a:fontRef idx="minor">
            <a:schemeClr val="lt1"/>
          </a:fontRef>
        </p:style>
        <p:txBody>
          <a:bodyPr wrap="square">
            <a:spAutoFit/>
          </a:bodyPr>
          <a:lstStyle/>
          <a:p>
            <a:r>
              <a:rPr lang="en-US" altLang="zh-CN" sz="2000" b="1" kern="0" dirty="0">
                <a:solidFill>
                  <a:schemeClr val="bg1"/>
                </a:solidFill>
              </a:rPr>
              <a:t>[a ; b]</a:t>
            </a:r>
            <a:endParaRPr lang="zh-CN" altLang="en-US" sz="2000" b="1" kern="0" dirty="0">
              <a:solidFill>
                <a:schemeClr val="bg1"/>
              </a:solidFill>
            </a:endParaRPr>
          </a:p>
        </p:txBody>
      </p:sp>
      <p:sp>
        <p:nvSpPr>
          <p:cNvPr id="16" name="矩形 15">
            <a:extLst>
              <a:ext uri="{FF2B5EF4-FFF2-40B4-BE49-F238E27FC236}">
                <a16:creationId xmlns:a16="http://schemas.microsoft.com/office/drawing/2014/main" id="{9DD81E59-D100-42DA-8107-6D8773DB79D6}"/>
              </a:ext>
            </a:extLst>
          </p:cNvPr>
          <p:cNvSpPr/>
          <p:nvPr/>
        </p:nvSpPr>
        <p:spPr>
          <a:xfrm>
            <a:off x="1143550" y="3079303"/>
            <a:ext cx="407484" cy="461665"/>
          </a:xfrm>
          <a:prstGeom prst="rect">
            <a:avLst/>
          </a:prstGeom>
        </p:spPr>
        <p:txBody>
          <a:bodyPr wrap="none">
            <a:spAutoFit/>
          </a:bodyPr>
          <a:lstStyle/>
          <a:p>
            <a:r>
              <a:rPr lang="en-US" altLang="zh-CN" sz="2400" b="1" dirty="0">
                <a:solidFill>
                  <a:srgbClr val="C00000"/>
                </a:solidFill>
                <a:highlight>
                  <a:srgbClr val="FFFF00"/>
                </a:highlight>
              </a:rPr>
              <a:t>A</a:t>
            </a:r>
            <a:endParaRPr lang="zh-CN" altLang="en-US" sz="2400" b="1" dirty="0">
              <a:solidFill>
                <a:srgbClr val="C00000"/>
              </a:solidFill>
              <a:highlight>
                <a:srgbClr val="FFFF00"/>
              </a:highlight>
            </a:endParaRPr>
          </a:p>
        </p:txBody>
      </p:sp>
      <p:sp>
        <p:nvSpPr>
          <p:cNvPr id="18" name="矩形 17">
            <a:extLst>
              <a:ext uri="{FF2B5EF4-FFF2-40B4-BE49-F238E27FC236}">
                <a16:creationId xmlns:a16="http://schemas.microsoft.com/office/drawing/2014/main" id="{F3005AFB-825D-4304-9813-2F82C99E02F1}"/>
              </a:ext>
            </a:extLst>
          </p:cNvPr>
          <p:cNvSpPr/>
          <p:nvPr/>
        </p:nvSpPr>
        <p:spPr>
          <a:xfrm>
            <a:off x="3056661" y="3057109"/>
            <a:ext cx="407484" cy="461665"/>
          </a:xfrm>
          <a:prstGeom prst="rect">
            <a:avLst/>
          </a:prstGeom>
        </p:spPr>
        <p:txBody>
          <a:bodyPr wrap="none">
            <a:spAutoFit/>
          </a:bodyPr>
          <a:lstStyle/>
          <a:p>
            <a:r>
              <a:rPr lang="en-US" altLang="zh-CN" sz="2400" b="1" dirty="0">
                <a:solidFill>
                  <a:srgbClr val="C00000"/>
                </a:solidFill>
                <a:highlight>
                  <a:srgbClr val="FFFF00"/>
                </a:highlight>
              </a:rPr>
              <a:t>B</a:t>
            </a:r>
            <a:endParaRPr lang="zh-CN" altLang="en-US" sz="2400" b="1" dirty="0">
              <a:solidFill>
                <a:srgbClr val="C00000"/>
              </a:solidFill>
              <a:highlight>
                <a:srgbClr val="FFFF00"/>
              </a:highlight>
            </a:endParaRPr>
          </a:p>
        </p:txBody>
      </p:sp>
      <p:sp>
        <p:nvSpPr>
          <p:cNvPr id="22" name="矩形 21">
            <a:extLst>
              <a:ext uri="{FF2B5EF4-FFF2-40B4-BE49-F238E27FC236}">
                <a16:creationId xmlns:a16="http://schemas.microsoft.com/office/drawing/2014/main" id="{49BF3931-1568-4E9F-A988-F9B61E6B0598}"/>
              </a:ext>
            </a:extLst>
          </p:cNvPr>
          <p:cNvSpPr/>
          <p:nvPr/>
        </p:nvSpPr>
        <p:spPr>
          <a:xfrm>
            <a:off x="2074392" y="3057109"/>
            <a:ext cx="364202" cy="461665"/>
          </a:xfrm>
          <a:prstGeom prst="rect">
            <a:avLst/>
          </a:prstGeom>
        </p:spPr>
        <p:txBody>
          <a:bodyPr wrap="none">
            <a:spAutoFit/>
          </a:bodyPr>
          <a:lstStyle/>
          <a:p>
            <a:r>
              <a:rPr lang="en-US" altLang="zh-CN" sz="2400" b="1" dirty="0">
                <a:solidFill>
                  <a:srgbClr val="C00000"/>
                </a:solidFill>
                <a:highlight>
                  <a:srgbClr val="FFFF00"/>
                </a:highlight>
              </a:rPr>
              <a:t>+</a:t>
            </a:r>
            <a:endParaRPr lang="zh-CN" altLang="en-US" sz="2400" b="1" dirty="0">
              <a:solidFill>
                <a:srgbClr val="C00000"/>
              </a:solidFill>
              <a:highlight>
                <a:srgbClr val="FFFF00"/>
              </a:highlight>
            </a:endParaRPr>
          </a:p>
        </p:txBody>
      </p:sp>
      <p:sp>
        <p:nvSpPr>
          <p:cNvPr id="23" name="矩形 22">
            <a:extLst>
              <a:ext uri="{FF2B5EF4-FFF2-40B4-BE49-F238E27FC236}">
                <a16:creationId xmlns:a16="http://schemas.microsoft.com/office/drawing/2014/main" id="{A94D3F66-32C8-4A65-8BDD-B06F402B613F}"/>
              </a:ext>
            </a:extLst>
          </p:cNvPr>
          <p:cNvSpPr/>
          <p:nvPr/>
        </p:nvSpPr>
        <p:spPr>
          <a:xfrm>
            <a:off x="3697799" y="3079303"/>
            <a:ext cx="364202" cy="461665"/>
          </a:xfrm>
          <a:prstGeom prst="rect">
            <a:avLst/>
          </a:prstGeom>
        </p:spPr>
        <p:txBody>
          <a:bodyPr wrap="none">
            <a:spAutoFit/>
          </a:bodyPr>
          <a:lstStyle/>
          <a:p>
            <a:r>
              <a:rPr lang="en-US" altLang="zh-CN" sz="2400" b="1" dirty="0">
                <a:solidFill>
                  <a:srgbClr val="C00000"/>
                </a:solidFill>
                <a:highlight>
                  <a:srgbClr val="FFFF00"/>
                </a:highlight>
              </a:rPr>
              <a:t>=</a:t>
            </a:r>
            <a:endParaRPr lang="zh-CN" altLang="en-US" sz="2400" b="1" dirty="0">
              <a:solidFill>
                <a:srgbClr val="C00000"/>
              </a:solidFill>
              <a:highlight>
                <a:srgbClr val="FFFF00"/>
              </a:highlight>
            </a:endParaRPr>
          </a:p>
        </p:txBody>
      </p:sp>
      <p:sp>
        <p:nvSpPr>
          <p:cNvPr id="24" name="内容占位符 2">
            <a:extLst>
              <a:ext uri="{FF2B5EF4-FFF2-40B4-BE49-F238E27FC236}">
                <a16:creationId xmlns:a16="http://schemas.microsoft.com/office/drawing/2014/main" id="{96C8663E-3DB8-4DF1-817F-B620BF0A9CE1}"/>
              </a:ext>
            </a:extLst>
          </p:cNvPr>
          <p:cNvSpPr txBox="1">
            <a:spLocks/>
          </p:cNvSpPr>
          <p:nvPr/>
        </p:nvSpPr>
        <p:spPr bwMode="auto">
          <a:xfrm>
            <a:off x="251520" y="3921699"/>
            <a:ext cx="5171230" cy="407291"/>
          </a:xfrm>
          <a:prstGeom prst="rect">
            <a:avLst/>
          </a:prstGeom>
          <a:noFill/>
          <a:ln w="9525">
            <a:noFill/>
            <a:miter lim="800000"/>
            <a:headEnd/>
            <a:tailEnd/>
          </a:ln>
        </p:spPr>
        <p:txBody>
          <a:bodyPr vert="horz" wrap="square" lIns="91440" tIns="45720" rIns="91440" bIns="45720" numCol="1" anchor="t" anchorCtr="0" compatLnSpc="1">
            <a:prstTxWarp prst="textNoShape">
              <a:avLst/>
            </a:prstTxWarp>
            <a:spAutoFit/>
          </a:bodyPr>
          <a:lstStyle>
            <a:lvl1pPr marL="177800" indent="-177800" algn="l" rtl="0" eaLnBrk="0" fontAlgn="base" hangingPunct="0">
              <a:lnSpc>
                <a:spcPct val="110000"/>
              </a:lnSpc>
              <a:spcBef>
                <a:spcPct val="0"/>
              </a:spcBef>
              <a:spcAft>
                <a:spcPct val="0"/>
              </a:spcAft>
              <a:buFont typeface="Wingdings" panose="05000000000000000000" pitchFamily="2" charset="2"/>
              <a:buChar char="Ø"/>
              <a:defRPr sz="2800" b="0">
                <a:solidFill>
                  <a:srgbClr val="002060"/>
                </a:solidFill>
                <a:latin typeface="华文楷体" panose="02010600040101010101" pitchFamily="2" charset="-122"/>
                <a:ea typeface="华文楷体" panose="02010600040101010101" pitchFamily="2" charset="-122"/>
                <a:cs typeface="+mn-cs"/>
              </a:defRPr>
            </a:lvl1pPr>
            <a:lvl2pPr marL="635000" indent="-177800" algn="l" rtl="0" eaLnBrk="0" fontAlgn="base" hangingPunct="0">
              <a:lnSpc>
                <a:spcPct val="110000"/>
              </a:lnSpc>
              <a:spcBef>
                <a:spcPct val="0"/>
              </a:spcBef>
              <a:spcAft>
                <a:spcPct val="0"/>
              </a:spcAft>
              <a:buFont typeface="Wingdings" panose="05000000000000000000" pitchFamily="2" charset="2"/>
              <a:buChar char="Ø"/>
              <a:defRPr sz="2400" b="0">
                <a:solidFill>
                  <a:srgbClr val="002060"/>
                </a:solidFill>
                <a:latin typeface="华文楷体" panose="02010600040101010101" pitchFamily="2" charset="-122"/>
                <a:ea typeface="华文楷体" panose="02010600040101010101" pitchFamily="2" charset="-122"/>
              </a:defRPr>
            </a:lvl2pPr>
            <a:lvl3pPr marL="1092200" indent="-177800" algn="l" rtl="0" eaLnBrk="0" fontAlgn="base" hangingPunct="0">
              <a:lnSpc>
                <a:spcPct val="110000"/>
              </a:lnSpc>
              <a:spcBef>
                <a:spcPct val="0"/>
              </a:spcBef>
              <a:spcAft>
                <a:spcPct val="0"/>
              </a:spcAft>
              <a:buFont typeface="Wingdings" panose="05000000000000000000" pitchFamily="2" charset="2"/>
              <a:buChar char="Ø"/>
              <a:defRPr sz="2400" b="0">
                <a:solidFill>
                  <a:srgbClr val="002060"/>
                </a:solidFill>
                <a:latin typeface="华文楷体" panose="02010600040101010101" pitchFamily="2" charset="-122"/>
                <a:ea typeface="华文楷体" panose="02010600040101010101" pitchFamily="2" charset="-122"/>
              </a:defRPr>
            </a:lvl3pPr>
            <a:lvl4pPr marL="1549400" indent="-177800" algn="l" rtl="0" eaLnBrk="0" fontAlgn="base" hangingPunct="0">
              <a:lnSpc>
                <a:spcPct val="110000"/>
              </a:lnSpc>
              <a:spcBef>
                <a:spcPct val="0"/>
              </a:spcBef>
              <a:spcAft>
                <a:spcPct val="0"/>
              </a:spcAft>
              <a:buFont typeface="Wingdings" panose="05000000000000000000" pitchFamily="2" charset="2"/>
              <a:buChar char="Ø"/>
              <a:defRPr sz="2000" b="0">
                <a:solidFill>
                  <a:srgbClr val="002060"/>
                </a:solidFill>
                <a:latin typeface="华文楷体" panose="02010600040101010101" pitchFamily="2" charset="-122"/>
                <a:ea typeface="华文楷体" panose="02010600040101010101" pitchFamily="2" charset="-122"/>
              </a:defRPr>
            </a:lvl4pPr>
            <a:lvl5pPr marL="2006600" indent="-177800" algn="l" rtl="0" eaLnBrk="0" fontAlgn="base" hangingPunct="0">
              <a:lnSpc>
                <a:spcPct val="110000"/>
              </a:lnSpc>
              <a:spcBef>
                <a:spcPct val="0"/>
              </a:spcBef>
              <a:spcAft>
                <a:spcPct val="0"/>
              </a:spcAft>
              <a:buFont typeface="Wingdings" panose="05000000000000000000" pitchFamily="2" charset="2"/>
              <a:buChar char="Ø"/>
              <a:defRPr sz="2000" b="0">
                <a:solidFill>
                  <a:srgbClr val="002060"/>
                </a:solidFill>
                <a:latin typeface="华文楷体" panose="02010600040101010101" pitchFamily="2" charset="-122"/>
                <a:ea typeface="华文楷体" panose="02010600040101010101" pitchFamily="2" charset="-122"/>
              </a:defRPr>
            </a:lvl5pPr>
            <a:lvl6pPr marL="2463800" indent="-177800" algn="l" rtl="0" eaLnBrk="1" fontAlgn="base" hangingPunct="1">
              <a:lnSpc>
                <a:spcPct val="110000"/>
              </a:lnSpc>
              <a:spcBef>
                <a:spcPct val="0"/>
              </a:spcBef>
              <a:spcAft>
                <a:spcPct val="0"/>
              </a:spcAft>
              <a:buChar char="•"/>
              <a:defRPr b="1">
                <a:solidFill>
                  <a:srgbClr val="002E5C"/>
                </a:solidFill>
                <a:latin typeface="+mn-lt"/>
              </a:defRPr>
            </a:lvl6pPr>
            <a:lvl7pPr marL="2921000" indent="-177800" algn="l" rtl="0" eaLnBrk="1" fontAlgn="base" hangingPunct="1">
              <a:lnSpc>
                <a:spcPct val="110000"/>
              </a:lnSpc>
              <a:spcBef>
                <a:spcPct val="0"/>
              </a:spcBef>
              <a:spcAft>
                <a:spcPct val="0"/>
              </a:spcAft>
              <a:buChar char="•"/>
              <a:defRPr b="1">
                <a:solidFill>
                  <a:srgbClr val="002E5C"/>
                </a:solidFill>
                <a:latin typeface="+mn-lt"/>
              </a:defRPr>
            </a:lvl7pPr>
            <a:lvl8pPr marL="3378200" indent="-177800" algn="l" rtl="0" eaLnBrk="1" fontAlgn="base" hangingPunct="1">
              <a:lnSpc>
                <a:spcPct val="110000"/>
              </a:lnSpc>
              <a:spcBef>
                <a:spcPct val="0"/>
              </a:spcBef>
              <a:spcAft>
                <a:spcPct val="0"/>
              </a:spcAft>
              <a:buChar char="•"/>
              <a:defRPr b="1">
                <a:solidFill>
                  <a:srgbClr val="002E5C"/>
                </a:solidFill>
                <a:latin typeface="+mn-lt"/>
              </a:defRPr>
            </a:lvl8pPr>
            <a:lvl9pPr marL="3835400" indent="-177800" algn="l" rtl="0" eaLnBrk="1" fontAlgn="base" hangingPunct="1">
              <a:lnSpc>
                <a:spcPct val="110000"/>
              </a:lnSpc>
              <a:spcBef>
                <a:spcPct val="0"/>
              </a:spcBef>
              <a:spcAft>
                <a:spcPct val="0"/>
              </a:spcAft>
              <a:buChar char="•"/>
              <a:defRPr b="1">
                <a:solidFill>
                  <a:srgbClr val="002E5C"/>
                </a:solidFill>
                <a:latin typeface="+mn-lt"/>
              </a:defRPr>
            </a:lvl9pPr>
          </a:lstStyle>
          <a:p>
            <a:pPr marL="457200" indent="-457200">
              <a:buFont typeface="+mj-ea"/>
              <a:buAutoNum type="circleNumDbPlain" startAt="2"/>
            </a:pPr>
            <a:r>
              <a:rPr lang="zh-CN" altLang="en-US" sz="2000" kern="0" dirty="0">
                <a:latin typeface="微软雅黑" panose="020B0503020204020204" pitchFamily="34" charset="-122"/>
                <a:ea typeface="微软雅黑" panose="020B0503020204020204" pitchFamily="34" charset="-122"/>
              </a:rPr>
              <a:t>用分号进行纵向</a:t>
            </a:r>
            <a:r>
              <a:rPr lang="en-US" altLang="zh-CN" sz="2000" kern="0" dirty="0">
                <a:latin typeface="微软雅黑" panose="020B0503020204020204" pitchFamily="34" charset="-122"/>
                <a:ea typeface="微软雅黑" panose="020B0503020204020204" pitchFamily="34" charset="-122"/>
              </a:rPr>
              <a:t>(</a:t>
            </a:r>
            <a:r>
              <a:rPr lang="zh-CN" altLang="en-US" sz="2000" kern="0" dirty="0">
                <a:latin typeface="微软雅黑" panose="020B0503020204020204" pitchFamily="34" charset="-122"/>
                <a:ea typeface="微软雅黑" panose="020B0503020204020204" pitchFamily="34" charset="-122"/>
              </a:rPr>
              <a:t>行，第一维度</a:t>
            </a:r>
            <a:r>
              <a:rPr lang="en-US" altLang="zh-CN" sz="2000" kern="0" dirty="0">
                <a:latin typeface="微软雅黑" panose="020B0503020204020204" pitchFamily="34" charset="-122"/>
                <a:ea typeface="微软雅黑" panose="020B0503020204020204" pitchFamily="34" charset="-122"/>
              </a:rPr>
              <a:t>)</a:t>
            </a:r>
            <a:r>
              <a:rPr lang="zh-CN" altLang="en-US" sz="2000" kern="0" dirty="0">
                <a:latin typeface="微软雅黑" panose="020B0503020204020204" pitchFamily="34" charset="-122"/>
                <a:ea typeface="微软雅黑" panose="020B0503020204020204" pitchFamily="34" charset="-122"/>
              </a:rPr>
              <a:t>拼接</a:t>
            </a:r>
            <a:endParaRPr lang="en-US" altLang="zh-CN" sz="2000" kern="0" dirty="0">
              <a:latin typeface="微软雅黑" panose="020B0503020204020204" pitchFamily="34" charset="-122"/>
              <a:ea typeface="微软雅黑" panose="020B0503020204020204" pitchFamily="34" charset="-122"/>
            </a:endParaRPr>
          </a:p>
        </p:txBody>
      </p:sp>
      <p:sp>
        <p:nvSpPr>
          <p:cNvPr id="25" name="文本框 24">
            <a:extLst>
              <a:ext uri="{FF2B5EF4-FFF2-40B4-BE49-F238E27FC236}">
                <a16:creationId xmlns:a16="http://schemas.microsoft.com/office/drawing/2014/main" id="{2CAA11EE-E8C9-4E1A-9810-F39A9447887B}"/>
              </a:ext>
            </a:extLst>
          </p:cNvPr>
          <p:cNvSpPr txBox="1"/>
          <p:nvPr/>
        </p:nvSpPr>
        <p:spPr>
          <a:xfrm>
            <a:off x="4101786" y="2552370"/>
            <a:ext cx="1290377" cy="1200329"/>
          </a:xfrm>
          <a:prstGeom prst="rect">
            <a:avLst/>
          </a:prstGeom>
          <a:noFill/>
          <a:ln>
            <a:solidFill>
              <a:schemeClr val="bg2">
                <a:lumMod val="50000"/>
              </a:schemeClr>
            </a:solidFill>
          </a:ln>
        </p:spPr>
        <p:txBody>
          <a:bodyPr wrap="square">
            <a:spAutoFit/>
          </a:bodyPr>
          <a:lstStyle/>
          <a:p>
            <a:endParaRPr lang="en-US" altLang="zh-CN" sz="2400" dirty="0">
              <a:solidFill>
                <a:schemeClr val="bg1"/>
              </a:solidFill>
              <a:highlight>
                <a:srgbClr val="66CCFF"/>
              </a:highlight>
            </a:endParaRPr>
          </a:p>
          <a:p>
            <a:r>
              <a:rPr lang="zh-CN" altLang="en-US" sz="2400" dirty="0">
                <a:solidFill>
                  <a:schemeClr val="bg1"/>
                </a:solidFill>
                <a:highlight>
                  <a:srgbClr val="66CCFF"/>
                </a:highlight>
              </a:rPr>
              <a:t>1  3  1</a:t>
            </a:r>
          </a:p>
          <a:p>
            <a:r>
              <a:rPr lang="zh-CN" altLang="en-US" sz="2400" dirty="0">
                <a:solidFill>
                  <a:schemeClr val="bg1"/>
                </a:solidFill>
                <a:highlight>
                  <a:srgbClr val="66CCFF"/>
                </a:highlight>
              </a:rPr>
              <a:t>4  2  2</a:t>
            </a:r>
          </a:p>
        </p:txBody>
      </p:sp>
      <p:sp>
        <p:nvSpPr>
          <p:cNvPr id="26" name="文本框 25">
            <a:extLst>
              <a:ext uri="{FF2B5EF4-FFF2-40B4-BE49-F238E27FC236}">
                <a16:creationId xmlns:a16="http://schemas.microsoft.com/office/drawing/2014/main" id="{7D661ED9-26B2-4352-8226-2240A12BF0D3}"/>
              </a:ext>
            </a:extLst>
          </p:cNvPr>
          <p:cNvSpPr txBox="1"/>
          <p:nvPr/>
        </p:nvSpPr>
        <p:spPr>
          <a:xfrm>
            <a:off x="2501793" y="2552371"/>
            <a:ext cx="1121802" cy="1200329"/>
          </a:xfrm>
          <a:prstGeom prst="rect">
            <a:avLst/>
          </a:prstGeom>
          <a:noFill/>
          <a:ln>
            <a:solidFill>
              <a:schemeClr val="bg2">
                <a:lumMod val="50000"/>
              </a:schemeClr>
            </a:solidFill>
          </a:ln>
        </p:spPr>
        <p:txBody>
          <a:bodyPr wrap="square">
            <a:spAutoFit/>
          </a:bodyPr>
          <a:lstStyle/>
          <a:p>
            <a:r>
              <a:rPr lang="en-US" altLang="zh-CN" sz="2400" dirty="0"/>
              <a:t>B</a:t>
            </a:r>
            <a:r>
              <a:rPr lang="zh-CN" altLang="en-US" sz="2400" dirty="0"/>
              <a:t>=[1,2]</a:t>
            </a:r>
          </a:p>
          <a:p>
            <a:r>
              <a:rPr lang="zh-CN" altLang="en-US" sz="2400" dirty="0">
                <a:solidFill>
                  <a:schemeClr val="bg1"/>
                </a:solidFill>
                <a:highlight>
                  <a:srgbClr val="66CCFF"/>
                </a:highlight>
              </a:rPr>
              <a:t>1</a:t>
            </a:r>
          </a:p>
          <a:p>
            <a:r>
              <a:rPr lang="zh-CN" altLang="en-US" sz="2400" dirty="0">
                <a:solidFill>
                  <a:schemeClr val="bg1"/>
                </a:solidFill>
                <a:highlight>
                  <a:srgbClr val="66CCFF"/>
                </a:highlight>
              </a:rPr>
              <a:t>2</a:t>
            </a:r>
          </a:p>
        </p:txBody>
      </p:sp>
      <p:sp>
        <p:nvSpPr>
          <p:cNvPr id="27" name="文本框 26">
            <a:extLst>
              <a:ext uri="{FF2B5EF4-FFF2-40B4-BE49-F238E27FC236}">
                <a16:creationId xmlns:a16="http://schemas.microsoft.com/office/drawing/2014/main" id="{F24A8685-39D2-4FF3-9F4F-101975A2F98E}"/>
              </a:ext>
            </a:extLst>
          </p:cNvPr>
          <p:cNvSpPr txBox="1"/>
          <p:nvPr/>
        </p:nvSpPr>
        <p:spPr>
          <a:xfrm>
            <a:off x="395536" y="2531415"/>
            <a:ext cx="1747023" cy="1200329"/>
          </a:xfrm>
          <a:prstGeom prst="rect">
            <a:avLst/>
          </a:prstGeom>
          <a:noFill/>
          <a:ln>
            <a:solidFill>
              <a:schemeClr val="bg2">
                <a:lumMod val="50000"/>
              </a:schemeClr>
            </a:solidFill>
          </a:ln>
        </p:spPr>
        <p:txBody>
          <a:bodyPr wrap="square">
            <a:spAutoFit/>
          </a:bodyPr>
          <a:lstStyle/>
          <a:p>
            <a:pPr algn="r"/>
            <a:r>
              <a:rPr lang="en-US" altLang="zh-CN" sz="2400" dirty="0"/>
              <a:t>A</a:t>
            </a:r>
            <a:r>
              <a:rPr lang="zh-CN" altLang="en-US" sz="2400" dirty="0"/>
              <a:t>=magic(2)</a:t>
            </a:r>
          </a:p>
          <a:p>
            <a:pPr algn="r"/>
            <a:r>
              <a:rPr lang="zh-CN" altLang="en-US" sz="2400" dirty="0">
                <a:solidFill>
                  <a:schemeClr val="bg1"/>
                </a:solidFill>
                <a:highlight>
                  <a:srgbClr val="66CCFF"/>
                </a:highlight>
              </a:rPr>
              <a:t>1  3</a:t>
            </a:r>
          </a:p>
          <a:p>
            <a:pPr algn="r"/>
            <a:r>
              <a:rPr lang="zh-CN" altLang="en-US" sz="2400" dirty="0">
                <a:solidFill>
                  <a:schemeClr val="bg1"/>
                </a:solidFill>
                <a:highlight>
                  <a:srgbClr val="66CCFF"/>
                </a:highlight>
              </a:rPr>
              <a:t>4  2</a:t>
            </a:r>
          </a:p>
        </p:txBody>
      </p:sp>
      <p:sp>
        <p:nvSpPr>
          <p:cNvPr id="28" name="文本框 27">
            <a:extLst>
              <a:ext uri="{FF2B5EF4-FFF2-40B4-BE49-F238E27FC236}">
                <a16:creationId xmlns:a16="http://schemas.microsoft.com/office/drawing/2014/main" id="{940FCE6B-AD52-418B-9B97-3C867431F200}"/>
              </a:ext>
            </a:extLst>
          </p:cNvPr>
          <p:cNvSpPr txBox="1"/>
          <p:nvPr/>
        </p:nvSpPr>
        <p:spPr>
          <a:xfrm>
            <a:off x="7147829" y="2225022"/>
            <a:ext cx="1735221" cy="923330"/>
          </a:xfrm>
          <a:prstGeom prst="rect">
            <a:avLst/>
          </a:prstGeom>
          <a:noFill/>
          <a:ln>
            <a:solidFill>
              <a:schemeClr val="bg1">
                <a:lumMod val="50000"/>
              </a:schemeClr>
            </a:solidFill>
          </a:ln>
        </p:spPr>
        <p:txBody>
          <a:bodyPr wrap="square">
            <a:spAutoFit/>
          </a:bodyPr>
          <a:lstStyle/>
          <a:p>
            <a:r>
              <a:rPr lang="zh-CN" altLang="en-US" dirty="0"/>
              <a:t>b=pascal(2)</a:t>
            </a:r>
          </a:p>
          <a:p>
            <a:r>
              <a:rPr lang="zh-CN" altLang="en-US" dirty="0">
                <a:solidFill>
                  <a:schemeClr val="bg1"/>
                </a:solidFill>
                <a:highlight>
                  <a:srgbClr val="66CCFF"/>
                </a:highlight>
              </a:rPr>
              <a:t> 1  1</a:t>
            </a:r>
          </a:p>
          <a:p>
            <a:r>
              <a:rPr lang="zh-CN" altLang="en-US" dirty="0">
                <a:solidFill>
                  <a:schemeClr val="bg1"/>
                </a:solidFill>
                <a:highlight>
                  <a:srgbClr val="66CCFF"/>
                </a:highlight>
              </a:rPr>
              <a:t> 1  2</a:t>
            </a:r>
          </a:p>
        </p:txBody>
      </p:sp>
      <p:sp>
        <p:nvSpPr>
          <p:cNvPr id="29" name="文本框 28">
            <a:extLst>
              <a:ext uri="{FF2B5EF4-FFF2-40B4-BE49-F238E27FC236}">
                <a16:creationId xmlns:a16="http://schemas.microsoft.com/office/drawing/2014/main" id="{2B397A73-E5FC-48FD-AFCA-C1C95932C32B}"/>
              </a:ext>
            </a:extLst>
          </p:cNvPr>
          <p:cNvSpPr txBox="1"/>
          <p:nvPr/>
        </p:nvSpPr>
        <p:spPr>
          <a:xfrm>
            <a:off x="7115899" y="1108374"/>
            <a:ext cx="1747023" cy="923330"/>
          </a:xfrm>
          <a:prstGeom prst="rect">
            <a:avLst/>
          </a:prstGeom>
          <a:noFill/>
          <a:ln>
            <a:solidFill>
              <a:schemeClr val="bg2">
                <a:lumMod val="50000"/>
              </a:schemeClr>
            </a:solidFill>
          </a:ln>
        </p:spPr>
        <p:txBody>
          <a:bodyPr wrap="square">
            <a:spAutoFit/>
          </a:bodyPr>
          <a:lstStyle>
            <a:defPPr>
              <a:defRPr lang="zh-CN"/>
            </a:defPPr>
            <a:lvl1pPr>
              <a:defRPr sz="2400"/>
            </a:lvl1pPr>
          </a:lstStyle>
          <a:p>
            <a:r>
              <a:rPr lang="zh-CN" altLang="en-US" sz="1800" dirty="0"/>
              <a:t>a=magic(2)</a:t>
            </a:r>
          </a:p>
          <a:p>
            <a:r>
              <a:rPr lang="zh-CN" altLang="en-US" sz="1800" dirty="0">
                <a:solidFill>
                  <a:schemeClr val="bg1"/>
                </a:solidFill>
                <a:highlight>
                  <a:srgbClr val="66CCFF"/>
                </a:highlight>
              </a:rPr>
              <a:t>1  3</a:t>
            </a:r>
          </a:p>
          <a:p>
            <a:r>
              <a:rPr lang="zh-CN" altLang="en-US" sz="1800" dirty="0">
                <a:solidFill>
                  <a:schemeClr val="bg1"/>
                </a:solidFill>
                <a:highlight>
                  <a:srgbClr val="66CCFF"/>
                </a:highlight>
              </a:rPr>
              <a:t>4  2</a:t>
            </a:r>
          </a:p>
        </p:txBody>
      </p:sp>
      <p:sp>
        <p:nvSpPr>
          <p:cNvPr id="31" name="文本框 30">
            <a:extLst>
              <a:ext uri="{FF2B5EF4-FFF2-40B4-BE49-F238E27FC236}">
                <a16:creationId xmlns:a16="http://schemas.microsoft.com/office/drawing/2014/main" id="{7358F984-B790-4667-B1EF-1B3EC436F632}"/>
              </a:ext>
            </a:extLst>
          </p:cNvPr>
          <p:cNvSpPr txBox="1"/>
          <p:nvPr/>
        </p:nvSpPr>
        <p:spPr>
          <a:xfrm>
            <a:off x="7145457" y="3383337"/>
            <a:ext cx="1747023" cy="1200329"/>
          </a:xfrm>
          <a:prstGeom prst="rect">
            <a:avLst/>
          </a:prstGeom>
          <a:noFill/>
          <a:ln>
            <a:solidFill>
              <a:schemeClr val="bg1">
                <a:lumMod val="50000"/>
              </a:schemeClr>
            </a:solidFill>
          </a:ln>
        </p:spPr>
        <p:txBody>
          <a:bodyPr wrap="square">
            <a:spAutoFit/>
          </a:bodyPr>
          <a:lstStyle/>
          <a:p>
            <a:r>
              <a:rPr lang="zh-CN" altLang="en-US" dirty="0">
                <a:solidFill>
                  <a:schemeClr val="bg1"/>
                </a:solidFill>
                <a:highlight>
                  <a:srgbClr val="66CCFF"/>
                </a:highlight>
              </a:rPr>
              <a:t> 1  3 </a:t>
            </a:r>
          </a:p>
          <a:p>
            <a:r>
              <a:rPr lang="zh-CN" altLang="en-US" dirty="0">
                <a:solidFill>
                  <a:schemeClr val="bg1"/>
                </a:solidFill>
                <a:highlight>
                  <a:srgbClr val="66CCFF"/>
                </a:highlight>
              </a:rPr>
              <a:t> 4  2</a:t>
            </a:r>
          </a:p>
          <a:p>
            <a:r>
              <a:rPr lang="zh-CN" altLang="en-US" dirty="0">
                <a:solidFill>
                  <a:schemeClr val="bg1"/>
                </a:solidFill>
                <a:highlight>
                  <a:srgbClr val="66CCFF"/>
                </a:highlight>
              </a:rPr>
              <a:t> 1  1</a:t>
            </a:r>
          </a:p>
          <a:p>
            <a:r>
              <a:rPr lang="zh-CN" altLang="en-US" dirty="0">
                <a:solidFill>
                  <a:schemeClr val="bg1"/>
                </a:solidFill>
                <a:highlight>
                  <a:srgbClr val="66CCFF"/>
                </a:highlight>
              </a:rPr>
              <a:t> 1  2</a:t>
            </a:r>
          </a:p>
        </p:txBody>
      </p:sp>
      <p:sp>
        <p:nvSpPr>
          <p:cNvPr id="32" name="矩形 31">
            <a:extLst>
              <a:ext uri="{FF2B5EF4-FFF2-40B4-BE49-F238E27FC236}">
                <a16:creationId xmlns:a16="http://schemas.microsoft.com/office/drawing/2014/main" id="{2B7E8328-D86F-45F4-9D3C-D5072EEB399B}"/>
              </a:ext>
            </a:extLst>
          </p:cNvPr>
          <p:cNvSpPr/>
          <p:nvPr/>
        </p:nvSpPr>
        <p:spPr>
          <a:xfrm>
            <a:off x="7675773" y="1924473"/>
            <a:ext cx="341760" cy="415498"/>
          </a:xfrm>
          <a:prstGeom prst="rect">
            <a:avLst/>
          </a:prstGeom>
        </p:spPr>
        <p:txBody>
          <a:bodyPr wrap="none">
            <a:spAutoFit/>
          </a:bodyPr>
          <a:lstStyle/>
          <a:p>
            <a:r>
              <a:rPr lang="en-US" altLang="zh-CN" sz="2100" b="1" dirty="0">
                <a:solidFill>
                  <a:srgbClr val="C00000"/>
                </a:solidFill>
                <a:highlight>
                  <a:srgbClr val="FFFF00"/>
                </a:highlight>
              </a:rPr>
              <a:t>+</a:t>
            </a:r>
            <a:endParaRPr lang="zh-CN" altLang="en-US" sz="2100" b="1" dirty="0">
              <a:solidFill>
                <a:srgbClr val="C00000"/>
              </a:solidFill>
              <a:highlight>
                <a:srgbClr val="FFFF00"/>
              </a:highlight>
            </a:endParaRPr>
          </a:p>
        </p:txBody>
      </p:sp>
      <p:sp>
        <p:nvSpPr>
          <p:cNvPr id="33" name="矩形 32">
            <a:extLst>
              <a:ext uri="{FF2B5EF4-FFF2-40B4-BE49-F238E27FC236}">
                <a16:creationId xmlns:a16="http://schemas.microsoft.com/office/drawing/2014/main" id="{4FD72F53-C2D0-4B70-B4E6-D49BDC073A63}"/>
              </a:ext>
            </a:extLst>
          </p:cNvPr>
          <p:cNvSpPr/>
          <p:nvPr/>
        </p:nvSpPr>
        <p:spPr>
          <a:xfrm rot="5400000">
            <a:off x="7691355" y="3053819"/>
            <a:ext cx="341760" cy="415498"/>
          </a:xfrm>
          <a:prstGeom prst="rect">
            <a:avLst/>
          </a:prstGeom>
        </p:spPr>
        <p:txBody>
          <a:bodyPr wrap="none">
            <a:spAutoFit/>
          </a:bodyPr>
          <a:lstStyle/>
          <a:p>
            <a:r>
              <a:rPr lang="en-US" altLang="zh-CN" sz="2100" b="1" dirty="0">
                <a:solidFill>
                  <a:srgbClr val="C00000"/>
                </a:solidFill>
                <a:highlight>
                  <a:srgbClr val="FFFF00"/>
                </a:highlight>
              </a:rPr>
              <a:t>=</a:t>
            </a:r>
            <a:endParaRPr lang="zh-CN" altLang="en-US" sz="2100" b="1" dirty="0">
              <a:solidFill>
                <a:srgbClr val="C00000"/>
              </a:solidFill>
              <a:highlight>
                <a:srgbClr val="FFFF00"/>
              </a:highlight>
            </a:endParaRPr>
          </a:p>
        </p:txBody>
      </p:sp>
      <p:sp>
        <p:nvSpPr>
          <p:cNvPr id="35" name="文本框 34">
            <a:extLst>
              <a:ext uri="{FF2B5EF4-FFF2-40B4-BE49-F238E27FC236}">
                <a16:creationId xmlns:a16="http://schemas.microsoft.com/office/drawing/2014/main" id="{D19239CE-93F0-441B-8B26-6DD3B06B11A9}"/>
              </a:ext>
            </a:extLst>
          </p:cNvPr>
          <p:cNvSpPr txBox="1"/>
          <p:nvPr/>
        </p:nvSpPr>
        <p:spPr>
          <a:xfrm>
            <a:off x="7742236" y="755511"/>
            <a:ext cx="1201596" cy="369332"/>
          </a:xfrm>
          <a:prstGeom prst="rect">
            <a:avLst/>
          </a:prstGeom>
          <a:noFill/>
        </p:spPr>
        <p:txBody>
          <a:bodyPr wrap="square">
            <a:spAutoFit/>
          </a:bodyPr>
          <a:lstStyle/>
          <a:p>
            <a:pPr algn="dist"/>
            <a:r>
              <a:rPr lang="zh-CN" altLang="en-US" sz="1800" dirty="0">
                <a:solidFill>
                  <a:srgbClr val="FFFF00"/>
                </a:solidFill>
                <a:highlight>
                  <a:srgbClr val="FF0000"/>
                </a:highlight>
              </a:rPr>
              <a:t>ab=[a;b]</a:t>
            </a:r>
          </a:p>
        </p:txBody>
      </p:sp>
      <p:sp>
        <p:nvSpPr>
          <p:cNvPr id="37" name="文本框 36">
            <a:extLst>
              <a:ext uri="{FF2B5EF4-FFF2-40B4-BE49-F238E27FC236}">
                <a16:creationId xmlns:a16="http://schemas.microsoft.com/office/drawing/2014/main" id="{F5F13019-8E12-4CCD-92A5-84FD89E69D4A}"/>
              </a:ext>
            </a:extLst>
          </p:cNvPr>
          <p:cNvSpPr txBox="1"/>
          <p:nvPr/>
        </p:nvSpPr>
        <p:spPr>
          <a:xfrm>
            <a:off x="4072507" y="2526729"/>
            <a:ext cx="1177866" cy="400110"/>
          </a:xfrm>
          <a:prstGeom prst="rect">
            <a:avLst/>
          </a:prstGeom>
          <a:noFill/>
        </p:spPr>
        <p:txBody>
          <a:bodyPr wrap="square">
            <a:spAutoFit/>
          </a:bodyPr>
          <a:lstStyle/>
          <a:p>
            <a:r>
              <a:rPr lang="en-US" altLang="zh-CN" sz="2000" dirty="0">
                <a:solidFill>
                  <a:srgbClr val="FFFF00"/>
                </a:solidFill>
                <a:highlight>
                  <a:srgbClr val="FF0000"/>
                </a:highlight>
              </a:rPr>
              <a:t>AB</a:t>
            </a:r>
            <a:r>
              <a:rPr lang="zh-CN" altLang="en-US" sz="2000" dirty="0">
                <a:solidFill>
                  <a:srgbClr val="FFFF00"/>
                </a:solidFill>
                <a:highlight>
                  <a:srgbClr val="FF0000"/>
                </a:highlight>
              </a:rPr>
              <a:t>=[a b]</a:t>
            </a:r>
          </a:p>
        </p:txBody>
      </p:sp>
      <p:sp>
        <p:nvSpPr>
          <p:cNvPr id="34" name="文本框 33">
            <a:extLst>
              <a:ext uri="{FF2B5EF4-FFF2-40B4-BE49-F238E27FC236}">
                <a16:creationId xmlns:a16="http://schemas.microsoft.com/office/drawing/2014/main" id="{3DB27A76-3ADA-43F4-86A6-B84A51E80874}"/>
              </a:ext>
            </a:extLst>
          </p:cNvPr>
          <p:cNvSpPr txBox="1"/>
          <p:nvPr/>
        </p:nvSpPr>
        <p:spPr>
          <a:xfrm>
            <a:off x="7684935" y="1539720"/>
            <a:ext cx="504401" cy="369332"/>
          </a:xfrm>
          <a:prstGeom prst="rect">
            <a:avLst/>
          </a:prstGeom>
          <a:noFill/>
        </p:spPr>
        <p:txBody>
          <a:bodyPr wrap="square">
            <a:spAutoFit/>
          </a:bodyPr>
          <a:lstStyle/>
          <a:p>
            <a:r>
              <a:rPr lang="en-US" altLang="zh-CN" sz="1800" b="1" dirty="0">
                <a:solidFill>
                  <a:srgbClr val="C00000"/>
                </a:solidFill>
                <a:highlight>
                  <a:srgbClr val="FFFF00"/>
                </a:highlight>
              </a:rPr>
              <a:t>a</a:t>
            </a:r>
            <a:endParaRPr lang="zh-CN" altLang="en-US" dirty="0"/>
          </a:p>
        </p:txBody>
      </p:sp>
      <p:sp>
        <p:nvSpPr>
          <p:cNvPr id="36" name="文本框 35">
            <a:extLst>
              <a:ext uri="{FF2B5EF4-FFF2-40B4-BE49-F238E27FC236}">
                <a16:creationId xmlns:a16="http://schemas.microsoft.com/office/drawing/2014/main" id="{760C4BA8-34E6-43A1-AA6D-BDB32E86A27D}"/>
              </a:ext>
            </a:extLst>
          </p:cNvPr>
          <p:cNvSpPr txBox="1"/>
          <p:nvPr/>
        </p:nvSpPr>
        <p:spPr>
          <a:xfrm>
            <a:off x="7700965" y="2676366"/>
            <a:ext cx="504401" cy="369332"/>
          </a:xfrm>
          <a:prstGeom prst="rect">
            <a:avLst/>
          </a:prstGeom>
          <a:noFill/>
        </p:spPr>
        <p:txBody>
          <a:bodyPr wrap="square">
            <a:spAutoFit/>
          </a:bodyPr>
          <a:lstStyle/>
          <a:p>
            <a:r>
              <a:rPr lang="en-US" altLang="zh-CN" sz="1800" b="1" dirty="0">
                <a:solidFill>
                  <a:srgbClr val="C00000"/>
                </a:solidFill>
                <a:highlight>
                  <a:srgbClr val="FFFF00"/>
                </a:highlight>
              </a:rPr>
              <a:t>b</a:t>
            </a:r>
            <a:endParaRPr lang="zh-CN" altLang="en-US" dirty="0"/>
          </a:p>
        </p:txBody>
      </p:sp>
      <p:sp>
        <p:nvSpPr>
          <p:cNvPr id="39" name="文本框 38">
            <a:extLst>
              <a:ext uri="{FF2B5EF4-FFF2-40B4-BE49-F238E27FC236}">
                <a16:creationId xmlns:a16="http://schemas.microsoft.com/office/drawing/2014/main" id="{B6A98300-68DE-4D59-AA6C-F2A0A427AD00}"/>
              </a:ext>
            </a:extLst>
          </p:cNvPr>
          <p:cNvSpPr txBox="1"/>
          <p:nvPr/>
        </p:nvSpPr>
        <p:spPr>
          <a:xfrm>
            <a:off x="7700965" y="3570477"/>
            <a:ext cx="504401" cy="369332"/>
          </a:xfrm>
          <a:prstGeom prst="rect">
            <a:avLst/>
          </a:prstGeom>
          <a:noFill/>
        </p:spPr>
        <p:txBody>
          <a:bodyPr wrap="square">
            <a:spAutoFit/>
          </a:bodyPr>
          <a:lstStyle/>
          <a:p>
            <a:r>
              <a:rPr lang="en-US" altLang="zh-CN" sz="1800" b="1" dirty="0">
                <a:solidFill>
                  <a:srgbClr val="C00000"/>
                </a:solidFill>
                <a:highlight>
                  <a:srgbClr val="FFFF00"/>
                </a:highlight>
              </a:rPr>
              <a:t>a</a:t>
            </a:r>
            <a:endParaRPr lang="zh-CN" altLang="en-US" dirty="0"/>
          </a:p>
        </p:txBody>
      </p:sp>
      <p:sp>
        <p:nvSpPr>
          <p:cNvPr id="40" name="文本框 39">
            <a:extLst>
              <a:ext uri="{FF2B5EF4-FFF2-40B4-BE49-F238E27FC236}">
                <a16:creationId xmlns:a16="http://schemas.microsoft.com/office/drawing/2014/main" id="{328E92EB-9102-48BF-93B4-51CFC9556E23}"/>
              </a:ext>
            </a:extLst>
          </p:cNvPr>
          <p:cNvSpPr txBox="1"/>
          <p:nvPr/>
        </p:nvSpPr>
        <p:spPr>
          <a:xfrm>
            <a:off x="7737209" y="4168743"/>
            <a:ext cx="504401" cy="369332"/>
          </a:xfrm>
          <a:prstGeom prst="rect">
            <a:avLst/>
          </a:prstGeom>
          <a:noFill/>
        </p:spPr>
        <p:txBody>
          <a:bodyPr wrap="square">
            <a:spAutoFit/>
          </a:bodyPr>
          <a:lstStyle/>
          <a:p>
            <a:r>
              <a:rPr lang="en-US" altLang="zh-CN" sz="1800" b="1" dirty="0">
                <a:solidFill>
                  <a:srgbClr val="C00000"/>
                </a:solidFill>
                <a:highlight>
                  <a:srgbClr val="FFFF00"/>
                </a:highlight>
              </a:rPr>
              <a:t>b</a:t>
            </a:r>
            <a:endParaRPr lang="zh-CN" altLang="en-US" dirty="0"/>
          </a:p>
        </p:txBody>
      </p:sp>
      <p:sp>
        <p:nvSpPr>
          <p:cNvPr id="4" name="矩形: 圆角 3">
            <a:extLst>
              <a:ext uri="{FF2B5EF4-FFF2-40B4-BE49-F238E27FC236}">
                <a16:creationId xmlns:a16="http://schemas.microsoft.com/office/drawing/2014/main" id="{EC6E1FDC-67F5-4627-B63C-3C76607E5387}"/>
              </a:ext>
            </a:extLst>
          </p:cNvPr>
          <p:cNvSpPr/>
          <p:nvPr/>
        </p:nvSpPr>
        <p:spPr bwMode="auto">
          <a:xfrm>
            <a:off x="4194828" y="2958777"/>
            <a:ext cx="472468" cy="745505"/>
          </a:xfrm>
          <a:prstGeom prst="roundRect">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177800" marR="0" indent="-177800" algn="ctr" defTabSz="914400" rtl="0" eaLnBrk="0" fontAlgn="base" latinLnBrk="0" hangingPunct="0">
              <a:lnSpc>
                <a:spcPct val="110000"/>
              </a:lnSpc>
              <a:spcBef>
                <a:spcPct val="0"/>
              </a:spcBef>
              <a:spcAft>
                <a:spcPct val="0"/>
              </a:spcAft>
              <a:buClrTx/>
              <a:buSzTx/>
              <a:buFontTx/>
              <a:buNone/>
              <a:tabLst/>
            </a:pPr>
            <a:endParaRPr kumimoji="0" lang="zh-CN" altLang="en-US" sz="1600" b="1" i="0" u="none" strike="noStrike" cap="none" normalizeH="0" baseline="0">
              <a:ln>
                <a:noFill/>
              </a:ln>
              <a:solidFill>
                <a:schemeClr val="tx1"/>
              </a:solidFill>
              <a:effectLst/>
              <a:latin typeface="Times New Roman" pitchFamily="18" charset="0"/>
            </a:endParaRPr>
          </a:p>
        </p:txBody>
      </p:sp>
      <p:sp>
        <p:nvSpPr>
          <p:cNvPr id="41" name="矩形: 圆角 40">
            <a:extLst>
              <a:ext uri="{FF2B5EF4-FFF2-40B4-BE49-F238E27FC236}">
                <a16:creationId xmlns:a16="http://schemas.microsoft.com/office/drawing/2014/main" id="{B6103EDB-65A4-4952-BB70-56DAAF715EF5}"/>
              </a:ext>
            </a:extLst>
          </p:cNvPr>
          <p:cNvSpPr/>
          <p:nvPr/>
        </p:nvSpPr>
        <p:spPr bwMode="auto">
          <a:xfrm>
            <a:off x="4682794" y="2953732"/>
            <a:ext cx="391928" cy="745505"/>
          </a:xfrm>
          <a:prstGeom prst="roundRect">
            <a:avLst/>
          </a:prstGeom>
          <a:noFill/>
          <a:ln w="2857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177800" marR="0" indent="-177800" algn="ctr" defTabSz="914400" rtl="0" eaLnBrk="0" fontAlgn="base" latinLnBrk="0" hangingPunct="0">
              <a:lnSpc>
                <a:spcPct val="110000"/>
              </a:lnSpc>
              <a:spcBef>
                <a:spcPct val="0"/>
              </a:spcBef>
              <a:spcAft>
                <a:spcPct val="0"/>
              </a:spcAft>
              <a:buClrTx/>
              <a:buSzTx/>
              <a:buFontTx/>
              <a:buNone/>
              <a:tabLst/>
            </a:pPr>
            <a:endParaRPr kumimoji="0" lang="zh-CN" altLang="en-US" sz="1600" b="1" i="0" u="none" strike="noStrike" cap="none" normalizeH="0" baseline="0">
              <a:ln>
                <a:noFill/>
              </a:ln>
              <a:solidFill>
                <a:schemeClr val="tx1"/>
              </a:solidFill>
              <a:effectLst/>
              <a:latin typeface="Times New Roman" pitchFamily="18" charset="0"/>
            </a:endParaRPr>
          </a:p>
        </p:txBody>
      </p:sp>
      <p:sp>
        <p:nvSpPr>
          <p:cNvPr id="19" name="矩形 18">
            <a:extLst>
              <a:ext uri="{FF2B5EF4-FFF2-40B4-BE49-F238E27FC236}">
                <a16:creationId xmlns:a16="http://schemas.microsoft.com/office/drawing/2014/main" id="{44A607CD-C0F8-46D8-B51F-1588F1100E06}"/>
              </a:ext>
            </a:extLst>
          </p:cNvPr>
          <p:cNvSpPr/>
          <p:nvPr/>
        </p:nvSpPr>
        <p:spPr>
          <a:xfrm>
            <a:off x="4278741" y="3103275"/>
            <a:ext cx="351378" cy="369332"/>
          </a:xfrm>
          <a:prstGeom prst="rect">
            <a:avLst/>
          </a:prstGeom>
        </p:spPr>
        <p:txBody>
          <a:bodyPr wrap="none">
            <a:spAutoFit/>
          </a:bodyPr>
          <a:lstStyle/>
          <a:p>
            <a:r>
              <a:rPr lang="en-US" altLang="zh-CN" b="1" dirty="0">
                <a:solidFill>
                  <a:srgbClr val="C00000"/>
                </a:solidFill>
                <a:highlight>
                  <a:srgbClr val="FFFF00"/>
                </a:highlight>
              </a:rPr>
              <a:t>A</a:t>
            </a:r>
            <a:endParaRPr lang="zh-CN" altLang="en-US" b="1" dirty="0">
              <a:solidFill>
                <a:srgbClr val="C00000"/>
              </a:solidFill>
              <a:highlight>
                <a:srgbClr val="FFFF00"/>
              </a:highlight>
            </a:endParaRPr>
          </a:p>
        </p:txBody>
      </p:sp>
      <p:sp>
        <p:nvSpPr>
          <p:cNvPr id="42" name="矩形 41">
            <a:extLst>
              <a:ext uri="{FF2B5EF4-FFF2-40B4-BE49-F238E27FC236}">
                <a16:creationId xmlns:a16="http://schemas.microsoft.com/office/drawing/2014/main" id="{4DD759B4-A5B6-4B72-8164-7FC10B296FC9}"/>
              </a:ext>
            </a:extLst>
          </p:cNvPr>
          <p:cNvSpPr/>
          <p:nvPr/>
        </p:nvSpPr>
        <p:spPr>
          <a:xfrm>
            <a:off x="4719660" y="3127532"/>
            <a:ext cx="351378" cy="369332"/>
          </a:xfrm>
          <a:prstGeom prst="rect">
            <a:avLst/>
          </a:prstGeom>
        </p:spPr>
        <p:txBody>
          <a:bodyPr wrap="none">
            <a:spAutoFit/>
          </a:bodyPr>
          <a:lstStyle/>
          <a:p>
            <a:r>
              <a:rPr lang="en-US" altLang="zh-CN" b="1" dirty="0">
                <a:solidFill>
                  <a:srgbClr val="C00000"/>
                </a:solidFill>
                <a:highlight>
                  <a:srgbClr val="FFFF00"/>
                </a:highlight>
              </a:rPr>
              <a:t>B</a:t>
            </a:r>
            <a:endParaRPr lang="zh-CN" altLang="en-US" b="1" dirty="0">
              <a:solidFill>
                <a:srgbClr val="C00000"/>
              </a:solidFill>
              <a:highlight>
                <a:srgbClr val="FFFF00"/>
              </a:highlight>
            </a:endParaRPr>
          </a:p>
        </p:txBody>
      </p:sp>
      <p:sp>
        <p:nvSpPr>
          <p:cNvPr id="44" name="文本框 43">
            <a:extLst>
              <a:ext uri="{FF2B5EF4-FFF2-40B4-BE49-F238E27FC236}">
                <a16:creationId xmlns:a16="http://schemas.microsoft.com/office/drawing/2014/main" id="{74001B64-C1B8-4975-BA51-71CA4266B4EF}"/>
              </a:ext>
            </a:extLst>
          </p:cNvPr>
          <p:cNvSpPr txBox="1"/>
          <p:nvPr/>
        </p:nvSpPr>
        <p:spPr>
          <a:xfrm>
            <a:off x="444254" y="834072"/>
            <a:ext cx="6609433" cy="400110"/>
          </a:xfrm>
          <a:prstGeom prst="rect">
            <a:avLst/>
          </a:prstGeom>
          <a:noFill/>
        </p:spPr>
        <p:txBody>
          <a:bodyPr wrap="square">
            <a:spAutoFit/>
          </a:bodyPr>
          <a:lstStyle/>
          <a:p>
            <a:pPr marL="0" indent="0" algn="dist">
              <a:buNone/>
            </a:pPr>
            <a:r>
              <a:rPr lang="zh-CN" altLang="en-US" sz="2000" kern="0" dirty="0">
                <a:solidFill>
                  <a:srgbClr val="0070C0"/>
                </a:solidFill>
                <a:latin typeface="微软雅黑" panose="020B0503020204020204" pitchFamily="34" charset="-122"/>
                <a:ea typeface="微软雅黑" panose="020B0503020204020204" pitchFamily="34" charset="-122"/>
              </a:rPr>
              <a:t>矩阵原则：同行元素用空格分隔，不同行元素用分号分隔</a:t>
            </a:r>
          </a:p>
        </p:txBody>
      </p:sp>
      <p:sp>
        <p:nvSpPr>
          <p:cNvPr id="46" name="内容占位符 2">
            <a:extLst>
              <a:ext uri="{FF2B5EF4-FFF2-40B4-BE49-F238E27FC236}">
                <a16:creationId xmlns:a16="http://schemas.microsoft.com/office/drawing/2014/main" id="{5703050C-AA64-4E18-B50F-507FF709ADC8}"/>
              </a:ext>
            </a:extLst>
          </p:cNvPr>
          <p:cNvSpPr txBox="1">
            <a:spLocks/>
          </p:cNvSpPr>
          <p:nvPr/>
        </p:nvSpPr>
        <p:spPr bwMode="auto">
          <a:xfrm>
            <a:off x="444254" y="1371472"/>
            <a:ext cx="6053270" cy="407291"/>
          </a:xfrm>
          <a:prstGeom prst="rect">
            <a:avLst/>
          </a:prstGeom>
          <a:noFill/>
          <a:ln w="9525">
            <a:noFill/>
            <a:miter lim="800000"/>
            <a:headEnd/>
            <a:tailEnd/>
          </a:ln>
        </p:spPr>
        <p:txBody>
          <a:bodyPr vert="horz" wrap="square" lIns="91440" tIns="45720" rIns="91440" bIns="45720" numCol="1" anchor="t" anchorCtr="0" compatLnSpc="1">
            <a:prstTxWarp prst="textNoShape">
              <a:avLst/>
            </a:prstTxWarp>
            <a:spAutoFit/>
          </a:bodyPr>
          <a:lstStyle>
            <a:lvl1pPr marL="177800" indent="-177800" algn="l" rtl="0" eaLnBrk="0" fontAlgn="base" hangingPunct="0">
              <a:lnSpc>
                <a:spcPct val="110000"/>
              </a:lnSpc>
              <a:spcBef>
                <a:spcPct val="0"/>
              </a:spcBef>
              <a:spcAft>
                <a:spcPct val="0"/>
              </a:spcAft>
              <a:buFont typeface="Wingdings" panose="05000000000000000000" pitchFamily="2" charset="2"/>
              <a:buChar char="Ø"/>
              <a:defRPr sz="2800" b="0">
                <a:solidFill>
                  <a:srgbClr val="002060"/>
                </a:solidFill>
                <a:latin typeface="华文楷体" panose="02010600040101010101" pitchFamily="2" charset="-122"/>
                <a:ea typeface="华文楷体" panose="02010600040101010101" pitchFamily="2" charset="-122"/>
                <a:cs typeface="+mn-cs"/>
              </a:defRPr>
            </a:lvl1pPr>
            <a:lvl2pPr marL="635000" indent="-177800" algn="l" rtl="0" eaLnBrk="0" fontAlgn="base" hangingPunct="0">
              <a:lnSpc>
                <a:spcPct val="110000"/>
              </a:lnSpc>
              <a:spcBef>
                <a:spcPct val="0"/>
              </a:spcBef>
              <a:spcAft>
                <a:spcPct val="0"/>
              </a:spcAft>
              <a:buFont typeface="Wingdings" panose="05000000000000000000" pitchFamily="2" charset="2"/>
              <a:buChar char="Ø"/>
              <a:defRPr sz="2400" b="0">
                <a:solidFill>
                  <a:srgbClr val="002060"/>
                </a:solidFill>
                <a:latin typeface="华文楷体" panose="02010600040101010101" pitchFamily="2" charset="-122"/>
                <a:ea typeface="华文楷体" panose="02010600040101010101" pitchFamily="2" charset="-122"/>
              </a:defRPr>
            </a:lvl2pPr>
            <a:lvl3pPr marL="1092200" indent="-177800" algn="l" rtl="0" eaLnBrk="0" fontAlgn="base" hangingPunct="0">
              <a:lnSpc>
                <a:spcPct val="110000"/>
              </a:lnSpc>
              <a:spcBef>
                <a:spcPct val="0"/>
              </a:spcBef>
              <a:spcAft>
                <a:spcPct val="0"/>
              </a:spcAft>
              <a:buFont typeface="Wingdings" panose="05000000000000000000" pitchFamily="2" charset="2"/>
              <a:buChar char="Ø"/>
              <a:defRPr sz="2400" b="0">
                <a:solidFill>
                  <a:srgbClr val="002060"/>
                </a:solidFill>
                <a:latin typeface="华文楷体" panose="02010600040101010101" pitchFamily="2" charset="-122"/>
                <a:ea typeface="华文楷体" panose="02010600040101010101" pitchFamily="2" charset="-122"/>
              </a:defRPr>
            </a:lvl3pPr>
            <a:lvl4pPr marL="1549400" indent="-177800" algn="l" rtl="0" eaLnBrk="0" fontAlgn="base" hangingPunct="0">
              <a:lnSpc>
                <a:spcPct val="110000"/>
              </a:lnSpc>
              <a:spcBef>
                <a:spcPct val="0"/>
              </a:spcBef>
              <a:spcAft>
                <a:spcPct val="0"/>
              </a:spcAft>
              <a:buFont typeface="Wingdings" panose="05000000000000000000" pitchFamily="2" charset="2"/>
              <a:buChar char="Ø"/>
              <a:defRPr sz="2000" b="0">
                <a:solidFill>
                  <a:srgbClr val="002060"/>
                </a:solidFill>
                <a:latin typeface="华文楷体" panose="02010600040101010101" pitchFamily="2" charset="-122"/>
                <a:ea typeface="华文楷体" panose="02010600040101010101" pitchFamily="2" charset="-122"/>
              </a:defRPr>
            </a:lvl4pPr>
            <a:lvl5pPr marL="2006600" indent="-177800" algn="l" rtl="0" eaLnBrk="0" fontAlgn="base" hangingPunct="0">
              <a:lnSpc>
                <a:spcPct val="110000"/>
              </a:lnSpc>
              <a:spcBef>
                <a:spcPct val="0"/>
              </a:spcBef>
              <a:spcAft>
                <a:spcPct val="0"/>
              </a:spcAft>
              <a:buFont typeface="Wingdings" panose="05000000000000000000" pitchFamily="2" charset="2"/>
              <a:buChar char="Ø"/>
              <a:defRPr sz="2000" b="0">
                <a:solidFill>
                  <a:srgbClr val="002060"/>
                </a:solidFill>
                <a:latin typeface="华文楷体" panose="02010600040101010101" pitchFamily="2" charset="-122"/>
                <a:ea typeface="华文楷体" panose="02010600040101010101" pitchFamily="2" charset="-122"/>
              </a:defRPr>
            </a:lvl5pPr>
            <a:lvl6pPr marL="2463800" indent="-177800" algn="l" rtl="0" eaLnBrk="1" fontAlgn="base" hangingPunct="1">
              <a:lnSpc>
                <a:spcPct val="110000"/>
              </a:lnSpc>
              <a:spcBef>
                <a:spcPct val="0"/>
              </a:spcBef>
              <a:spcAft>
                <a:spcPct val="0"/>
              </a:spcAft>
              <a:buChar char="•"/>
              <a:defRPr b="1">
                <a:solidFill>
                  <a:srgbClr val="002E5C"/>
                </a:solidFill>
                <a:latin typeface="+mn-lt"/>
              </a:defRPr>
            </a:lvl6pPr>
            <a:lvl7pPr marL="2921000" indent="-177800" algn="l" rtl="0" eaLnBrk="1" fontAlgn="base" hangingPunct="1">
              <a:lnSpc>
                <a:spcPct val="110000"/>
              </a:lnSpc>
              <a:spcBef>
                <a:spcPct val="0"/>
              </a:spcBef>
              <a:spcAft>
                <a:spcPct val="0"/>
              </a:spcAft>
              <a:buChar char="•"/>
              <a:defRPr b="1">
                <a:solidFill>
                  <a:srgbClr val="002E5C"/>
                </a:solidFill>
                <a:latin typeface="+mn-lt"/>
              </a:defRPr>
            </a:lvl7pPr>
            <a:lvl8pPr marL="3378200" indent="-177800" algn="l" rtl="0" eaLnBrk="1" fontAlgn="base" hangingPunct="1">
              <a:lnSpc>
                <a:spcPct val="110000"/>
              </a:lnSpc>
              <a:spcBef>
                <a:spcPct val="0"/>
              </a:spcBef>
              <a:spcAft>
                <a:spcPct val="0"/>
              </a:spcAft>
              <a:buChar char="•"/>
              <a:defRPr b="1">
                <a:solidFill>
                  <a:srgbClr val="002E5C"/>
                </a:solidFill>
                <a:latin typeface="+mn-lt"/>
              </a:defRPr>
            </a:lvl8pPr>
            <a:lvl9pPr marL="3835400" indent="-177800" algn="l" rtl="0" eaLnBrk="1" fontAlgn="base" hangingPunct="1">
              <a:lnSpc>
                <a:spcPct val="110000"/>
              </a:lnSpc>
              <a:spcBef>
                <a:spcPct val="0"/>
              </a:spcBef>
              <a:spcAft>
                <a:spcPct val="0"/>
              </a:spcAft>
              <a:buChar char="•"/>
              <a:defRPr b="1">
                <a:solidFill>
                  <a:srgbClr val="002E5C"/>
                </a:solidFill>
                <a:latin typeface="+mn-lt"/>
              </a:defRPr>
            </a:lvl9pPr>
          </a:lstStyle>
          <a:p>
            <a:pPr marL="0" indent="0">
              <a:buNone/>
            </a:pPr>
            <a:r>
              <a:rPr lang="zh-CN" altLang="en-US" sz="2000" dirty="0">
                <a:solidFill>
                  <a:srgbClr val="0070C0"/>
                </a:solidFill>
                <a:latin typeface="微软雅黑" panose="020B0503020204020204" pitchFamily="34" charset="-122"/>
                <a:ea typeface="微软雅黑" panose="020B0503020204020204" pitchFamily="34" charset="-122"/>
              </a:rPr>
              <a:t>用</a:t>
            </a:r>
            <a:r>
              <a:rPr lang="en-US" altLang="zh-CN" sz="2000" dirty="0">
                <a:solidFill>
                  <a:srgbClr val="0070C0"/>
                </a:solidFill>
                <a:latin typeface="微软雅黑" panose="020B0503020204020204" pitchFamily="34" charset="-122"/>
                <a:ea typeface="微软雅黑" panose="020B0503020204020204" pitchFamily="34" charset="-122"/>
              </a:rPr>
              <a:t>[ ]</a:t>
            </a:r>
            <a:r>
              <a:rPr lang="zh-CN" altLang="en-US" sz="2000" dirty="0">
                <a:solidFill>
                  <a:srgbClr val="0070C0"/>
                </a:solidFill>
                <a:latin typeface="微软雅黑" panose="020B0503020204020204" pitchFamily="34" charset="-122"/>
                <a:ea typeface="微软雅黑" panose="020B0503020204020204" pitchFamily="34" charset="-122"/>
              </a:rPr>
              <a:t>构造矩阵</a:t>
            </a:r>
            <a:r>
              <a:rPr lang="en-US" altLang="zh-CN" sz="2000" dirty="0">
                <a:solidFill>
                  <a:srgbClr val="0070C0"/>
                </a:solidFill>
                <a:latin typeface="微软雅黑" panose="020B0503020204020204" pitchFamily="34" charset="-122"/>
                <a:ea typeface="微软雅黑" panose="020B0503020204020204" pitchFamily="34" charset="-122"/>
              </a:rPr>
              <a:t>:</a:t>
            </a:r>
          </a:p>
        </p:txBody>
      </p:sp>
      <p:sp>
        <p:nvSpPr>
          <p:cNvPr id="47" name="内容占位符 2">
            <a:extLst>
              <a:ext uri="{FF2B5EF4-FFF2-40B4-BE49-F238E27FC236}">
                <a16:creationId xmlns:a16="http://schemas.microsoft.com/office/drawing/2014/main" id="{D3C481DD-0674-48D8-90FF-BA3F339D4490}"/>
              </a:ext>
            </a:extLst>
          </p:cNvPr>
          <p:cNvSpPr txBox="1">
            <a:spLocks/>
          </p:cNvSpPr>
          <p:nvPr/>
        </p:nvSpPr>
        <p:spPr bwMode="auto">
          <a:xfrm>
            <a:off x="2180257" y="1396139"/>
            <a:ext cx="4533595" cy="407291"/>
          </a:xfrm>
          <a:prstGeom prst="rect">
            <a:avLst/>
          </a:prstGeom>
          <a:noFill/>
          <a:ln w="9525">
            <a:noFill/>
            <a:miter lim="800000"/>
            <a:headEnd/>
            <a:tailEnd/>
          </a:ln>
        </p:spPr>
        <p:txBody>
          <a:bodyPr vert="horz" wrap="square" lIns="91440" tIns="45720" rIns="91440" bIns="45720" numCol="1" anchor="t" anchorCtr="0" compatLnSpc="1">
            <a:prstTxWarp prst="textNoShape">
              <a:avLst/>
            </a:prstTxWarp>
            <a:spAutoFit/>
          </a:bodyPr>
          <a:lstStyle>
            <a:lvl1pPr marL="177800" indent="-177800" algn="l" rtl="0" eaLnBrk="0" fontAlgn="base" hangingPunct="0">
              <a:lnSpc>
                <a:spcPct val="110000"/>
              </a:lnSpc>
              <a:spcBef>
                <a:spcPct val="0"/>
              </a:spcBef>
              <a:spcAft>
                <a:spcPct val="0"/>
              </a:spcAft>
              <a:buFont typeface="Wingdings" panose="05000000000000000000" pitchFamily="2" charset="2"/>
              <a:buChar char="Ø"/>
              <a:defRPr sz="2800" b="0">
                <a:solidFill>
                  <a:srgbClr val="002060"/>
                </a:solidFill>
                <a:latin typeface="华文楷体" panose="02010600040101010101" pitchFamily="2" charset="-122"/>
                <a:ea typeface="华文楷体" panose="02010600040101010101" pitchFamily="2" charset="-122"/>
                <a:cs typeface="+mn-cs"/>
              </a:defRPr>
            </a:lvl1pPr>
            <a:lvl2pPr marL="635000" indent="-177800" algn="l" rtl="0" eaLnBrk="0" fontAlgn="base" hangingPunct="0">
              <a:lnSpc>
                <a:spcPct val="110000"/>
              </a:lnSpc>
              <a:spcBef>
                <a:spcPct val="0"/>
              </a:spcBef>
              <a:spcAft>
                <a:spcPct val="0"/>
              </a:spcAft>
              <a:buFont typeface="Wingdings" panose="05000000000000000000" pitchFamily="2" charset="2"/>
              <a:buChar char="Ø"/>
              <a:defRPr sz="2400" b="0">
                <a:solidFill>
                  <a:srgbClr val="002060"/>
                </a:solidFill>
                <a:latin typeface="华文楷体" panose="02010600040101010101" pitchFamily="2" charset="-122"/>
                <a:ea typeface="华文楷体" panose="02010600040101010101" pitchFamily="2" charset="-122"/>
              </a:defRPr>
            </a:lvl2pPr>
            <a:lvl3pPr marL="1092200" indent="-177800" algn="l" rtl="0" eaLnBrk="0" fontAlgn="base" hangingPunct="0">
              <a:lnSpc>
                <a:spcPct val="110000"/>
              </a:lnSpc>
              <a:spcBef>
                <a:spcPct val="0"/>
              </a:spcBef>
              <a:spcAft>
                <a:spcPct val="0"/>
              </a:spcAft>
              <a:buFont typeface="Wingdings" panose="05000000000000000000" pitchFamily="2" charset="2"/>
              <a:buChar char="Ø"/>
              <a:defRPr sz="2400" b="0">
                <a:solidFill>
                  <a:srgbClr val="002060"/>
                </a:solidFill>
                <a:latin typeface="华文楷体" panose="02010600040101010101" pitchFamily="2" charset="-122"/>
                <a:ea typeface="华文楷体" panose="02010600040101010101" pitchFamily="2" charset="-122"/>
              </a:defRPr>
            </a:lvl3pPr>
            <a:lvl4pPr marL="1549400" indent="-177800" algn="l" rtl="0" eaLnBrk="0" fontAlgn="base" hangingPunct="0">
              <a:lnSpc>
                <a:spcPct val="110000"/>
              </a:lnSpc>
              <a:spcBef>
                <a:spcPct val="0"/>
              </a:spcBef>
              <a:spcAft>
                <a:spcPct val="0"/>
              </a:spcAft>
              <a:buFont typeface="Wingdings" panose="05000000000000000000" pitchFamily="2" charset="2"/>
              <a:buChar char="Ø"/>
              <a:defRPr sz="2000" b="0">
                <a:solidFill>
                  <a:srgbClr val="002060"/>
                </a:solidFill>
                <a:latin typeface="华文楷体" panose="02010600040101010101" pitchFamily="2" charset="-122"/>
                <a:ea typeface="华文楷体" panose="02010600040101010101" pitchFamily="2" charset="-122"/>
              </a:defRPr>
            </a:lvl4pPr>
            <a:lvl5pPr marL="2006600" indent="-177800" algn="l" rtl="0" eaLnBrk="0" fontAlgn="base" hangingPunct="0">
              <a:lnSpc>
                <a:spcPct val="110000"/>
              </a:lnSpc>
              <a:spcBef>
                <a:spcPct val="0"/>
              </a:spcBef>
              <a:spcAft>
                <a:spcPct val="0"/>
              </a:spcAft>
              <a:buFont typeface="Wingdings" panose="05000000000000000000" pitchFamily="2" charset="2"/>
              <a:buChar char="Ø"/>
              <a:defRPr sz="2000" b="0">
                <a:solidFill>
                  <a:srgbClr val="002060"/>
                </a:solidFill>
                <a:latin typeface="华文楷体" panose="02010600040101010101" pitchFamily="2" charset="-122"/>
                <a:ea typeface="华文楷体" panose="02010600040101010101" pitchFamily="2" charset="-122"/>
              </a:defRPr>
            </a:lvl5pPr>
            <a:lvl6pPr marL="2463800" indent="-177800" algn="l" rtl="0" eaLnBrk="1" fontAlgn="base" hangingPunct="1">
              <a:lnSpc>
                <a:spcPct val="110000"/>
              </a:lnSpc>
              <a:spcBef>
                <a:spcPct val="0"/>
              </a:spcBef>
              <a:spcAft>
                <a:spcPct val="0"/>
              </a:spcAft>
              <a:buChar char="•"/>
              <a:defRPr b="1">
                <a:solidFill>
                  <a:srgbClr val="002E5C"/>
                </a:solidFill>
                <a:latin typeface="+mn-lt"/>
              </a:defRPr>
            </a:lvl6pPr>
            <a:lvl7pPr marL="2921000" indent="-177800" algn="l" rtl="0" eaLnBrk="1" fontAlgn="base" hangingPunct="1">
              <a:lnSpc>
                <a:spcPct val="110000"/>
              </a:lnSpc>
              <a:spcBef>
                <a:spcPct val="0"/>
              </a:spcBef>
              <a:spcAft>
                <a:spcPct val="0"/>
              </a:spcAft>
              <a:buChar char="•"/>
              <a:defRPr b="1">
                <a:solidFill>
                  <a:srgbClr val="002E5C"/>
                </a:solidFill>
                <a:latin typeface="+mn-lt"/>
              </a:defRPr>
            </a:lvl7pPr>
            <a:lvl8pPr marL="3378200" indent="-177800" algn="l" rtl="0" eaLnBrk="1" fontAlgn="base" hangingPunct="1">
              <a:lnSpc>
                <a:spcPct val="110000"/>
              </a:lnSpc>
              <a:spcBef>
                <a:spcPct val="0"/>
              </a:spcBef>
              <a:spcAft>
                <a:spcPct val="0"/>
              </a:spcAft>
              <a:buChar char="•"/>
              <a:defRPr b="1">
                <a:solidFill>
                  <a:srgbClr val="002E5C"/>
                </a:solidFill>
                <a:latin typeface="+mn-lt"/>
              </a:defRPr>
            </a:lvl8pPr>
            <a:lvl9pPr marL="3835400" indent="-177800" algn="l" rtl="0" eaLnBrk="1" fontAlgn="base" hangingPunct="1">
              <a:lnSpc>
                <a:spcPct val="110000"/>
              </a:lnSpc>
              <a:spcBef>
                <a:spcPct val="0"/>
              </a:spcBef>
              <a:spcAft>
                <a:spcPct val="0"/>
              </a:spcAft>
              <a:buChar char="•"/>
              <a:defRPr b="1">
                <a:solidFill>
                  <a:srgbClr val="002E5C"/>
                </a:solidFill>
                <a:latin typeface="+mn-lt"/>
              </a:defRPr>
            </a:lvl9pPr>
          </a:lstStyle>
          <a:p>
            <a:pPr marL="0" indent="0" algn="dist">
              <a:buNone/>
            </a:pPr>
            <a:r>
              <a:rPr lang="zh-CN" altLang="en-US" sz="2000" dirty="0">
                <a:solidFill>
                  <a:srgbClr val="0070C0"/>
                </a:solidFill>
                <a:latin typeface="微软雅黑" panose="020B0503020204020204" pitchFamily="34" charset="-122"/>
                <a:ea typeface="微软雅黑" panose="020B0503020204020204" pitchFamily="34" charset="-122"/>
              </a:rPr>
              <a:t>采用空格和分号对数组</a:t>
            </a:r>
            <a:r>
              <a:rPr lang="en-US" altLang="zh-CN" sz="2000" dirty="0">
                <a:solidFill>
                  <a:srgbClr val="0070C0"/>
                </a:solidFill>
                <a:latin typeface="微软雅黑" panose="020B0503020204020204" pitchFamily="34" charset="-122"/>
                <a:ea typeface="微软雅黑" panose="020B0503020204020204" pitchFamily="34" charset="-122"/>
              </a:rPr>
              <a:t>a</a:t>
            </a:r>
            <a:r>
              <a:rPr lang="zh-CN" altLang="en-US" sz="2000" dirty="0">
                <a:solidFill>
                  <a:srgbClr val="0070C0"/>
                </a:solidFill>
                <a:latin typeface="微软雅黑" panose="020B0503020204020204" pitchFamily="34" charset="-122"/>
                <a:ea typeface="微软雅黑" panose="020B0503020204020204" pitchFamily="34" charset="-122"/>
              </a:rPr>
              <a:t>和数组</a:t>
            </a:r>
            <a:r>
              <a:rPr lang="en-US" altLang="zh-CN" sz="2000" dirty="0">
                <a:solidFill>
                  <a:srgbClr val="0070C0"/>
                </a:solidFill>
                <a:latin typeface="微软雅黑" panose="020B0503020204020204" pitchFamily="34" charset="-122"/>
                <a:ea typeface="微软雅黑" panose="020B0503020204020204" pitchFamily="34" charset="-122"/>
              </a:rPr>
              <a:t>b</a:t>
            </a:r>
            <a:r>
              <a:rPr lang="zh-CN" altLang="en-US" sz="2000" dirty="0">
                <a:solidFill>
                  <a:srgbClr val="0070C0"/>
                </a:solidFill>
                <a:latin typeface="微软雅黑" panose="020B0503020204020204" pitchFamily="34" charset="-122"/>
                <a:ea typeface="微软雅黑" panose="020B0503020204020204" pitchFamily="34" charset="-122"/>
              </a:rPr>
              <a:t>拼接</a:t>
            </a:r>
          </a:p>
        </p:txBody>
      </p:sp>
      <p:sp>
        <p:nvSpPr>
          <p:cNvPr id="38" name="文本框 37">
            <a:extLst>
              <a:ext uri="{FF2B5EF4-FFF2-40B4-BE49-F238E27FC236}">
                <a16:creationId xmlns:a16="http://schemas.microsoft.com/office/drawing/2014/main" id="{15ED80B3-9C93-41D7-ACB2-7A480FF77EA7}"/>
              </a:ext>
            </a:extLst>
          </p:cNvPr>
          <p:cNvSpPr txBox="1"/>
          <p:nvPr/>
        </p:nvSpPr>
        <p:spPr>
          <a:xfrm>
            <a:off x="5355823" y="2512667"/>
            <a:ext cx="1896460" cy="327397"/>
          </a:xfrm>
          <a:prstGeom prst="rect">
            <a:avLst/>
          </a:prstGeom>
          <a:noFill/>
        </p:spPr>
        <p:txBody>
          <a:bodyPr wrap="square">
            <a:spAutoFit/>
          </a:bodyPr>
          <a:lstStyle/>
          <a:p>
            <a:pPr>
              <a:lnSpc>
                <a:spcPts val="2000"/>
              </a:lnSpc>
            </a:pPr>
            <a:r>
              <a:rPr lang="zh-CN" altLang="en-US" sz="1400" b="1" dirty="0">
                <a:solidFill>
                  <a:srgbClr val="0070C0"/>
                </a:solidFill>
                <a:latin typeface="微软雅黑" panose="020B0503020204020204" pitchFamily="34" charset="-122"/>
                <a:ea typeface="微软雅黑" panose="020B0503020204020204" pitchFamily="34" charset="-122"/>
              </a:rPr>
              <a:t>线性方程组增广矩阵</a:t>
            </a:r>
          </a:p>
        </p:txBody>
      </p:sp>
      <p:sp>
        <p:nvSpPr>
          <p:cNvPr id="2" name="对话气泡: 矩形 1">
            <a:extLst>
              <a:ext uri="{FF2B5EF4-FFF2-40B4-BE49-F238E27FC236}">
                <a16:creationId xmlns:a16="http://schemas.microsoft.com/office/drawing/2014/main" id="{C7FF942A-1937-44A4-B06E-B2ACAA70E792}"/>
              </a:ext>
            </a:extLst>
          </p:cNvPr>
          <p:cNvSpPr/>
          <p:nvPr/>
        </p:nvSpPr>
        <p:spPr bwMode="auto">
          <a:xfrm>
            <a:off x="5431947" y="2571750"/>
            <a:ext cx="1610431" cy="238298"/>
          </a:xfrm>
          <a:prstGeom prst="wedgeRectCallout">
            <a:avLst>
              <a:gd name="adj1" fmla="val -96033"/>
              <a:gd name="adj2" fmla="val -19888"/>
            </a:avLst>
          </a:prstGeom>
          <a:noFill/>
          <a:ln w="127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177800" marR="0" indent="-177800" algn="ctr" defTabSz="914400" rtl="0" eaLnBrk="0" fontAlgn="base" latinLnBrk="0" hangingPunct="0">
              <a:lnSpc>
                <a:spcPct val="110000"/>
              </a:lnSpc>
              <a:spcBef>
                <a:spcPct val="0"/>
              </a:spcBef>
              <a:spcAft>
                <a:spcPct val="0"/>
              </a:spcAft>
              <a:buClrTx/>
              <a:buSzTx/>
              <a:buFontTx/>
              <a:buNone/>
              <a:tabLst/>
            </a:pPr>
            <a:endParaRPr kumimoji="0" lang="zh-CN" altLang="en-US" sz="1600" b="1" i="0" u="none" strike="noStrike" cap="none" normalizeH="0" baseline="0">
              <a:ln>
                <a:noFill/>
              </a:ln>
              <a:solidFill>
                <a:schemeClr val="tx1"/>
              </a:solidFill>
              <a:effectLst/>
              <a:latin typeface="Times New Roman" pitchFamily="18" charset="0"/>
            </a:endParaRPr>
          </a:p>
        </p:txBody>
      </p:sp>
    </p:spTree>
    <p:extLst>
      <p:ext uri="{BB962C8B-B14F-4D97-AF65-F5344CB8AC3E}">
        <p14:creationId xmlns:p14="http://schemas.microsoft.com/office/powerpoint/2010/main" val="19701552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1"/>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2"/>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3"/>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5"/>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4"/>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6"/>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9"/>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23" grpId="0"/>
      <p:bldP spid="24" grpId="0"/>
      <p:bldP spid="25" grpId="0" animBg="1"/>
      <p:bldP spid="28" grpId="0" animBg="1"/>
      <p:bldP spid="29" grpId="0" animBg="1"/>
      <p:bldP spid="31" grpId="0" animBg="1"/>
      <p:bldP spid="32" grpId="0"/>
      <p:bldP spid="33" grpId="0"/>
      <p:bldP spid="35" grpId="0"/>
      <p:bldP spid="37" grpId="0"/>
      <p:bldP spid="34" grpId="0"/>
      <p:bldP spid="36" grpId="0"/>
      <p:bldP spid="39" grpId="0"/>
      <p:bldP spid="40" grpId="0"/>
      <p:bldP spid="4" grpId="0" animBg="1"/>
      <p:bldP spid="41" grpId="0" animBg="1"/>
      <p:bldP spid="19" grpId="0"/>
      <p:bldP spid="42" grpId="0"/>
      <p:bldP spid="38" grpId="0"/>
      <p:bldP spid="2"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内容占位符 4">
            <a:extLst>
              <a:ext uri="{FF2B5EF4-FFF2-40B4-BE49-F238E27FC236}">
                <a16:creationId xmlns:a16="http://schemas.microsoft.com/office/drawing/2014/main" id="{7D1BBC2E-D84B-47CD-B6AF-40E296F8EEB6}"/>
              </a:ext>
            </a:extLst>
          </p:cNvPr>
          <p:cNvPicPr>
            <a:picLocks noGrp="1" noChangeAspect="1"/>
          </p:cNvPicPr>
          <p:nvPr>
            <p:ph idx="1"/>
          </p:nvPr>
        </p:nvPicPr>
        <p:blipFill rotWithShape="1">
          <a:blip r:embed="rId3">
            <a:extLst>
              <a:ext uri="{28A0092B-C50C-407E-A947-70E740481C1C}">
                <a14:useLocalDpi xmlns:a14="http://schemas.microsoft.com/office/drawing/2010/main" val="0"/>
              </a:ext>
            </a:extLst>
          </a:blip>
          <a:srcRect l="10884" t="16216" r="44806" b="40247"/>
          <a:stretch/>
        </p:blipFill>
        <p:spPr>
          <a:xfrm>
            <a:off x="237448" y="1167291"/>
            <a:ext cx="3562297" cy="2697830"/>
          </a:xfrm>
          <a:ln>
            <a:solidFill>
              <a:srgbClr val="002060"/>
            </a:solidFill>
          </a:ln>
        </p:spPr>
      </p:pic>
      <p:sp>
        <p:nvSpPr>
          <p:cNvPr id="7" name="矩形 6">
            <a:extLst>
              <a:ext uri="{FF2B5EF4-FFF2-40B4-BE49-F238E27FC236}">
                <a16:creationId xmlns:a16="http://schemas.microsoft.com/office/drawing/2014/main" id="{0039E32B-B23D-4C86-A51E-4F697E4E877F}"/>
              </a:ext>
            </a:extLst>
          </p:cNvPr>
          <p:cNvSpPr/>
          <p:nvPr/>
        </p:nvSpPr>
        <p:spPr>
          <a:xfrm>
            <a:off x="3981142" y="1501231"/>
            <a:ext cx="1584176" cy="338554"/>
          </a:xfrm>
          <a:prstGeom prst="rect">
            <a:avLst/>
          </a:prstGeom>
          <a:noFill/>
          <a:ln>
            <a:noFill/>
          </a:ln>
        </p:spPr>
        <p:style>
          <a:lnRef idx="3">
            <a:schemeClr val="lt1"/>
          </a:lnRef>
          <a:fillRef idx="1">
            <a:schemeClr val="accent1"/>
          </a:fillRef>
          <a:effectRef idx="1">
            <a:schemeClr val="accent1"/>
          </a:effectRef>
          <a:fontRef idx="minor">
            <a:schemeClr val="lt1"/>
          </a:fontRef>
        </p:style>
        <p:txBody>
          <a:bodyPr wrap="square">
            <a:spAutoFit/>
          </a:bodyPr>
          <a:lstStyle/>
          <a:p>
            <a:r>
              <a:rPr lang="es-ES" altLang="zh-CN" sz="1600" kern="0" dirty="0">
                <a:solidFill>
                  <a:schemeClr val="bg1"/>
                </a:solidFill>
                <a:highlight>
                  <a:srgbClr val="3399FF"/>
                </a:highlight>
              </a:rPr>
              <a:t>ones(type</a:t>
            </a:r>
            <a:r>
              <a:rPr lang="en-US" altLang="zh-CN" sz="1600" kern="0" dirty="0">
                <a:solidFill>
                  <a:schemeClr val="bg1"/>
                </a:solidFill>
                <a:highlight>
                  <a:srgbClr val="3399FF"/>
                </a:highlight>
              </a:rPr>
              <a:t>,</a:t>
            </a:r>
            <a:r>
              <a:rPr lang="es-ES" altLang="zh-CN" sz="1600" kern="0" dirty="0">
                <a:solidFill>
                  <a:schemeClr val="bg1"/>
                </a:solidFill>
                <a:highlight>
                  <a:srgbClr val="3399FF"/>
                </a:highlight>
              </a:rPr>
              <a:t>dims)</a:t>
            </a:r>
            <a:endParaRPr lang="zh-CN" altLang="en-US" sz="1600" kern="0" dirty="0">
              <a:solidFill>
                <a:schemeClr val="bg1"/>
              </a:solidFill>
              <a:highlight>
                <a:srgbClr val="3399FF"/>
              </a:highlight>
            </a:endParaRPr>
          </a:p>
        </p:txBody>
      </p:sp>
      <p:sp>
        <p:nvSpPr>
          <p:cNvPr id="10" name="矩形 9">
            <a:extLst>
              <a:ext uri="{FF2B5EF4-FFF2-40B4-BE49-F238E27FC236}">
                <a16:creationId xmlns:a16="http://schemas.microsoft.com/office/drawing/2014/main" id="{8F2AE9E5-73D1-4C3A-B108-CDC6A3E94BC2}"/>
              </a:ext>
            </a:extLst>
          </p:cNvPr>
          <p:cNvSpPr/>
          <p:nvPr/>
        </p:nvSpPr>
        <p:spPr>
          <a:xfrm>
            <a:off x="3957757" y="1854524"/>
            <a:ext cx="1618214" cy="338554"/>
          </a:xfrm>
          <a:prstGeom prst="rect">
            <a:avLst/>
          </a:prstGeom>
          <a:noFill/>
          <a:ln>
            <a:noFill/>
          </a:ln>
        </p:spPr>
        <p:style>
          <a:lnRef idx="3">
            <a:schemeClr val="lt1"/>
          </a:lnRef>
          <a:fillRef idx="1">
            <a:schemeClr val="accent1"/>
          </a:fillRef>
          <a:effectRef idx="1">
            <a:schemeClr val="accent1"/>
          </a:effectRef>
          <a:fontRef idx="minor">
            <a:schemeClr val="lt1"/>
          </a:fontRef>
        </p:style>
        <p:txBody>
          <a:bodyPr wrap="square">
            <a:spAutoFit/>
          </a:bodyPr>
          <a:lstStyle/>
          <a:p>
            <a:r>
              <a:rPr lang="es-ES" altLang="zh-CN" sz="1600" kern="0">
                <a:solidFill>
                  <a:schemeClr val="bg1"/>
                </a:solidFill>
                <a:highlight>
                  <a:srgbClr val="3399FF"/>
                </a:highlight>
              </a:rPr>
              <a:t>zeros(type</a:t>
            </a:r>
            <a:r>
              <a:rPr lang="en-US" altLang="zh-CN" sz="1600" kern="0">
                <a:solidFill>
                  <a:schemeClr val="bg1"/>
                </a:solidFill>
                <a:highlight>
                  <a:srgbClr val="3399FF"/>
                </a:highlight>
              </a:rPr>
              <a:t>,</a:t>
            </a:r>
            <a:r>
              <a:rPr lang="es-ES" altLang="zh-CN" sz="1600" kern="0" dirty="0">
                <a:solidFill>
                  <a:schemeClr val="bg1"/>
                </a:solidFill>
                <a:highlight>
                  <a:srgbClr val="3399FF"/>
                </a:highlight>
              </a:rPr>
              <a:t>dims)</a:t>
            </a:r>
            <a:endParaRPr lang="zh-CN" altLang="en-US" sz="1600" kern="0" dirty="0">
              <a:solidFill>
                <a:schemeClr val="bg1"/>
              </a:solidFill>
              <a:highlight>
                <a:srgbClr val="3399FF"/>
              </a:highlight>
            </a:endParaRPr>
          </a:p>
        </p:txBody>
      </p:sp>
      <p:sp>
        <p:nvSpPr>
          <p:cNvPr id="11" name="矩形 10">
            <a:extLst>
              <a:ext uri="{FF2B5EF4-FFF2-40B4-BE49-F238E27FC236}">
                <a16:creationId xmlns:a16="http://schemas.microsoft.com/office/drawing/2014/main" id="{9376D6C5-8410-4DC2-87CE-E7C0D896B461}"/>
              </a:ext>
            </a:extLst>
          </p:cNvPr>
          <p:cNvSpPr/>
          <p:nvPr/>
        </p:nvSpPr>
        <p:spPr>
          <a:xfrm>
            <a:off x="3981142" y="2258882"/>
            <a:ext cx="1546206" cy="338554"/>
          </a:xfrm>
          <a:prstGeom prst="rect">
            <a:avLst/>
          </a:prstGeom>
          <a:noFill/>
          <a:ln>
            <a:noFill/>
          </a:ln>
        </p:spPr>
        <p:style>
          <a:lnRef idx="3">
            <a:schemeClr val="lt1"/>
          </a:lnRef>
          <a:fillRef idx="1">
            <a:schemeClr val="accent1"/>
          </a:fillRef>
          <a:effectRef idx="1">
            <a:schemeClr val="accent1"/>
          </a:effectRef>
          <a:fontRef idx="minor">
            <a:schemeClr val="lt1"/>
          </a:fontRef>
        </p:style>
        <p:txBody>
          <a:bodyPr wrap="square">
            <a:spAutoFit/>
          </a:bodyPr>
          <a:lstStyle/>
          <a:p>
            <a:r>
              <a:rPr lang="es-ES" altLang="zh-CN" sz="1600" kern="0" dirty="0">
                <a:solidFill>
                  <a:schemeClr val="bg1"/>
                </a:solidFill>
                <a:highlight>
                  <a:srgbClr val="3399FF"/>
                </a:highlight>
              </a:rPr>
              <a:t>eye(type</a:t>
            </a:r>
            <a:r>
              <a:rPr lang="en-US" altLang="zh-CN" sz="1600" kern="0" dirty="0">
                <a:solidFill>
                  <a:schemeClr val="bg1"/>
                </a:solidFill>
                <a:highlight>
                  <a:srgbClr val="3399FF"/>
                </a:highlight>
              </a:rPr>
              <a:t>,</a:t>
            </a:r>
            <a:r>
              <a:rPr lang="es-ES" altLang="zh-CN" sz="1600" kern="0" dirty="0">
                <a:solidFill>
                  <a:schemeClr val="bg1"/>
                </a:solidFill>
                <a:highlight>
                  <a:srgbClr val="3399FF"/>
                </a:highlight>
              </a:rPr>
              <a:t>dims)</a:t>
            </a:r>
            <a:endParaRPr lang="zh-CN" altLang="en-US" sz="1600" kern="0" dirty="0">
              <a:solidFill>
                <a:schemeClr val="bg1"/>
              </a:solidFill>
              <a:highlight>
                <a:srgbClr val="3399FF"/>
              </a:highlight>
            </a:endParaRPr>
          </a:p>
        </p:txBody>
      </p:sp>
      <p:sp>
        <p:nvSpPr>
          <p:cNvPr id="12" name="矩形 11">
            <a:extLst>
              <a:ext uri="{FF2B5EF4-FFF2-40B4-BE49-F238E27FC236}">
                <a16:creationId xmlns:a16="http://schemas.microsoft.com/office/drawing/2014/main" id="{8D8D5E8F-F996-417A-A1B6-B0AA7DE88E50}"/>
              </a:ext>
            </a:extLst>
          </p:cNvPr>
          <p:cNvSpPr/>
          <p:nvPr/>
        </p:nvSpPr>
        <p:spPr>
          <a:xfrm>
            <a:off x="3965911" y="2645468"/>
            <a:ext cx="1584176" cy="338554"/>
          </a:xfrm>
          <a:prstGeom prst="rect">
            <a:avLst/>
          </a:prstGeom>
          <a:noFill/>
          <a:ln>
            <a:noFill/>
          </a:ln>
        </p:spPr>
        <p:style>
          <a:lnRef idx="3">
            <a:schemeClr val="lt1"/>
          </a:lnRef>
          <a:fillRef idx="1">
            <a:schemeClr val="accent1"/>
          </a:fillRef>
          <a:effectRef idx="1">
            <a:schemeClr val="accent1"/>
          </a:effectRef>
          <a:fontRef idx="minor">
            <a:schemeClr val="lt1"/>
          </a:fontRef>
        </p:style>
        <p:txBody>
          <a:bodyPr wrap="square">
            <a:spAutoFit/>
          </a:bodyPr>
          <a:lstStyle/>
          <a:p>
            <a:r>
              <a:rPr lang="es-ES" altLang="zh-CN" sz="1600" kern="0" dirty="0">
                <a:solidFill>
                  <a:schemeClr val="bg1"/>
                </a:solidFill>
                <a:highlight>
                  <a:srgbClr val="3399FF"/>
                </a:highlight>
              </a:rPr>
              <a:t>rand(type</a:t>
            </a:r>
            <a:r>
              <a:rPr lang="en-US" altLang="zh-CN" sz="1600" kern="0" dirty="0">
                <a:solidFill>
                  <a:schemeClr val="bg1"/>
                </a:solidFill>
                <a:highlight>
                  <a:srgbClr val="3399FF"/>
                </a:highlight>
              </a:rPr>
              <a:t>,</a:t>
            </a:r>
            <a:r>
              <a:rPr lang="es-ES" altLang="zh-CN" sz="1600" kern="0" dirty="0">
                <a:solidFill>
                  <a:schemeClr val="bg1"/>
                </a:solidFill>
                <a:highlight>
                  <a:srgbClr val="3399FF"/>
                </a:highlight>
              </a:rPr>
              <a:t>dims)</a:t>
            </a:r>
            <a:endParaRPr lang="zh-CN" altLang="en-US" sz="1600" kern="0" dirty="0">
              <a:solidFill>
                <a:schemeClr val="bg1"/>
              </a:solidFill>
              <a:highlight>
                <a:srgbClr val="3399FF"/>
              </a:highlight>
            </a:endParaRPr>
          </a:p>
        </p:txBody>
      </p:sp>
      <p:sp>
        <p:nvSpPr>
          <p:cNvPr id="14" name="矩形 13">
            <a:extLst>
              <a:ext uri="{FF2B5EF4-FFF2-40B4-BE49-F238E27FC236}">
                <a16:creationId xmlns:a16="http://schemas.microsoft.com/office/drawing/2014/main" id="{844243F7-1CC8-4542-8223-4516593C360A}"/>
              </a:ext>
            </a:extLst>
          </p:cNvPr>
          <p:cNvSpPr/>
          <p:nvPr/>
        </p:nvSpPr>
        <p:spPr>
          <a:xfrm>
            <a:off x="3960826" y="3080086"/>
            <a:ext cx="1008345" cy="338554"/>
          </a:xfrm>
          <a:prstGeom prst="rect">
            <a:avLst/>
          </a:prstGeom>
          <a:noFill/>
          <a:ln>
            <a:noFill/>
          </a:ln>
        </p:spPr>
        <p:style>
          <a:lnRef idx="3">
            <a:schemeClr val="lt1"/>
          </a:lnRef>
          <a:fillRef idx="1">
            <a:schemeClr val="accent1"/>
          </a:fillRef>
          <a:effectRef idx="1">
            <a:schemeClr val="accent1"/>
          </a:effectRef>
          <a:fontRef idx="minor">
            <a:schemeClr val="lt1"/>
          </a:fontRef>
        </p:style>
        <p:txBody>
          <a:bodyPr wrap="square">
            <a:spAutoFit/>
          </a:bodyPr>
          <a:lstStyle/>
          <a:p>
            <a:r>
              <a:rPr lang="es-ES" altLang="zh-CN" sz="1600" kern="0" dirty="0">
                <a:solidFill>
                  <a:schemeClr val="bg1"/>
                </a:solidFill>
                <a:highlight>
                  <a:srgbClr val="FF0000"/>
                </a:highlight>
              </a:rPr>
              <a:t>magic(n)</a:t>
            </a:r>
            <a:endParaRPr lang="zh-CN" altLang="en-US" sz="1600" dirty="0">
              <a:solidFill>
                <a:schemeClr val="bg1"/>
              </a:solidFill>
              <a:highlight>
                <a:srgbClr val="FF0000"/>
              </a:highlight>
              <a:latin typeface="Times New Roman" panose="02020603050405020304" pitchFamily="18" charset="0"/>
              <a:cs typeface="Times New Roman" panose="02020603050405020304" pitchFamily="18" charset="0"/>
            </a:endParaRPr>
          </a:p>
        </p:txBody>
      </p:sp>
      <p:sp>
        <p:nvSpPr>
          <p:cNvPr id="16" name="矩形 15">
            <a:extLst>
              <a:ext uri="{FF2B5EF4-FFF2-40B4-BE49-F238E27FC236}">
                <a16:creationId xmlns:a16="http://schemas.microsoft.com/office/drawing/2014/main" id="{BF15246C-C330-431C-9E78-BBF8491459A4}"/>
              </a:ext>
            </a:extLst>
          </p:cNvPr>
          <p:cNvSpPr/>
          <p:nvPr/>
        </p:nvSpPr>
        <p:spPr>
          <a:xfrm>
            <a:off x="5575970" y="1491199"/>
            <a:ext cx="1037399" cy="338554"/>
          </a:xfrm>
          <a:prstGeom prst="rect">
            <a:avLst/>
          </a:prstGeom>
          <a:noFill/>
          <a:ln>
            <a:noFill/>
          </a:ln>
          <a:effectLst/>
        </p:spPr>
        <p:style>
          <a:lnRef idx="3">
            <a:schemeClr val="lt1"/>
          </a:lnRef>
          <a:fillRef idx="1">
            <a:schemeClr val="accent1"/>
          </a:fillRef>
          <a:effectRef idx="1">
            <a:schemeClr val="accent1"/>
          </a:effectRef>
          <a:fontRef idx="minor">
            <a:schemeClr val="lt1"/>
          </a:fontRef>
        </p:style>
        <p:txBody>
          <a:bodyPr wrap="square">
            <a:spAutoFit/>
          </a:bodyPr>
          <a:lstStyle/>
          <a:p>
            <a:r>
              <a:rPr lang="es-ES" altLang="zh-CN" sz="1600" b="1" kern="0" dirty="0">
                <a:solidFill>
                  <a:srgbClr val="002060"/>
                </a:solidFill>
                <a:latin typeface="微软雅黑" panose="020B0503020204020204" pitchFamily="34" charset="-122"/>
                <a:ea typeface="微软雅黑" panose="020B0503020204020204" pitchFamily="34" charset="-122"/>
              </a:rPr>
              <a:t>ones(</a:t>
            </a:r>
            <a:r>
              <a:rPr lang="en-US" altLang="zh-CN" sz="1600" b="1" kern="0" dirty="0">
                <a:solidFill>
                  <a:srgbClr val="002060"/>
                </a:solidFill>
                <a:latin typeface="微软雅黑" panose="020B0503020204020204" pitchFamily="34" charset="-122"/>
                <a:ea typeface="微软雅黑" panose="020B0503020204020204" pitchFamily="34" charset="-122"/>
              </a:rPr>
              <a:t>3</a:t>
            </a:r>
            <a:r>
              <a:rPr lang="es-ES" altLang="zh-CN" sz="1600" b="1" kern="0" dirty="0">
                <a:solidFill>
                  <a:srgbClr val="002060"/>
                </a:solidFill>
                <a:latin typeface="微软雅黑" panose="020B0503020204020204" pitchFamily="34" charset="-122"/>
                <a:ea typeface="微软雅黑" panose="020B0503020204020204" pitchFamily="34" charset="-122"/>
              </a:rPr>
              <a:t>)</a:t>
            </a:r>
            <a:endParaRPr lang="zh-CN" altLang="en-US" sz="1600" b="1" kern="0" dirty="0">
              <a:solidFill>
                <a:srgbClr val="002060"/>
              </a:solidFill>
              <a:latin typeface="微软雅黑" panose="020B0503020204020204" pitchFamily="34" charset="-122"/>
              <a:ea typeface="微软雅黑" panose="020B0503020204020204" pitchFamily="34" charset="-122"/>
            </a:endParaRPr>
          </a:p>
        </p:txBody>
      </p:sp>
      <p:sp>
        <p:nvSpPr>
          <p:cNvPr id="17" name="矩形 16">
            <a:extLst>
              <a:ext uri="{FF2B5EF4-FFF2-40B4-BE49-F238E27FC236}">
                <a16:creationId xmlns:a16="http://schemas.microsoft.com/office/drawing/2014/main" id="{7DE985F4-FDBA-4E6C-84D9-E76606F723A6}"/>
              </a:ext>
            </a:extLst>
          </p:cNvPr>
          <p:cNvSpPr/>
          <p:nvPr/>
        </p:nvSpPr>
        <p:spPr>
          <a:xfrm>
            <a:off x="5575971" y="1885442"/>
            <a:ext cx="1227636" cy="338554"/>
          </a:xfrm>
          <a:prstGeom prst="rect">
            <a:avLst/>
          </a:prstGeom>
          <a:noFill/>
          <a:ln>
            <a:noFill/>
          </a:ln>
          <a:effectLst/>
        </p:spPr>
        <p:style>
          <a:lnRef idx="3">
            <a:schemeClr val="lt1"/>
          </a:lnRef>
          <a:fillRef idx="1">
            <a:schemeClr val="accent1"/>
          </a:fillRef>
          <a:effectRef idx="1">
            <a:schemeClr val="accent1"/>
          </a:effectRef>
          <a:fontRef idx="minor">
            <a:schemeClr val="lt1"/>
          </a:fontRef>
        </p:style>
        <p:txBody>
          <a:bodyPr wrap="square">
            <a:spAutoFit/>
          </a:bodyPr>
          <a:lstStyle/>
          <a:p>
            <a:r>
              <a:rPr lang="en-US" altLang="zh-CN" sz="1600" b="1" kern="0" dirty="0">
                <a:solidFill>
                  <a:srgbClr val="002060"/>
                </a:solidFill>
                <a:latin typeface="微软雅黑" panose="020B0503020204020204" pitchFamily="34" charset="-122"/>
                <a:ea typeface="微软雅黑" panose="020B0503020204020204" pitchFamily="34" charset="-122"/>
              </a:rPr>
              <a:t>zero</a:t>
            </a:r>
            <a:r>
              <a:rPr lang="es-ES" altLang="zh-CN" sz="1600" b="1" kern="0" dirty="0">
                <a:solidFill>
                  <a:srgbClr val="002060"/>
                </a:solidFill>
                <a:latin typeface="微软雅黑" panose="020B0503020204020204" pitchFamily="34" charset="-122"/>
                <a:ea typeface="微软雅黑" panose="020B0503020204020204" pitchFamily="34" charset="-122"/>
              </a:rPr>
              <a:t>s(2</a:t>
            </a:r>
            <a:r>
              <a:rPr lang="en-US" altLang="zh-CN" sz="1600" b="1" kern="0" dirty="0">
                <a:solidFill>
                  <a:srgbClr val="002060"/>
                </a:solidFill>
                <a:latin typeface="微软雅黑" panose="020B0503020204020204" pitchFamily="34" charset="-122"/>
                <a:ea typeface="微软雅黑" panose="020B0503020204020204" pitchFamily="34" charset="-122"/>
              </a:rPr>
              <a:t>,3</a:t>
            </a:r>
            <a:r>
              <a:rPr lang="es-ES" altLang="zh-CN" sz="1600" b="1" kern="0" dirty="0">
                <a:solidFill>
                  <a:srgbClr val="002060"/>
                </a:solidFill>
                <a:latin typeface="微软雅黑" panose="020B0503020204020204" pitchFamily="34" charset="-122"/>
                <a:ea typeface="微软雅黑" panose="020B0503020204020204" pitchFamily="34" charset="-122"/>
              </a:rPr>
              <a:t>)</a:t>
            </a:r>
            <a:endParaRPr lang="zh-CN" altLang="en-US" sz="1600" b="1" kern="0" dirty="0">
              <a:solidFill>
                <a:srgbClr val="002060"/>
              </a:solidFill>
              <a:latin typeface="微软雅黑" panose="020B0503020204020204" pitchFamily="34" charset="-122"/>
              <a:ea typeface="微软雅黑" panose="020B0503020204020204" pitchFamily="34" charset="-122"/>
            </a:endParaRPr>
          </a:p>
        </p:txBody>
      </p:sp>
      <p:sp>
        <p:nvSpPr>
          <p:cNvPr id="18" name="矩形 17">
            <a:extLst>
              <a:ext uri="{FF2B5EF4-FFF2-40B4-BE49-F238E27FC236}">
                <a16:creationId xmlns:a16="http://schemas.microsoft.com/office/drawing/2014/main" id="{149C48B3-20AE-449D-B44F-DEE59AC66B14}"/>
              </a:ext>
            </a:extLst>
          </p:cNvPr>
          <p:cNvSpPr/>
          <p:nvPr/>
        </p:nvSpPr>
        <p:spPr>
          <a:xfrm>
            <a:off x="5565318" y="2273883"/>
            <a:ext cx="1083620" cy="338554"/>
          </a:xfrm>
          <a:prstGeom prst="rect">
            <a:avLst/>
          </a:prstGeom>
          <a:noFill/>
          <a:ln>
            <a:noFill/>
          </a:ln>
          <a:effectLst/>
        </p:spPr>
        <p:style>
          <a:lnRef idx="3">
            <a:schemeClr val="lt1"/>
          </a:lnRef>
          <a:fillRef idx="1">
            <a:schemeClr val="accent1"/>
          </a:fillRef>
          <a:effectRef idx="1">
            <a:schemeClr val="accent1"/>
          </a:effectRef>
          <a:fontRef idx="minor">
            <a:schemeClr val="lt1"/>
          </a:fontRef>
        </p:style>
        <p:txBody>
          <a:bodyPr wrap="square">
            <a:spAutoFit/>
          </a:bodyPr>
          <a:lstStyle/>
          <a:p>
            <a:r>
              <a:rPr lang="en-US" altLang="zh-CN" sz="1600" b="1" kern="0" dirty="0" err="1">
                <a:solidFill>
                  <a:srgbClr val="002060"/>
                </a:solidFill>
                <a:latin typeface="微软雅黑" panose="020B0503020204020204" pitchFamily="34" charset="-122"/>
                <a:ea typeface="微软雅黑" panose="020B0503020204020204" pitchFamily="34" charset="-122"/>
              </a:rPr>
              <a:t>eys</a:t>
            </a:r>
            <a:r>
              <a:rPr lang="es-ES" altLang="zh-CN" sz="1600" b="1" kern="0" dirty="0">
                <a:solidFill>
                  <a:srgbClr val="002060"/>
                </a:solidFill>
                <a:latin typeface="微软雅黑" panose="020B0503020204020204" pitchFamily="34" charset="-122"/>
                <a:ea typeface="微软雅黑" panose="020B0503020204020204" pitchFamily="34" charset="-122"/>
              </a:rPr>
              <a:t>(2</a:t>
            </a:r>
            <a:r>
              <a:rPr lang="en-US" altLang="zh-CN" sz="1600" b="1" kern="0" dirty="0">
                <a:solidFill>
                  <a:srgbClr val="002060"/>
                </a:solidFill>
                <a:latin typeface="微软雅黑" panose="020B0503020204020204" pitchFamily="34" charset="-122"/>
                <a:ea typeface="微软雅黑" panose="020B0503020204020204" pitchFamily="34" charset="-122"/>
              </a:rPr>
              <a:t>,2</a:t>
            </a:r>
            <a:r>
              <a:rPr lang="es-ES" altLang="zh-CN" sz="1600" b="1" kern="0" dirty="0">
                <a:solidFill>
                  <a:srgbClr val="002060"/>
                </a:solidFill>
                <a:latin typeface="微软雅黑" panose="020B0503020204020204" pitchFamily="34" charset="-122"/>
                <a:ea typeface="微软雅黑" panose="020B0503020204020204" pitchFamily="34" charset="-122"/>
              </a:rPr>
              <a:t>)</a:t>
            </a:r>
            <a:endParaRPr lang="zh-CN" altLang="en-US" sz="1600" b="1" kern="0" dirty="0">
              <a:solidFill>
                <a:srgbClr val="002060"/>
              </a:solidFill>
              <a:latin typeface="微软雅黑" panose="020B0503020204020204" pitchFamily="34" charset="-122"/>
              <a:ea typeface="微软雅黑" panose="020B0503020204020204" pitchFamily="34" charset="-122"/>
            </a:endParaRPr>
          </a:p>
        </p:txBody>
      </p:sp>
      <p:sp>
        <p:nvSpPr>
          <p:cNvPr id="19" name="矩形 18">
            <a:extLst>
              <a:ext uri="{FF2B5EF4-FFF2-40B4-BE49-F238E27FC236}">
                <a16:creationId xmlns:a16="http://schemas.microsoft.com/office/drawing/2014/main" id="{C1832C5D-C3A0-437F-83B8-52C0C3BD5C53}"/>
              </a:ext>
            </a:extLst>
          </p:cNvPr>
          <p:cNvSpPr/>
          <p:nvPr/>
        </p:nvSpPr>
        <p:spPr>
          <a:xfrm>
            <a:off x="3957757" y="1149067"/>
            <a:ext cx="5098439" cy="338554"/>
          </a:xfrm>
          <a:prstGeom prst="rect">
            <a:avLst/>
          </a:prstGeom>
          <a:noFill/>
          <a:ln>
            <a:noFill/>
          </a:ln>
        </p:spPr>
        <p:style>
          <a:lnRef idx="3">
            <a:schemeClr val="lt1"/>
          </a:lnRef>
          <a:fillRef idx="1">
            <a:schemeClr val="accent1"/>
          </a:fillRef>
          <a:effectRef idx="1">
            <a:schemeClr val="accent1"/>
          </a:effectRef>
          <a:fontRef idx="minor">
            <a:schemeClr val="lt1"/>
          </a:fontRef>
        </p:style>
        <p:txBody>
          <a:bodyPr wrap="square">
            <a:spAutoFit/>
          </a:bodyPr>
          <a:lstStyle/>
          <a:p>
            <a:pPr algn="dist"/>
            <a:r>
              <a:rPr lang="zh-CN" altLang="en-US" sz="1600" kern="0" dirty="0">
                <a:solidFill>
                  <a:schemeClr val="bg1"/>
                </a:solidFill>
                <a:highlight>
                  <a:srgbClr val="3399FF"/>
                </a:highlight>
              </a:rPr>
              <a:t>内置函数的一般格式：</a:t>
            </a:r>
            <a:r>
              <a:rPr lang="zh-CN" altLang="en-US" sz="1600" kern="0" dirty="0">
                <a:solidFill>
                  <a:schemeClr val="bg1"/>
                </a:solidFill>
                <a:highlight>
                  <a:srgbClr val="FF0000"/>
                </a:highlight>
              </a:rPr>
              <a:t>内置函数名（</a:t>
            </a:r>
            <a:r>
              <a:rPr lang="en-US" altLang="zh-CN" sz="1600" kern="0" dirty="0">
                <a:solidFill>
                  <a:schemeClr val="bg1"/>
                </a:solidFill>
                <a:highlight>
                  <a:srgbClr val="FF0000"/>
                </a:highlight>
              </a:rPr>
              <a:t>dims</a:t>
            </a:r>
            <a:r>
              <a:rPr lang="zh-CN" altLang="en-US" sz="1600" kern="0" dirty="0">
                <a:solidFill>
                  <a:schemeClr val="bg1"/>
                </a:solidFill>
                <a:highlight>
                  <a:srgbClr val="FF0000"/>
                </a:highlight>
              </a:rPr>
              <a:t>）</a:t>
            </a:r>
            <a:endParaRPr lang="zh-CN" altLang="en-US" sz="1600" dirty="0">
              <a:solidFill>
                <a:schemeClr val="bg1"/>
              </a:solidFill>
              <a:highlight>
                <a:srgbClr val="FF0000"/>
              </a:highlight>
              <a:latin typeface="Times New Roman" panose="02020603050405020304" pitchFamily="18" charset="0"/>
              <a:cs typeface="Times New Roman" panose="02020603050405020304" pitchFamily="18" charset="0"/>
            </a:endParaRPr>
          </a:p>
        </p:txBody>
      </p:sp>
      <p:sp>
        <p:nvSpPr>
          <p:cNvPr id="22" name="文本框 21">
            <a:extLst>
              <a:ext uri="{FF2B5EF4-FFF2-40B4-BE49-F238E27FC236}">
                <a16:creationId xmlns:a16="http://schemas.microsoft.com/office/drawing/2014/main" id="{A8B65FDA-2ED8-4231-9150-ABB6EAD52F54}"/>
              </a:ext>
            </a:extLst>
          </p:cNvPr>
          <p:cNvSpPr txBox="1"/>
          <p:nvPr/>
        </p:nvSpPr>
        <p:spPr>
          <a:xfrm>
            <a:off x="231820" y="729894"/>
            <a:ext cx="8824376" cy="307777"/>
          </a:xfrm>
          <a:prstGeom prst="rect">
            <a:avLst/>
          </a:prstGeom>
          <a:solidFill>
            <a:schemeClr val="bg1"/>
          </a:solidFill>
        </p:spPr>
        <p:txBody>
          <a:bodyPr wrap="square">
            <a:spAutoFit/>
          </a:bodyPr>
          <a:lstStyle/>
          <a:p>
            <a:pPr algn="dist"/>
            <a:r>
              <a:rPr lang="zh-CN" altLang="en-US" sz="1400" b="1" kern="0" dirty="0">
                <a:solidFill>
                  <a:srgbClr val="0070C0"/>
                </a:solidFill>
                <a:latin typeface="微软雅黑" panose="020B0503020204020204" pitchFamily="34" charset="-122"/>
                <a:ea typeface="微软雅黑" panose="020B0503020204020204" pitchFamily="34" charset="-122"/>
              </a:rPr>
              <a:t>通用内置函数即可建列向量</a:t>
            </a:r>
            <a:r>
              <a:rPr lang="en-US" altLang="zh-CN" sz="1400" b="1" kern="0" dirty="0">
                <a:solidFill>
                  <a:srgbClr val="0070C0"/>
                </a:solidFill>
                <a:latin typeface="微软雅黑" panose="020B0503020204020204" pitchFamily="34" charset="-122"/>
                <a:ea typeface="微软雅黑" panose="020B0503020204020204" pitchFamily="34" charset="-122"/>
              </a:rPr>
              <a:t>n*1,</a:t>
            </a:r>
            <a:r>
              <a:rPr lang="zh-CN" altLang="en-US" sz="1400" b="1" kern="0" dirty="0">
                <a:solidFill>
                  <a:srgbClr val="0070C0"/>
                </a:solidFill>
                <a:latin typeface="微软雅黑" panose="020B0503020204020204" pitchFamily="34" charset="-122"/>
                <a:ea typeface="微软雅黑" panose="020B0503020204020204" pitchFamily="34" charset="-122"/>
              </a:rPr>
              <a:t>也可建矩阵</a:t>
            </a:r>
            <a:r>
              <a:rPr lang="en-US" altLang="zh-CN" sz="1400" b="1" kern="0" dirty="0">
                <a:solidFill>
                  <a:srgbClr val="0070C0"/>
                </a:solidFill>
                <a:latin typeface="微软雅黑" panose="020B0503020204020204" pitchFamily="34" charset="-122"/>
                <a:ea typeface="微软雅黑" panose="020B0503020204020204" pitchFamily="34" charset="-122"/>
              </a:rPr>
              <a:t>m*n;</a:t>
            </a:r>
            <a:r>
              <a:rPr lang="zh-CN" altLang="en-US" sz="1400" b="1" kern="0" dirty="0">
                <a:solidFill>
                  <a:srgbClr val="0070C0"/>
                </a:solidFill>
                <a:latin typeface="微软雅黑" panose="020B0503020204020204" pitchFamily="34" charset="-122"/>
                <a:ea typeface="微软雅黑" panose="020B0503020204020204" pitchFamily="34" charset="-122"/>
              </a:rPr>
              <a:t>如维度</a:t>
            </a:r>
            <a:r>
              <a:rPr lang="en-US" altLang="zh-CN" sz="1400" b="1" kern="0" dirty="0">
                <a:solidFill>
                  <a:srgbClr val="0070C0"/>
                </a:solidFill>
                <a:latin typeface="微软雅黑" panose="020B0503020204020204" pitchFamily="34" charset="-122"/>
                <a:ea typeface="微软雅黑" panose="020B0503020204020204" pitchFamily="34" charset="-122"/>
              </a:rPr>
              <a:t>dims</a:t>
            </a:r>
            <a:r>
              <a:rPr lang="zh-CN" altLang="en-US" sz="1400" b="1" kern="0" dirty="0">
                <a:solidFill>
                  <a:srgbClr val="0070C0"/>
                </a:solidFill>
                <a:latin typeface="微软雅黑" panose="020B0503020204020204" pitchFamily="34" charset="-122"/>
                <a:ea typeface="微软雅黑" panose="020B0503020204020204" pitchFamily="34" charset="-122"/>
              </a:rPr>
              <a:t>为</a:t>
            </a:r>
            <a:r>
              <a:rPr lang="en-US" altLang="zh-CN" sz="1400" b="1" kern="0" dirty="0">
                <a:solidFill>
                  <a:srgbClr val="0070C0"/>
                </a:solidFill>
                <a:latin typeface="微软雅黑" panose="020B0503020204020204" pitchFamily="34" charset="-122"/>
                <a:ea typeface="微软雅黑" panose="020B0503020204020204" pitchFamily="34" charset="-122"/>
              </a:rPr>
              <a:t>n,</a:t>
            </a:r>
            <a:r>
              <a:rPr lang="zh-CN" altLang="en-US" sz="1400" b="1" kern="0" dirty="0">
                <a:solidFill>
                  <a:srgbClr val="0070C0"/>
                </a:solidFill>
                <a:latin typeface="微软雅黑" panose="020B0503020204020204" pitchFamily="34" charset="-122"/>
                <a:ea typeface="微软雅黑" panose="020B0503020204020204" pitchFamily="34" charset="-122"/>
              </a:rPr>
              <a:t>建列向量；如</a:t>
            </a:r>
            <a:r>
              <a:rPr lang="en-US" altLang="zh-CN" sz="1400" b="1" kern="0" dirty="0">
                <a:solidFill>
                  <a:srgbClr val="0070C0"/>
                </a:solidFill>
                <a:latin typeface="微软雅黑" panose="020B0503020204020204" pitchFamily="34" charset="-122"/>
                <a:ea typeface="微软雅黑" panose="020B0503020204020204" pitchFamily="34" charset="-122"/>
              </a:rPr>
              <a:t>dims</a:t>
            </a:r>
            <a:r>
              <a:rPr lang="zh-CN" altLang="en-US" sz="1400" b="1" kern="0" dirty="0">
                <a:solidFill>
                  <a:srgbClr val="0070C0"/>
                </a:solidFill>
                <a:latin typeface="微软雅黑" panose="020B0503020204020204" pitchFamily="34" charset="-122"/>
                <a:ea typeface="微软雅黑" panose="020B0503020204020204" pitchFamily="34" charset="-122"/>
              </a:rPr>
              <a:t>为</a:t>
            </a:r>
            <a:r>
              <a:rPr lang="en-US" altLang="zh-CN" sz="1400" b="1" kern="0" dirty="0">
                <a:solidFill>
                  <a:srgbClr val="0070C0"/>
                </a:solidFill>
                <a:latin typeface="微软雅黑" panose="020B0503020204020204" pitchFamily="34" charset="-122"/>
                <a:ea typeface="微软雅黑" panose="020B0503020204020204" pitchFamily="34" charset="-122"/>
              </a:rPr>
              <a:t>m</a:t>
            </a:r>
            <a:r>
              <a:rPr lang="zh-CN" altLang="en-US" sz="1400" b="1" kern="0" dirty="0">
                <a:solidFill>
                  <a:srgbClr val="0070C0"/>
                </a:solidFill>
                <a:latin typeface="微软雅黑" panose="020B0503020204020204" pitchFamily="34" charset="-122"/>
                <a:ea typeface="微软雅黑" panose="020B0503020204020204" pitchFamily="34" charset="-122"/>
              </a:rPr>
              <a:t>和</a:t>
            </a:r>
            <a:r>
              <a:rPr lang="en-US" altLang="zh-CN" sz="1400" b="1" kern="0" dirty="0">
                <a:solidFill>
                  <a:srgbClr val="0070C0"/>
                </a:solidFill>
                <a:latin typeface="微软雅黑" panose="020B0503020204020204" pitchFamily="34" charset="-122"/>
                <a:ea typeface="微软雅黑" panose="020B0503020204020204" pitchFamily="34" charset="-122"/>
              </a:rPr>
              <a:t>n</a:t>
            </a:r>
            <a:r>
              <a:rPr lang="zh-CN" altLang="en-US" sz="1400" b="1" kern="0" dirty="0">
                <a:solidFill>
                  <a:srgbClr val="0070C0"/>
                </a:solidFill>
                <a:latin typeface="微软雅黑" panose="020B0503020204020204" pitchFamily="34" charset="-122"/>
                <a:ea typeface="微软雅黑" panose="020B0503020204020204" pitchFamily="34" charset="-122"/>
              </a:rPr>
              <a:t>，建矩阵</a:t>
            </a:r>
            <a:endParaRPr lang="zh-CN" altLang="en-US" sz="1400" b="1" dirty="0">
              <a:solidFill>
                <a:srgbClr val="0070C0"/>
              </a:solidFill>
            </a:endParaRPr>
          </a:p>
        </p:txBody>
      </p:sp>
      <p:sp>
        <p:nvSpPr>
          <p:cNvPr id="23" name="文本框 22">
            <a:extLst>
              <a:ext uri="{FF2B5EF4-FFF2-40B4-BE49-F238E27FC236}">
                <a16:creationId xmlns:a16="http://schemas.microsoft.com/office/drawing/2014/main" id="{F67B2A7D-A6A3-41A6-9A7C-25F9A536FDEA}"/>
              </a:ext>
            </a:extLst>
          </p:cNvPr>
          <p:cNvSpPr txBox="1"/>
          <p:nvPr/>
        </p:nvSpPr>
        <p:spPr>
          <a:xfrm>
            <a:off x="4896386" y="3059625"/>
            <a:ext cx="4080706" cy="307777"/>
          </a:xfrm>
          <a:prstGeom prst="rect">
            <a:avLst/>
          </a:prstGeom>
          <a:solidFill>
            <a:schemeClr val="bg1"/>
          </a:solidFill>
        </p:spPr>
        <p:txBody>
          <a:bodyPr wrap="square">
            <a:spAutoFit/>
          </a:bodyPr>
          <a:lstStyle/>
          <a:p>
            <a:pPr algn="dist"/>
            <a:r>
              <a:rPr lang="zh-CN" altLang="en-US" sz="1400" b="1" kern="0" dirty="0">
                <a:solidFill>
                  <a:srgbClr val="002060"/>
                </a:solidFill>
                <a:latin typeface="微软雅黑" panose="020B0503020204020204" pitchFamily="34" charset="-122"/>
                <a:ea typeface="微软雅黑" panose="020B0503020204020204" pitchFamily="34" charset="-122"/>
              </a:rPr>
              <a:t>专用函数生成矩阵是方阵，故只输入一个维度</a:t>
            </a:r>
          </a:p>
        </p:txBody>
      </p:sp>
      <p:sp>
        <p:nvSpPr>
          <p:cNvPr id="24" name="矩形 23">
            <a:extLst>
              <a:ext uri="{FF2B5EF4-FFF2-40B4-BE49-F238E27FC236}">
                <a16:creationId xmlns:a16="http://schemas.microsoft.com/office/drawing/2014/main" id="{8C110EFA-3AE1-424B-8720-0AF6516A4C07}"/>
              </a:ext>
            </a:extLst>
          </p:cNvPr>
          <p:cNvSpPr/>
          <p:nvPr/>
        </p:nvSpPr>
        <p:spPr>
          <a:xfrm>
            <a:off x="5591811" y="2673006"/>
            <a:ext cx="893172" cy="338554"/>
          </a:xfrm>
          <a:prstGeom prst="rect">
            <a:avLst/>
          </a:prstGeom>
          <a:noFill/>
          <a:ln>
            <a:noFill/>
          </a:ln>
          <a:effectLst/>
        </p:spPr>
        <p:style>
          <a:lnRef idx="3">
            <a:schemeClr val="lt1"/>
          </a:lnRef>
          <a:fillRef idx="1">
            <a:schemeClr val="accent1"/>
          </a:fillRef>
          <a:effectRef idx="1">
            <a:schemeClr val="accent1"/>
          </a:effectRef>
          <a:fontRef idx="minor">
            <a:schemeClr val="lt1"/>
          </a:fontRef>
        </p:style>
        <p:txBody>
          <a:bodyPr wrap="square">
            <a:spAutoFit/>
          </a:bodyPr>
          <a:lstStyle/>
          <a:p>
            <a:r>
              <a:rPr lang="en-US" altLang="zh-CN" sz="1600" b="1" kern="0" dirty="0">
                <a:solidFill>
                  <a:srgbClr val="002060"/>
                </a:solidFill>
                <a:latin typeface="微软雅黑" panose="020B0503020204020204" pitchFamily="34" charset="-122"/>
                <a:ea typeface="微软雅黑" panose="020B0503020204020204" pitchFamily="34" charset="-122"/>
              </a:rPr>
              <a:t>rand</a:t>
            </a:r>
            <a:r>
              <a:rPr lang="es-ES" altLang="zh-CN" sz="1600" b="1" kern="0" dirty="0">
                <a:solidFill>
                  <a:srgbClr val="002060"/>
                </a:solidFill>
                <a:latin typeface="微软雅黑" panose="020B0503020204020204" pitchFamily="34" charset="-122"/>
                <a:ea typeface="微软雅黑" panose="020B0503020204020204" pitchFamily="34" charset="-122"/>
              </a:rPr>
              <a:t>(3)</a:t>
            </a:r>
            <a:endParaRPr lang="zh-CN" altLang="en-US" sz="1600" b="1" kern="0" dirty="0">
              <a:solidFill>
                <a:srgbClr val="002060"/>
              </a:solidFill>
              <a:latin typeface="微软雅黑" panose="020B0503020204020204" pitchFamily="34" charset="-122"/>
              <a:ea typeface="微软雅黑" panose="020B0503020204020204" pitchFamily="34" charset="-122"/>
            </a:endParaRPr>
          </a:p>
        </p:txBody>
      </p:sp>
      <p:sp>
        <p:nvSpPr>
          <p:cNvPr id="25" name="文本框 24">
            <a:extLst>
              <a:ext uri="{FF2B5EF4-FFF2-40B4-BE49-F238E27FC236}">
                <a16:creationId xmlns:a16="http://schemas.microsoft.com/office/drawing/2014/main" id="{D9162562-B7AA-42AF-BDA7-931CD0B52885}"/>
              </a:ext>
            </a:extLst>
          </p:cNvPr>
          <p:cNvSpPr txBox="1"/>
          <p:nvPr/>
        </p:nvSpPr>
        <p:spPr>
          <a:xfrm>
            <a:off x="4106030" y="3448089"/>
            <a:ext cx="4085805" cy="369332"/>
          </a:xfrm>
          <a:prstGeom prst="rect">
            <a:avLst/>
          </a:prstGeom>
          <a:noFill/>
          <a:ln>
            <a:solidFill>
              <a:schemeClr val="bg1"/>
            </a:solidFill>
          </a:ln>
        </p:spPr>
        <p:txBody>
          <a:bodyPr wrap="square">
            <a:spAutoFit/>
          </a:bodyPr>
          <a:lstStyle/>
          <a:p>
            <a:r>
              <a:rPr lang="zh-CN" altLang="en-US" dirty="0">
                <a:solidFill>
                  <a:srgbClr val="00B0F0"/>
                </a:solidFill>
              </a:rPr>
              <a:t>julia&gt; magic(2)  </a:t>
            </a:r>
            <a:r>
              <a:rPr lang="en-US" altLang="zh-CN" dirty="0">
                <a:solidFill>
                  <a:srgbClr val="00B0F0"/>
                </a:solidFill>
              </a:rPr>
              <a:t>#</a:t>
            </a:r>
            <a:r>
              <a:rPr lang="zh-CN" altLang="en-US" dirty="0">
                <a:solidFill>
                  <a:srgbClr val="00B0F0"/>
                </a:solidFill>
              </a:rPr>
              <a:t>2×2 Matrix{Int64}:</a:t>
            </a:r>
          </a:p>
        </p:txBody>
      </p:sp>
      <p:sp>
        <p:nvSpPr>
          <p:cNvPr id="26" name="文本框 25">
            <a:extLst>
              <a:ext uri="{FF2B5EF4-FFF2-40B4-BE49-F238E27FC236}">
                <a16:creationId xmlns:a16="http://schemas.microsoft.com/office/drawing/2014/main" id="{4C5428E4-1767-4157-BF4F-AC86B7BBFC4A}"/>
              </a:ext>
            </a:extLst>
          </p:cNvPr>
          <p:cNvSpPr txBox="1"/>
          <p:nvPr/>
        </p:nvSpPr>
        <p:spPr>
          <a:xfrm>
            <a:off x="8277049" y="3320467"/>
            <a:ext cx="841655" cy="646331"/>
          </a:xfrm>
          <a:prstGeom prst="rect">
            <a:avLst/>
          </a:prstGeom>
          <a:noFill/>
        </p:spPr>
        <p:txBody>
          <a:bodyPr wrap="square">
            <a:spAutoFit/>
          </a:bodyPr>
          <a:lstStyle/>
          <a:p>
            <a:r>
              <a:rPr lang="zh-CN" altLang="en-US" dirty="0">
                <a:solidFill>
                  <a:srgbClr val="00B0F0"/>
                </a:solidFill>
              </a:rPr>
              <a:t> 1  3</a:t>
            </a:r>
          </a:p>
          <a:p>
            <a:r>
              <a:rPr lang="zh-CN" altLang="en-US" dirty="0">
                <a:solidFill>
                  <a:srgbClr val="00B0F0"/>
                </a:solidFill>
              </a:rPr>
              <a:t> 4  2</a:t>
            </a:r>
          </a:p>
        </p:txBody>
      </p:sp>
      <p:sp>
        <p:nvSpPr>
          <p:cNvPr id="21" name="文本框 20">
            <a:extLst>
              <a:ext uri="{FF2B5EF4-FFF2-40B4-BE49-F238E27FC236}">
                <a16:creationId xmlns:a16="http://schemas.microsoft.com/office/drawing/2014/main" id="{EBCF00C8-C115-49C8-989D-2122465A5472}"/>
              </a:ext>
            </a:extLst>
          </p:cNvPr>
          <p:cNvSpPr txBox="1"/>
          <p:nvPr/>
        </p:nvSpPr>
        <p:spPr>
          <a:xfrm>
            <a:off x="8057836" y="1512224"/>
            <a:ext cx="1037399" cy="307777"/>
          </a:xfrm>
          <a:prstGeom prst="rect">
            <a:avLst/>
          </a:prstGeom>
          <a:noFill/>
        </p:spPr>
        <p:txBody>
          <a:bodyPr wrap="square">
            <a:spAutoFit/>
          </a:bodyPr>
          <a:lstStyle/>
          <a:p>
            <a:r>
              <a:rPr lang="zh-CN" altLang="en-US" sz="1400" b="1" kern="0" dirty="0">
                <a:solidFill>
                  <a:srgbClr val="002060"/>
                </a:solidFill>
                <a:latin typeface="微软雅黑" panose="020B0503020204020204" pitchFamily="34" charset="-122"/>
                <a:ea typeface="微软雅黑" panose="020B0503020204020204" pitchFamily="34" charset="-122"/>
              </a:rPr>
              <a:t>壹列向量</a:t>
            </a:r>
            <a:endParaRPr lang="zh-CN" altLang="en-US" sz="1400" dirty="0">
              <a:latin typeface="微软雅黑" panose="020B0503020204020204" pitchFamily="34" charset="-122"/>
              <a:ea typeface="微软雅黑" panose="020B0503020204020204" pitchFamily="34" charset="-122"/>
            </a:endParaRPr>
          </a:p>
        </p:txBody>
      </p:sp>
      <p:sp>
        <p:nvSpPr>
          <p:cNvPr id="27" name="文本框 26">
            <a:extLst>
              <a:ext uri="{FF2B5EF4-FFF2-40B4-BE49-F238E27FC236}">
                <a16:creationId xmlns:a16="http://schemas.microsoft.com/office/drawing/2014/main" id="{A07B8E1F-07F5-4CE9-9C61-8F35B017C9A4}"/>
              </a:ext>
            </a:extLst>
          </p:cNvPr>
          <p:cNvSpPr txBox="1"/>
          <p:nvPr/>
        </p:nvSpPr>
        <p:spPr>
          <a:xfrm>
            <a:off x="7136209" y="1860101"/>
            <a:ext cx="1872208" cy="307777"/>
          </a:xfrm>
          <a:prstGeom prst="rect">
            <a:avLst/>
          </a:prstGeom>
          <a:noFill/>
        </p:spPr>
        <p:txBody>
          <a:bodyPr wrap="square">
            <a:spAutoFit/>
          </a:bodyPr>
          <a:lstStyle/>
          <a:p>
            <a:r>
              <a:rPr lang="es-ES" altLang="zh-CN" sz="1400" b="1" kern="0" dirty="0">
                <a:solidFill>
                  <a:srgbClr val="002060"/>
                </a:solidFill>
                <a:latin typeface="微软雅黑" panose="020B0503020204020204" pitchFamily="34" charset="-122"/>
                <a:ea typeface="微软雅黑" panose="020B0503020204020204" pitchFamily="34" charset="-122"/>
              </a:rPr>
              <a:t>2</a:t>
            </a:r>
            <a:r>
              <a:rPr lang="zh-CN" altLang="en-US" sz="1400" b="1" kern="0" dirty="0">
                <a:solidFill>
                  <a:srgbClr val="002060"/>
                </a:solidFill>
                <a:latin typeface="微软雅黑" panose="020B0503020204020204" pitchFamily="34" charset="-122"/>
                <a:ea typeface="微软雅黑" panose="020B0503020204020204" pitchFamily="34" charset="-122"/>
              </a:rPr>
              <a:t>行</a:t>
            </a:r>
            <a:r>
              <a:rPr lang="en-US" altLang="zh-CN" sz="1400" b="1" kern="0" dirty="0">
                <a:solidFill>
                  <a:srgbClr val="002060"/>
                </a:solidFill>
                <a:latin typeface="微软雅黑" panose="020B0503020204020204" pitchFamily="34" charset="-122"/>
                <a:ea typeface="微软雅黑" panose="020B0503020204020204" pitchFamily="34" charset="-122"/>
              </a:rPr>
              <a:t>3</a:t>
            </a:r>
            <a:r>
              <a:rPr lang="zh-CN" altLang="en-US" sz="1400" b="1" kern="0" dirty="0">
                <a:solidFill>
                  <a:srgbClr val="002060"/>
                </a:solidFill>
                <a:latin typeface="微软雅黑" panose="020B0503020204020204" pitchFamily="34" charset="-122"/>
                <a:ea typeface="微软雅黑" panose="020B0503020204020204" pitchFamily="34" charset="-122"/>
              </a:rPr>
              <a:t>列的长形零矩阵</a:t>
            </a:r>
            <a:endParaRPr lang="zh-CN" altLang="en-US" sz="1400" dirty="0">
              <a:latin typeface="微软雅黑" panose="020B0503020204020204" pitchFamily="34" charset="-122"/>
              <a:ea typeface="微软雅黑" panose="020B0503020204020204" pitchFamily="34" charset="-122"/>
            </a:endParaRPr>
          </a:p>
        </p:txBody>
      </p:sp>
      <p:sp>
        <p:nvSpPr>
          <p:cNvPr id="28" name="文本框 27">
            <a:extLst>
              <a:ext uri="{FF2B5EF4-FFF2-40B4-BE49-F238E27FC236}">
                <a16:creationId xmlns:a16="http://schemas.microsoft.com/office/drawing/2014/main" id="{2B2EEDBE-85EF-4A0D-B4BE-D9EE0F264311}"/>
              </a:ext>
            </a:extLst>
          </p:cNvPr>
          <p:cNvSpPr txBox="1"/>
          <p:nvPr/>
        </p:nvSpPr>
        <p:spPr>
          <a:xfrm>
            <a:off x="7720290" y="2242724"/>
            <a:ext cx="1342017" cy="307777"/>
          </a:xfrm>
          <a:prstGeom prst="rect">
            <a:avLst/>
          </a:prstGeom>
          <a:noFill/>
        </p:spPr>
        <p:txBody>
          <a:bodyPr wrap="square">
            <a:spAutoFit/>
          </a:bodyPr>
          <a:lstStyle/>
          <a:p>
            <a:r>
              <a:rPr lang="zh-CN" altLang="en-US" sz="1400" b="1" kern="0" dirty="0">
                <a:solidFill>
                  <a:srgbClr val="002060"/>
                </a:solidFill>
                <a:latin typeface="微软雅黑" panose="020B0503020204020204" pitchFamily="34" charset="-122"/>
                <a:ea typeface="微软雅黑" panose="020B0503020204020204" pitchFamily="34" charset="-122"/>
              </a:rPr>
              <a:t>二阶单位方阵</a:t>
            </a:r>
            <a:endParaRPr lang="zh-CN" altLang="en-US" sz="1400" dirty="0">
              <a:latin typeface="微软雅黑" panose="020B0503020204020204" pitchFamily="34" charset="-122"/>
              <a:ea typeface="微软雅黑" panose="020B0503020204020204" pitchFamily="34" charset="-122"/>
            </a:endParaRPr>
          </a:p>
        </p:txBody>
      </p:sp>
      <p:sp>
        <p:nvSpPr>
          <p:cNvPr id="29" name="文本框 28">
            <a:extLst>
              <a:ext uri="{FF2B5EF4-FFF2-40B4-BE49-F238E27FC236}">
                <a16:creationId xmlns:a16="http://schemas.microsoft.com/office/drawing/2014/main" id="{D205BDC5-26DA-4717-BE68-FA7DEAD42C55}"/>
              </a:ext>
            </a:extLst>
          </p:cNvPr>
          <p:cNvSpPr txBox="1"/>
          <p:nvPr/>
        </p:nvSpPr>
        <p:spPr>
          <a:xfrm>
            <a:off x="7020924" y="2655717"/>
            <a:ext cx="1969828" cy="307777"/>
          </a:xfrm>
          <a:prstGeom prst="rect">
            <a:avLst/>
          </a:prstGeom>
          <a:noFill/>
        </p:spPr>
        <p:txBody>
          <a:bodyPr wrap="square">
            <a:spAutoFit/>
          </a:bodyPr>
          <a:lstStyle/>
          <a:p>
            <a:pPr algn="dist"/>
            <a:r>
              <a:rPr lang="es-ES" altLang="zh-CN" sz="1400" b="1" kern="0" dirty="0">
                <a:solidFill>
                  <a:srgbClr val="002060"/>
                </a:solidFill>
                <a:latin typeface="微软雅黑" panose="020B0503020204020204" pitchFamily="34" charset="-122"/>
                <a:ea typeface="微软雅黑" panose="020B0503020204020204" pitchFamily="34" charset="-122"/>
              </a:rPr>
              <a:t>3</a:t>
            </a:r>
            <a:r>
              <a:rPr lang="zh-CN" altLang="en-US" sz="1400" b="1" kern="0" dirty="0">
                <a:solidFill>
                  <a:srgbClr val="002060"/>
                </a:solidFill>
                <a:latin typeface="微软雅黑" panose="020B0503020204020204" pitchFamily="34" charset="-122"/>
                <a:ea typeface="微软雅黑" panose="020B0503020204020204" pitchFamily="34" charset="-122"/>
              </a:rPr>
              <a:t>个元素随机列向量</a:t>
            </a:r>
            <a:endParaRPr lang="zh-CN" altLang="en-US" sz="1400" dirty="0">
              <a:latin typeface="微软雅黑" panose="020B0503020204020204" pitchFamily="34" charset="-122"/>
              <a:ea typeface="微软雅黑" panose="020B0503020204020204" pitchFamily="34" charset="-122"/>
            </a:endParaRPr>
          </a:p>
        </p:txBody>
      </p:sp>
      <p:sp>
        <p:nvSpPr>
          <p:cNvPr id="34" name="文本框 33">
            <a:extLst>
              <a:ext uri="{FF2B5EF4-FFF2-40B4-BE49-F238E27FC236}">
                <a16:creationId xmlns:a16="http://schemas.microsoft.com/office/drawing/2014/main" id="{470184DD-4BA8-454E-9A3E-277403B5336D}"/>
              </a:ext>
            </a:extLst>
          </p:cNvPr>
          <p:cNvSpPr txBox="1"/>
          <p:nvPr/>
        </p:nvSpPr>
        <p:spPr>
          <a:xfrm>
            <a:off x="266775" y="3989008"/>
            <a:ext cx="9054403" cy="569387"/>
          </a:xfrm>
          <a:prstGeom prst="rect">
            <a:avLst/>
          </a:prstGeom>
          <a:noFill/>
        </p:spPr>
        <p:txBody>
          <a:bodyPr wrap="square">
            <a:spAutoFit/>
          </a:bodyPr>
          <a:lstStyle/>
          <a:p>
            <a:pPr marL="0" indent="0">
              <a:lnSpc>
                <a:spcPts val="1800"/>
              </a:lnSpc>
              <a:buNone/>
            </a:pPr>
            <a:r>
              <a:rPr lang="en-US" altLang="zh-CN" sz="1600" dirty="0">
                <a:solidFill>
                  <a:schemeClr val="bg1"/>
                </a:solidFill>
                <a:highlight>
                  <a:srgbClr val="003B76"/>
                </a:highlight>
              </a:rPr>
              <a:t>#matlab  zeros(n) </a:t>
            </a:r>
            <a:r>
              <a:rPr lang="zh-CN" altLang="en-US" sz="1600" dirty="0">
                <a:solidFill>
                  <a:schemeClr val="bg1"/>
                </a:solidFill>
                <a:highlight>
                  <a:srgbClr val="003B76"/>
                </a:highlight>
              </a:rPr>
              <a:t>代表建立</a:t>
            </a:r>
            <a:r>
              <a:rPr lang="en-US" altLang="zh-CN" sz="1600" dirty="0">
                <a:solidFill>
                  <a:schemeClr val="bg1"/>
                </a:solidFill>
                <a:highlight>
                  <a:srgbClr val="003B76"/>
                </a:highlight>
              </a:rPr>
              <a:t>n</a:t>
            </a:r>
            <a:r>
              <a:rPr lang="zh-CN" altLang="en-US" sz="1600" dirty="0">
                <a:solidFill>
                  <a:schemeClr val="bg1"/>
                </a:solidFill>
                <a:highlight>
                  <a:srgbClr val="003B76"/>
                </a:highlight>
              </a:rPr>
              <a:t>方阵</a:t>
            </a:r>
            <a:r>
              <a:rPr lang="en-US" altLang="zh-CN" sz="1600" dirty="0">
                <a:solidFill>
                  <a:schemeClr val="bg1"/>
                </a:solidFill>
                <a:highlight>
                  <a:srgbClr val="003B76"/>
                </a:highlight>
              </a:rPr>
              <a:t>;   zeros(n,1)</a:t>
            </a:r>
            <a:r>
              <a:rPr lang="zh-CN" altLang="en-US" sz="1600" dirty="0">
                <a:solidFill>
                  <a:schemeClr val="bg1"/>
                </a:solidFill>
                <a:highlight>
                  <a:srgbClr val="003B76"/>
                </a:highlight>
              </a:rPr>
              <a:t>代表建立列方阵</a:t>
            </a:r>
            <a:r>
              <a:rPr lang="en-US" altLang="zh-CN" sz="1600" dirty="0">
                <a:solidFill>
                  <a:schemeClr val="bg1"/>
                </a:solidFill>
                <a:highlight>
                  <a:srgbClr val="003B76"/>
                </a:highlight>
              </a:rPr>
              <a:t>; zeros(</a:t>
            </a:r>
            <a:r>
              <a:rPr lang="en-US" altLang="zh-CN" sz="1600" dirty="0" err="1">
                <a:solidFill>
                  <a:schemeClr val="bg1"/>
                </a:solidFill>
                <a:highlight>
                  <a:srgbClr val="003B76"/>
                </a:highlight>
              </a:rPr>
              <a:t>n,m</a:t>
            </a:r>
            <a:r>
              <a:rPr lang="en-US" altLang="zh-CN" sz="1600" dirty="0">
                <a:solidFill>
                  <a:schemeClr val="bg1"/>
                </a:solidFill>
                <a:highlight>
                  <a:srgbClr val="003B76"/>
                </a:highlight>
              </a:rPr>
              <a:t>)</a:t>
            </a:r>
            <a:r>
              <a:rPr lang="zh-CN" altLang="en-US" sz="1600" dirty="0">
                <a:solidFill>
                  <a:schemeClr val="bg1"/>
                </a:solidFill>
                <a:highlight>
                  <a:srgbClr val="003B76"/>
                </a:highlight>
              </a:rPr>
              <a:t>代表建立</a:t>
            </a:r>
            <a:r>
              <a:rPr lang="en-US" altLang="zh-CN" sz="1600" dirty="0">
                <a:solidFill>
                  <a:schemeClr val="bg1"/>
                </a:solidFill>
                <a:highlight>
                  <a:srgbClr val="003B76"/>
                </a:highlight>
              </a:rPr>
              <a:t>n</a:t>
            </a:r>
            <a:r>
              <a:rPr lang="zh-CN" altLang="en-US" sz="1600" dirty="0">
                <a:solidFill>
                  <a:schemeClr val="bg1"/>
                </a:solidFill>
                <a:highlight>
                  <a:srgbClr val="003B76"/>
                </a:highlight>
              </a:rPr>
              <a:t>行</a:t>
            </a:r>
            <a:r>
              <a:rPr lang="en-US" altLang="zh-CN" sz="1600" dirty="0">
                <a:solidFill>
                  <a:schemeClr val="bg1"/>
                </a:solidFill>
                <a:highlight>
                  <a:srgbClr val="003B76"/>
                </a:highlight>
              </a:rPr>
              <a:t>m</a:t>
            </a:r>
            <a:r>
              <a:rPr lang="zh-CN" altLang="en-US" sz="1600" dirty="0">
                <a:solidFill>
                  <a:schemeClr val="bg1"/>
                </a:solidFill>
                <a:highlight>
                  <a:srgbClr val="003B76"/>
                </a:highlight>
              </a:rPr>
              <a:t>列长方阵</a:t>
            </a:r>
            <a:endParaRPr lang="en-US" altLang="zh-CN" sz="1600" dirty="0">
              <a:solidFill>
                <a:schemeClr val="bg1"/>
              </a:solidFill>
              <a:highlight>
                <a:srgbClr val="003B76"/>
              </a:highlight>
            </a:endParaRPr>
          </a:p>
          <a:p>
            <a:pPr marL="0" indent="0">
              <a:buNone/>
            </a:pPr>
            <a:endParaRPr lang="en-US" altLang="zh-CN" sz="1600" dirty="0">
              <a:solidFill>
                <a:schemeClr val="bg1"/>
              </a:solidFill>
              <a:highlight>
                <a:srgbClr val="003B76"/>
              </a:highlight>
            </a:endParaRPr>
          </a:p>
        </p:txBody>
      </p:sp>
      <p:sp>
        <p:nvSpPr>
          <p:cNvPr id="35" name="AutoShape 13">
            <a:extLst>
              <a:ext uri="{FF2B5EF4-FFF2-40B4-BE49-F238E27FC236}">
                <a16:creationId xmlns:a16="http://schemas.microsoft.com/office/drawing/2014/main" id="{77FD24D1-A59B-43EA-8C3B-3720EF7ECA29}"/>
              </a:ext>
            </a:extLst>
          </p:cNvPr>
          <p:cNvSpPr>
            <a:spLocks noChangeArrowheads="1"/>
          </p:cNvSpPr>
          <p:nvPr/>
        </p:nvSpPr>
        <p:spPr bwMode="auto">
          <a:xfrm>
            <a:off x="-180528" y="4027208"/>
            <a:ext cx="706830" cy="690841"/>
          </a:xfrm>
          <a:prstGeom prst="irregularSeal2">
            <a:avLst/>
          </a:prstGeom>
          <a:solidFill>
            <a:srgbClr val="C00000"/>
          </a:solidFill>
          <a:ln w="57150">
            <a:solidFill>
              <a:srgbClr val="00FF00"/>
            </a:solidFill>
            <a:miter lim="800000"/>
          </a:ln>
          <a:scene3d>
            <a:camera prst="orthographicFront"/>
            <a:lightRig rig="threePt" dir="t"/>
          </a:scene3d>
          <a:sp3d>
            <a:bevelT prst="angle"/>
          </a:sp3d>
        </p:spPr>
        <p:txBody>
          <a:bodyPr wrap="none" anchor="ctr"/>
          <a:lstStyle/>
          <a:p>
            <a:r>
              <a:rPr lang="zh-CN" altLang="en-US" sz="1400" b="1" kern="0" dirty="0">
                <a:solidFill>
                  <a:srgbClr val="FFFF00"/>
                </a:solidFill>
                <a:ea typeface="黑体" panose="02010609060101010101" pitchFamily="49" charset="-122"/>
              </a:rPr>
              <a:t>注</a:t>
            </a:r>
            <a:endParaRPr lang="en-US" altLang="zh-CN" sz="1400" b="1" kern="0" dirty="0">
              <a:solidFill>
                <a:srgbClr val="FFFF00"/>
              </a:solidFill>
              <a:ea typeface="黑体" panose="02010609060101010101" pitchFamily="49" charset="-122"/>
            </a:endParaRPr>
          </a:p>
          <a:p>
            <a:r>
              <a:rPr lang="zh-CN" altLang="en-US" sz="1400" b="1" kern="0" dirty="0">
                <a:solidFill>
                  <a:srgbClr val="FFFF00"/>
                </a:solidFill>
                <a:ea typeface="黑体" panose="02010609060101010101" pitchFamily="49" charset="-122"/>
              </a:rPr>
              <a:t>意</a:t>
            </a:r>
            <a:endParaRPr lang="en-US" altLang="zh-CN" sz="1400" dirty="0">
              <a:solidFill>
                <a:srgbClr val="FF0000"/>
              </a:solidFill>
              <a:latin typeface="微软雅黑" panose="020B0503020204020204" pitchFamily="34" charset="-122"/>
              <a:ea typeface="微软雅黑" panose="020B0503020204020204" pitchFamily="34" charset="-122"/>
            </a:endParaRPr>
          </a:p>
        </p:txBody>
      </p:sp>
      <p:sp>
        <p:nvSpPr>
          <p:cNvPr id="36" name="标题 1">
            <a:extLst>
              <a:ext uri="{FF2B5EF4-FFF2-40B4-BE49-F238E27FC236}">
                <a16:creationId xmlns:a16="http://schemas.microsoft.com/office/drawing/2014/main" id="{1F0D8BC5-B138-4FC2-889B-FABAA842C8C4}"/>
              </a:ext>
            </a:extLst>
          </p:cNvPr>
          <p:cNvSpPr txBox="1">
            <a:spLocks/>
          </p:cNvSpPr>
          <p:nvPr/>
        </p:nvSpPr>
        <p:spPr bwMode="auto">
          <a:xfrm>
            <a:off x="813330" y="80394"/>
            <a:ext cx="7884546" cy="547842"/>
          </a:xfrm>
          <a:prstGeom prst="rect">
            <a:avLst/>
          </a:prstGeom>
          <a:noFill/>
          <a:ln w="9525">
            <a:noFill/>
            <a:miter lim="800000"/>
            <a:headEnd/>
            <a:tailEnd/>
          </a:ln>
        </p:spPr>
        <p:txBody>
          <a:bodyPr vert="horz" wrap="none" lIns="91440" tIns="45720" rIns="91440" bIns="45720" numCol="1" anchor="b" anchorCtr="0" compatLnSpc="1">
            <a:prstTxWarp prst="textNoShape">
              <a:avLst/>
            </a:prstTxWarp>
          </a:bodyPr>
          <a:lstStyle>
            <a:lvl1pPr algn="l" rtl="0" eaLnBrk="0" fontAlgn="base" hangingPunct="0">
              <a:lnSpc>
                <a:spcPct val="85000"/>
              </a:lnSpc>
              <a:spcBef>
                <a:spcPct val="0"/>
              </a:spcBef>
              <a:spcAft>
                <a:spcPct val="0"/>
              </a:spcAft>
              <a:defRPr sz="3400" b="0">
                <a:solidFill>
                  <a:srgbClr val="002060"/>
                </a:solidFill>
                <a:latin typeface="华文楷体" panose="02010600040101010101" pitchFamily="2" charset="-122"/>
                <a:ea typeface="华文楷体" panose="02010600040101010101" pitchFamily="2" charset="-122"/>
                <a:cs typeface="+mj-cs"/>
              </a:defRPr>
            </a:lvl1pPr>
            <a:lvl2pPr algn="l" rtl="0" eaLnBrk="0" fontAlgn="base" hangingPunct="0">
              <a:lnSpc>
                <a:spcPct val="85000"/>
              </a:lnSpc>
              <a:spcBef>
                <a:spcPct val="0"/>
              </a:spcBef>
              <a:spcAft>
                <a:spcPct val="0"/>
              </a:spcAft>
              <a:defRPr sz="3400" b="1">
                <a:solidFill>
                  <a:srgbClr val="002E5C"/>
                </a:solidFill>
                <a:latin typeface="Helvetica" pitchFamily="34" charset="0"/>
              </a:defRPr>
            </a:lvl2pPr>
            <a:lvl3pPr algn="l" rtl="0" eaLnBrk="0" fontAlgn="base" hangingPunct="0">
              <a:lnSpc>
                <a:spcPct val="85000"/>
              </a:lnSpc>
              <a:spcBef>
                <a:spcPct val="0"/>
              </a:spcBef>
              <a:spcAft>
                <a:spcPct val="0"/>
              </a:spcAft>
              <a:defRPr sz="3400" b="1">
                <a:solidFill>
                  <a:srgbClr val="002E5C"/>
                </a:solidFill>
                <a:latin typeface="Helvetica" pitchFamily="34" charset="0"/>
              </a:defRPr>
            </a:lvl3pPr>
            <a:lvl4pPr algn="l" rtl="0" eaLnBrk="0" fontAlgn="base" hangingPunct="0">
              <a:lnSpc>
                <a:spcPct val="85000"/>
              </a:lnSpc>
              <a:spcBef>
                <a:spcPct val="0"/>
              </a:spcBef>
              <a:spcAft>
                <a:spcPct val="0"/>
              </a:spcAft>
              <a:defRPr sz="3400" b="1">
                <a:solidFill>
                  <a:srgbClr val="002E5C"/>
                </a:solidFill>
                <a:latin typeface="Helvetica" pitchFamily="34" charset="0"/>
              </a:defRPr>
            </a:lvl4pPr>
            <a:lvl5pPr algn="l" rtl="0" eaLnBrk="0" fontAlgn="base" hangingPunct="0">
              <a:lnSpc>
                <a:spcPct val="85000"/>
              </a:lnSpc>
              <a:spcBef>
                <a:spcPct val="0"/>
              </a:spcBef>
              <a:spcAft>
                <a:spcPct val="0"/>
              </a:spcAft>
              <a:defRPr sz="3400" b="1">
                <a:solidFill>
                  <a:srgbClr val="002E5C"/>
                </a:solidFill>
                <a:latin typeface="Helvetica" pitchFamily="34" charset="0"/>
              </a:defRPr>
            </a:lvl5pPr>
            <a:lvl6pPr marL="457200" algn="l" rtl="0" eaLnBrk="1" fontAlgn="base" hangingPunct="1">
              <a:lnSpc>
                <a:spcPct val="85000"/>
              </a:lnSpc>
              <a:spcBef>
                <a:spcPct val="0"/>
              </a:spcBef>
              <a:spcAft>
                <a:spcPct val="0"/>
              </a:spcAft>
              <a:defRPr sz="3400" b="1">
                <a:solidFill>
                  <a:srgbClr val="002E5C"/>
                </a:solidFill>
                <a:latin typeface="Helvetica" pitchFamily="34" charset="0"/>
              </a:defRPr>
            </a:lvl6pPr>
            <a:lvl7pPr marL="914400" algn="l" rtl="0" eaLnBrk="1" fontAlgn="base" hangingPunct="1">
              <a:lnSpc>
                <a:spcPct val="85000"/>
              </a:lnSpc>
              <a:spcBef>
                <a:spcPct val="0"/>
              </a:spcBef>
              <a:spcAft>
                <a:spcPct val="0"/>
              </a:spcAft>
              <a:defRPr sz="3400" b="1">
                <a:solidFill>
                  <a:srgbClr val="002E5C"/>
                </a:solidFill>
                <a:latin typeface="Helvetica" pitchFamily="34" charset="0"/>
              </a:defRPr>
            </a:lvl7pPr>
            <a:lvl8pPr marL="1371600" algn="l" rtl="0" eaLnBrk="1" fontAlgn="base" hangingPunct="1">
              <a:lnSpc>
                <a:spcPct val="85000"/>
              </a:lnSpc>
              <a:spcBef>
                <a:spcPct val="0"/>
              </a:spcBef>
              <a:spcAft>
                <a:spcPct val="0"/>
              </a:spcAft>
              <a:defRPr sz="3400" b="1">
                <a:solidFill>
                  <a:srgbClr val="002E5C"/>
                </a:solidFill>
                <a:latin typeface="Helvetica" pitchFamily="34" charset="0"/>
              </a:defRPr>
            </a:lvl8pPr>
            <a:lvl9pPr marL="1828800" algn="l" rtl="0" eaLnBrk="1" fontAlgn="base" hangingPunct="1">
              <a:lnSpc>
                <a:spcPct val="85000"/>
              </a:lnSpc>
              <a:spcBef>
                <a:spcPct val="0"/>
              </a:spcBef>
              <a:spcAft>
                <a:spcPct val="0"/>
              </a:spcAft>
              <a:defRPr sz="3400" b="1">
                <a:solidFill>
                  <a:srgbClr val="002E5C"/>
                </a:solidFill>
                <a:latin typeface="Helvetica" pitchFamily="34" charset="0"/>
              </a:defRPr>
            </a:lvl9pPr>
          </a:lstStyle>
          <a:p>
            <a:br>
              <a:rPr lang="en-US" altLang="zh-CN" sz="2600" kern="0" dirty="0">
                <a:latin typeface="Helvetica Neue"/>
              </a:rPr>
            </a:br>
            <a:r>
              <a:rPr lang="en-US" altLang="zh-CN" sz="2600" kern="0" dirty="0">
                <a:latin typeface="Helvetica Neue"/>
              </a:rPr>
              <a:t>§</a:t>
            </a:r>
            <a:r>
              <a:rPr lang="en-US" altLang="zh-CN" sz="2600" dirty="0"/>
              <a:t>1.4.1.2 </a:t>
            </a:r>
            <a:r>
              <a:rPr lang="zh-CN" altLang="en-US" sz="2600" i="0" dirty="0">
                <a:effectLst/>
                <a:latin typeface="Helvetica Neue"/>
              </a:rPr>
              <a:t>创建二维</a:t>
            </a:r>
            <a:r>
              <a:rPr lang="zh-CN" altLang="en-US" sz="2600" dirty="0">
                <a:latin typeface="Helvetica Neue"/>
              </a:rPr>
              <a:t>矩阵</a:t>
            </a:r>
            <a:r>
              <a:rPr lang="en-US" altLang="zh-CN" sz="2600" dirty="0">
                <a:solidFill>
                  <a:srgbClr val="FF0000"/>
                </a:solidFill>
              </a:rPr>
              <a:t>———5. </a:t>
            </a:r>
            <a:r>
              <a:rPr lang="zh-CN" altLang="en-US" sz="2600" dirty="0">
                <a:solidFill>
                  <a:srgbClr val="FF0000"/>
                </a:solidFill>
                <a:latin typeface="Helvetica Neue"/>
                <a:cs typeface="+mn-cs"/>
              </a:rPr>
              <a:t>生成数组通用内置函数</a:t>
            </a:r>
            <a:endParaRPr lang="zh-CN" altLang="en-US" sz="2600" dirty="0">
              <a:solidFill>
                <a:srgbClr val="FF0000"/>
              </a:solidFill>
            </a:endParaRPr>
          </a:p>
        </p:txBody>
      </p:sp>
      <p:sp>
        <p:nvSpPr>
          <p:cNvPr id="30" name="矩形 29">
            <a:extLst>
              <a:ext uri="{FF2B5EF4-FFF2-40B4-BE49-F238E27FC236}">
                <a16:creationId xmlns:a16="http://schemas.microsoft.com/office/drawing/2014/main" id="{7F9A7278-6BBC-441B-9F9E-3E9F4BEAB7E2}"/>
              </a:ext>
            </a:extLst>
          </p:cNvPr>
          <p:cNvSpPr/>
          <p:nvPr/>
        </p:nvSpPr>
        <p:spPr>
          <a:xfrm>
            <a:off x="179512" y="1183853"/>
            <a:ext cx="1758238" cy="307777"/>
          </a:xfrm>
          <a:prstGeom prst="rect">
            <a:avLst/>
          </a:prstGeom>
          <a:noFill/>
          <a:ln>
            <a:noFill/>
          </a:ln>
        </p:spPr>
        <p:style>
          <a:lnRef idx="3">
            <a:schemeClr val="lt1"/>
          </a:lnRef>
          <a:fillRef idx="1">
            <a:schemeClr val="accent1"/>
          </a:fillRef>
          <a:effectRef idx="1">
            <a:schemeClr val="accent1"/>
          </a:effectRef>
          <a:fontRef idx="minor">
            <a:schemeClr val="lt1"/>
          </a:fontRef>
        </p:style>
        <p:txBody>
          <a:bodyPr wrap="square">
            <a:spAutoFit/>
          </a:bodyPr>
          <a:lstStyle/>
          <a:p>
            <a:r>
              <a:rPr lang="zh-CN" altLang="en-US" sz="1400" kern="0" dirty="0">
                <a:solidFill>
                  <a:schemeClr val="bg1"/>
                </a:solidFill>
                <a:highlight>
                  <a:srgbClr val="FF0000"/>
                </a:highlight>
              </a:rPr>
              <a:t>内置函数</a:t>
            </a:r>
            <a:r>
              <a:rPr lang="es-ES" altLang="zh-CN" sz="1400" kern="0" dirty="0">
                <a:solidFill>
                  <a:schemeClr val="bg1"/>
                </a:solidFill>
                <a:highlight>
                  <a:srgbClr val="FF0000"/>
                </a:highlight>
              </a:rPr>
              <a:t>(type</a:t>
            </a:r>
            <a:r>
              <a:rPr lang="en-US" altLang="zh-CN" sz="1400" kern="0" dirty="0">
                <a:solidFill>
                  <a:schemeClr val="bg1"/>
                </a:solidFill>
                <a:highlight>
                  <a:srgbClr val="FF0000"/>
                </a:highlight>
              </a:rPr>
              <a:t>,</a:t>
            </a:r>
            <a:r>
              <a:rPr lang="es-ES" altLang="zh-CN" sz="1400" kern="0" dirty="0">
                <a:solidFill>
                  <a:schemeClr val="bg1"/>
                </a:solidFill>
                <a:highlight>
                  <a:srgbClr val="FF0000"/>
                </a:highlight>
              </a:rPr>
              <a:t>dims)</a:t>
            </a:r>
            <a:endParaRPr lang="zh-CN" altLang="en-US" sz="1400" kern="0" dirty="0">
              <a:solidFill>
                <a:schemeClr val="bg1"/>
              </a:solidFill>
              <a:highlight>
                <a:srgbClr val="FF0000"/>
              </a:highlight>
            </a:endParaRPr>
          </a:p>
        </p:txBody>
      </p:sp>
      <p:sp>
        <p:nvSpPr>
          <p:cNvPr id="31" name="文本框 30">
            <a:extLst>
              <a:ext uri="{FF2B5EF4-FFF2-40B4-BE49-F238E27FC236}">
                <a16:creationId xmlns:a16="http://schemas.microsoft.com/office/drawing/2014/main" id="{548E6F8D-D03D-4793-8A68-B20A05B47035}"/>
              </a:ext>
            </a:extLst>
          </p:cNvPr>
          <p:cNvSpPr txBox="1"/>
          <p:nvPr/>
        </p:nvSpPr>
        <p:spPr>
          <a:xfrm>
            <a:off x="1937750" y="1153535"/>
            <a:ext cx="1901865" cy="307777"/>
          </a:xfrm>
          <a:prstGeom prst="rect">
            <a:avLst/>
          </a:prstGeom>
          <a:noFill/>
        </p:spPr>
        <p:txBody>
          <a:bodyPr wrap="square">
            <a:spAutoFit/>
          </a:bodyPr>
          <a:lstStyle/>
          <a:p>
            <a:pPr algn="dist"/>
            <a:r>
              <a:rPr lang="en-US" altLang="zh-CN" sz="1400" dirty="0">
                <a:solidFill>
                  <a:schemeClr val="bg1"/>
                </a:solidFill>
                <a:highlight>
                  <a:srgbClr val="3399FF"/>
                </a:highlight>
              </a:rPr>
              <a:t>type</a:t>
            </a:r>
            <a:r>
              <a:rPr lang="zh-CN" altLang="en-US" sz="1400" dirty="0">
                <a:solidFill>
                  <a:schemeClr val="bg1"/>
                </a:solidFill>
                <a:highlight>
                  <a:srgbClr val="3399FF"/>
                </a:highlight>
              </a:rPr>
              <a:t>数据类型</a:t>
            </a:r>
            <a:r>
              <a:rPr lang="en-US" altLang="zh-CN" sz="1400" dirty="0">
                <a:solidFill>
                  <a:schemeClr val="bg1"/>
                </a:solidFill>
                <a:highlight>
                  <a:srgbClr val="3399FF"/>
                </a:highlight>
              </a:rPr>
              <a:t>,</a:t>
            </a:r>
            <a:r>
              <a:rPr lang="zh-CN" altLang="en-US" sz="1400" dirty="0">
                <a:solidFill>
                  <a:schemeClr val="bg1"/>
                </a:solidFill>
                <a:highlight>
                  <a:srgbClr val="3399FF"/>
                </a:highlight>
              </a:rPr>
              <a:t>可忽略</a:t>
            </a:r>
          </a:p>
        </p:txBody>
      </p:sp>
      <p:sp>
        <p:nvSpPr>
          <p:cNvPr id="32" name="文本框 31">
            <a:extLst>
              <a:ext uri="{FF2B5EF4-FFF2-40B4-BE49-F238E27FC236}">
                <a16:creationId xmlns:a16="http://schemas.microsoft.com/office/drawing/2014/main" id="{E18997DA-CA06-4EAD-9F3A-0B5187C906B7}"/>
              </a:ext>
            </a:extLst>
          </p:cNvPr>
          <p:cNvSpPr txBox="1"/>
          <p:nvPr/>
        </p:nvSpPr>
        <p:spPr>
          <a:xfrm>
            <a:off x="6518723" y="1470453"/>
            <a:ext cx="1631862" cy="369332"/>
          </a:xfrm>
          <a:prstGeom prst="rect">
            <a:avLst/>
          </a:prstGeom>
          <a:noFill/>
        </p:spPr>
        <p:txBody>
          <a:bodyPr wrap="square">
            <a:spAutoFit/>
          </a:bodyPr>
          <a:lstStyle/>
          <a:p>
            <a:r>
              <a:rPr lang="zh-CN" altLang="en-US" sz="1800" b="1" kern="0" dirty="0">
                <a:solidFill>
                  <a:srgbClr val="66CCFF"/>
                </a:solidFill>
                <a:latin typeface="微软雅黑" panose="020B0503020204020204" pitchFamily="34" charset="-122"/>
                <a:ea typeface="微软雅黑" panose="020B0503020204020204" pitchFamily="34" charset="-122"/>
              </a:rPr>
              <a:t>或 </a:t>
            </a:r>
            <a:r>
              <a:rPr lang="en-US" altLang="zh-CN" sz="1800" b="1" kern="0" dirty="0">
                <a:solidFill>
                  <a:srgbClr val="66CCFF"/>
                </a:solidFill>
                <a:latin typeface="微软雅黑" panose="020B0503020204020204" pitchFamily="34" charset="-122"/>
                <a:ea typeface="微软雅黑" panose="020B0503020204020204" pitchFamily="34" charset="-122"/>
              </a:rPr>
              <a:t>ones(3,1)</a:t>
            </a:r>
            <a:endParaRPr lang="zh-CN" altLang="en-US" dirty="0">
              <a:solidFill>
                <a:srgbClr val="66CCFF"/>
              </a:solidFill>
            </a:endParaRPr>
          </a:p>
        </p:txBody>
      </p:sp>
      <p:sp>
        <p:nvSpPr>
          <p:cNvPr id="33" name="文本框 32">
            <a:extLst>
              <a:ext uri="{FF2B5EF4-FFF2-40B4-BE49-F238E27FC236}">
                <a16:creationId xmlns:a16="http://schemas.microsoft.com/office/drawing/2014/main" id="{B01BDD08-B864-49DD-B3A6-4FB423E6EEA4}"/>
              </a:ext>
            </a:extLst>
          </p:cNvPr>
          <p:cNvSpPr txBox="1"/>
          <p:nvPr/>
        </p:nvSpPr>
        <p:spPr>
          <a:xfrm>
            <a:off x="371957" y="4296672"/>
            <a:ext cx="8772043" cy="323165"/>
          </a:xfrm>
          <a:prstGeom prst="rect">
            <a:avLst/>
          </a:prstGeom>
          <a:noFill/>
        </p:spPr>
        <p:txBody>
          <a:bodyPr wrap="square">
            <a:spAutoFit/>
          </a:bodyPr>
          <a:lstStyle/>
          <a:p>
            <a:pPr algn="dist"/>
            <a:r>
              <a:rPr lang="zh-CN" altLang="en-US" sz="1500" b="1" kern="0" dirty="0">
                <a:solidFill>
                  <a:srgbClr val="0070C0"/>
                </a:solidFill>
                <a:latin typeface="微软雅黑" panose="020B0503020204020204" pitchFamily="34" charset="-122"/>
                <a:ea typeface="微软雅黑" panose="020B0503020204020204" pitchFamily="34" charset="-122"/>
              </a:rPr>
              <a:t>为和</a:t>
            </a:r>
            <a:r>
              <a:rPr lang="en-US" altLang="zh-CN" sz="1500" b="1" kern="0" dirty="0" err="1">
                <a:solidFill>
                  <a:srgbClr val="0070C0"/>
                </a:solidFill>
                <a:latin typeface="微软雅黑" panose="020B0503020204020204" pitchFamily="34" charset="-122"/>
                <a:ea typeface="微软雅黑" panose="020B0503020204020204" pitchFamily="34" charset="-122"/>
              </a:rPr>
              <a:t>matlab</a:t>
            </a:r>
            <a:r>
              <a:rPr lang="zh-CN" altLang="en-US" sz="1500" b="1" kern="0" dirty="0">
                <a:solidFill>
                  <a:srgbClr val="0070C0"/>
                </a:solidFill>
                <a:latin typeface="微软雅黑" panose="020B0503020204020204" pitchFamily="34" charset="-122"/>
                <a:ea typeface="微软雅黑" panose="020B0503020204020204" pitchFamily="34" charset="-122"/>
              </a:rPr>
              <a:t>共享，通用内置函数都可采用</a:t>
            </a:r>
            <a:r>
              <a:rPr lang="en-US" altLang="zh-CN" sz="1500" b="1" kern="0" dirty="0">
                <a:solidFill>
                  <a:srgbClr val="0070C0"/>
                </a:solidFill>
                <a:latin typeface="微软雅黑" panose="020B0503020204020204" pitchFamily="34" charset="-122"/>
                <a:ea typeface="微软雅黑" panose="020B0503020204020204" pitchFamily="34" charset="-122"/>
              </a:rPr>
              <a:t>dims</a:t>
            </a:r>
            <a:r>
              <a:rPr lang="zh-CN" altLang="en-US" sz="1500" b="1" kern="0" dirty="0">
                <a:solidFill>
                  <a:srgbClr val="0070C0"/>
                </a:solidFill>
                <a:latin typeface="微软雅黑" panose="020B0503020204020204" pitchFamily="34" charset="-122"/>
                <a:ea typeface="微软雅黑" panose="020B0503020204020204" pitchFamily="34" charset="-122"/>
              </a:rPr>
              <a:t>为</a:t>
            </a:r>
            <a:r>
              <a:rPr lang="en-US" altLang="zh-CN" sz="1500" b="1" kern="0" dirty="0">
                <a:solidFill>
                  <a:srgbClr val="0070C0"/>
                </a:solidFill>
                <a:latin typeface="微软雅黑" panose="020B0503020204020204" pitchFamily="34" charset="-122"/>
                <a:ea typeface="微软雅黑" panose="020B0503020204020204" pitchFamily="34" charset="-122"/>
              </a:rPr>
              <a:t>m</a:t>
            </a:r>
            <a:r>
              <a:rPr lang="zh-CN" altLang="en-US" sz="1500" b="1" kern="0" dirty="0">
                <a:solidFill>
                  <a:srgbClr val="0070C0"/>
                </a:solidFill>
                <a:latin typeface="微软雅黑" panose="020B0503020204020204" pitchFamily="34" charset="-122"/>
                <a:ea typeface="微软雅黑" panose="020B0503020204020204" pitchFamily="34" charset="-122"/>
              </a:rPr>
              <a:t>和</a:t>
            </a:r>
            <a:r>
              <a:rPr lang="en-US" altLang="zh-CN" sz="1500" b="1" kern="0" dirty="0">
                <a:solidFill>
                  <a:srgbClr val="0070C0"/>
                </a:solidFill>
                <a:latin typeface="微软雅黑" panose="020B0503020204020204" pitchFamily="34" charset="-122"/>
                <a:ea typeface="微软雅黑" panose="020B0503020204020204" pitchFamily="34" charset="-122"/>
              </a:rPr>
              <a:t>n</a:t>
            </a:r>
            <a:r>
              <a:rPr lang="zh-CN" altLang="en-US" sz="1500" b="1" kern="0" dirty="0">
                <a:solidFill>
                  <a:srgbClr val="0070C0"/>
                </a:solidFill>
                <a:latin typeface="微软雅黑" panose="020B0503020204020204" pitchFamily="34" charset="-122"/>
                <a:ea typeface="微软雅黑" panose="020B0503020204020204" pitchFamily="34" charset="-122"/>
              </a:rPr>
              <a:t>，创建向量时，</a:t>
            </a:r>
            <a:r>
              <a:rPr lang="en-US" altLang="zh-CN" sz="1500" b="1" kern="0" dirty="0">
                <a:solidFill>
                  <a:srgbClr val="0070C0"/>
                </a:solidFill>
                <a:latin typeface="微软雅黑" panose="020B0503020204020204" pitchFamily="34" charset="-122"/>
                <a:ea typeface="微软雅黑" panose="020B0503020204020204" pitchFamily="34" charset="-122"/>
              </a:rPr>
              <a:t>n=1</a:t>
            </a:r>
            <a:r>
              <a:rPr lang="zh-CN" altLang="en-US" sz="1500" b="1" kern="0" dirty="0">
                <a:solidFill>
                  <a:srgbClr val="0070C0"/>
                </a:solidFill>
                <a:latin typeface="微软雅黑" panose="020B0503020204020204" pitchFamily="34" charset="-122"/>
                <a:ea typeface="微软雅黑" panose="020B0503020204020204" pitchFamily="34" charset="-122"/>
              </a:rPr>
              <a:t>；创建方正时，</a:t>
            </a:r>
            <a:r>
              <a:rPr lang="en-US" altLang="zh-CN" sz="1500" b="1" kern="0" dirty="0">
                <a:solidFill>
                  <a:srgbClr val="0070C0"/>
                </a:solidFill>
                <a:latin typeface="微软雅黑" panose="020B0503020204020204" pitchFamily="34" charset="-122"/>
                <a:ea typeface="微软雅黑" panose="020B0503020204020204" pitchFamily="34" charset="-122"/>
              </a:rPr>
              <a:t>m=n</a:t>
            </a:r>
            <a:endParaRPr lang="zh-CN" altLang="en-US" sz="1500" dirty="0">
              <a:solidFill>
                <a:srgbClr val="0070C0"/>
              </a:solidFill>
            </a:endParaRPr>
          </a:p>
        </p:txBody>
      </p:sp>
      <p:sp>
        <p:nvSpPr>
          <p:cNvPr id="6" name="矩形: 圆角 5">
            <a:extLst>
              <a:ext uri="{FF2B5EF4-FFF2-40B4-BE49-F238E27FC236}">
                <a16:creationId xmlns:a16="http://schemas.microsoft.com/office/drawing/2014/main" id="{3B19FDA1-5DA4-4FB6-ADCE-8FDEE3984DC5}"/>
              </a:ext>
            </a:extLst>
          </p:cNvPr>
          <p:cNvSpPr/>
          <p:nvPr/>
        </p:nvSpPr>
        <p:spPr bwMode="auto">
          <a:xfrm>
            <a:off x="300148" y="1589394"/>
            <a:ext cx="527635" cy="1778008"/>
          </a:xfrm>
          <a:prstGeom prst="roundRect">
            <a:avLst/>
          </a:prstGeom>
          <a:noFill/>
          <a:ln w="127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177800" marR="0" indent="-177800" algn="ctr" defTabSz="914400" rtl="0" eaLnBrk="0" fontAlgn="base" latinLnBrk="0" hangingPunct="0">
              <a:lnSpc>
                <a:spcPct val="110000"/>
              </a:lnSpc>
              <a:spcBef>
                <a:spcPct val="0"/>
              </a:spcBef>
              <a:spcAft>
                <a:spcPct val="0"/>
              </a:spcAft>
              <a:buClrTx/>
              <a:buSzTx/>
              <a:buFontTx/>
              <a:buNone/>
              <a:tabLst/>
            </a:pPr>
            <a:endParaRPr kumimoji="0" lang="zh-CN" altLang="en-US" sz="1600" b="1" i="0" u="none" strike="noStrike" cap="none" normalizeH="0" baseline="0">
              <a:ln>
                <a:noFill/>
              </a:ln>
              <a:solidFill>
                <a:schemeClr val="tx1"/>
              </a:solidFill>
              <a:effectLst/>
              <a:latin typeface="Times New Roman" pitchFamily="18" charset="0"/>
            </a:endParaRPr>
          </a:p>
        </p:txBody>
      </p:sp>
      <p:sp>
        <p:nvSpPr>
          <p:cNvPr id="38" name="对话气泡: 矩形 37">
            <a:extLst>
              <a:ext uri="{FF2B5EF4-FFF2-40B4-BE49-F238E27FC236}">
                <a16:creationId xmlns:a16="http://schemas.microsoft.com/office/drawing/2014/main" id="{BE7DA052-6DC6-4761-849A-0F6830DF164E}"/>
              </a:ext>
            </a:extLst>
          </p:cNvPr>
          <p:cNvSpPr/>
          <p:nvPr/>
        </p:nvSpPr>
        <p:spPr bwMode="auto">
          <a:xfrm>
            <a:off x="1115616" y="2178910"/>
            <a:ext cx="527635" cy="276998"/>
          </a:xfrm>
          <a:prstGeom prst="wedgeRectCallout">
            <a:avLst>
              <a:gd name="adj1" fmla="val -96033"/>
              <a:gd name="adj2" fmla="val -19888"/>
            </a:avLst>
          </a:prstGeom>
          <a:noFill/>
          <a:ln w="127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177800" marR="0" indent="-177800" algn="ctr" defTabSz="914400" rtl="0" eaLnBrk="0" fontAlgn="base" latinLnBrk="0" hangingPunct="0">
              <a:lnSpc>
                <a:spcPct val="110000"/>
              </a:lnSpc>
              <a:spcBef>
                <a:spcPct val="0"/>
              </a:spcBef>
              <a:spcAft>
                <a:spcPct val="0"/>
              </a:spcAft>
              <a:buClrTx/>
              <a:buSzTx/>
              <a:buFontTx/>
              <a:buNone/>
              <a:tabLst/>
            </a:pPr>
            <a:endParaRPr kumimoji="0" lang="zh-CN" altLang="en-US" sz="1600" b="1" i="0" u="none" strike="noStrike" cap="none" normalizeH="0" baseline="0">
              <a:ln>
                <a:noFill/>
              </a:ln>
              <a:solidFill>
                <a:schemeClr val="tx1"/>
              </a:solidFill>
              <a:effectLst/>
              <a:latin typeface="Times New Roman" pitchFamily="18" charset="0"/>
            </a:endParaRPr>
          </a:p>
        </p:txBody>
      </p:sp>
      <p:sp>
        <p:nvSpPr>
          <p:cNvPr id="39" name="文本框 38">
            <a:extLst>
              <a:ext uri="{FF2B5EF4-FFF2-40B4-BE49-F238E27FC236}">
                <a16:creationId xmlns:a16="http://schemas.microsoft.com/office/drawing/2014/main" id="{D73C4E86-50D4-48C1-9A40-BC3C09FE44D9}"/>
              </a:ext>
            </a:extLst>
          </p:cNvPr>
          <p:cNvSpPr txBox="1"/>
          <p:nvPr/>
        </p:nvSpPr>
        <p:spPr>
          <a:xfrm>
            <a:off x="1114917" y="2162106"/>
            <a:ext cx="576763" cy="327397"/>
          </a:xfrm>
          <a:prstGeom prst="rect">
            <a:avLst/>
          </a:prstGeom>
          <a:noFill/>
        </p:spPr>
        <p:txBody>
          <a:bodyPr wrap="square">
            <a:spAutoFit/>
          </a:bodyPr>
          <a:lstStyle/>
          <a:p>
            <a:pPr>
              <a:lnSpc>
                <a:spcPts val="2000"/>
              </a:lnSpc>
            </a:pPr>
            <a:r>
              <a:rPr lang="zh-CN" altLang="en-US" sz="1400" dirty="0">
                <a:solidFill>
                  <a:srgbClr val="FF0000"/>
                </a:solidFill>
                <a:latin typeface="微软雅黑" panose="020B0503020204020204" pitchFamily="34" charset="-122"/>
                <a:ea typeface="微软雅黑" panose="020B0503020204020204" pitchFamily="34" charset="-122"/>
              </a:rPr>
              <a:t>通用</a:t>
            </a:r>
          </a:p>
        </p:txBody>
      </p:sp>
      <p:sp>
        <p:nvSpPr>
          <p:cNvPr id="40" name="对话气泡: 矩形 39">
            <a:extLst>
              <a:ext uri="{FF2B5EF4-FFF2-40B4-BE49-F238E27FC236}">
                <a16:creationId xmlns:a16="http://schemas.microsoft.com/office/drawing/2014/main" id="{248AC31B-EACF-4C0B-AF8F-04A3D9639C00}"/>
              </a:ext>
            </a:extLst>
          </p:cNvPr>
          <p:cNvSpPr/>
          <p:nvPr/>
        </p:nvSpPr>
        <p:spPr bwMode="auto">
          <a:xfrm>
            <a:off x="1011747" y="3230260"/>
            <a:ext cx="576762" cy="276998"/>
          </a:xfrm>
          <a:prstGeom prst="wedgeRectCallout">
            <a:avLst>
              <a:gd name="adj1" fmla="val -93496"/>
              <a:gd name="adj2" fmla="val 77825"/>
            </a:avLst>
          </a:prstGeom>
          <a:noFill/>
          <a:ln w="127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177800" marR="0" indent="-177800" algn="ctr" defTabSz="914400" rtl="0" eaLnBrk="0" fontAlgn="base" latinLnBrk="0" hangingPunct="0">
              <a:lnSpc>
                <a:spcPct val="110000"/>
              </a:lnSpc>
              <a:spcBef>
                <a:spcPct val="0"/>
              </a:spcBef>
              <a:spcAft>
                <a:spcPct val="0"/>
              </a:spcAft>
              <a:buClrTx/>
              <a:buSzTx/>
              <a:buFontTx/>
              <a:buNone/>
              <a:tabLst/>
            </a:pPr>
            <a:endParaRPr kumimoji="0" lang="zh-CN" altLang="en-US" sz="1600" b="1" i="0" u="none" strike="noStrike" cap="none" normalizeH="0" baseline="0">
              <a:ln>
                <a:noFill/>
              </a:ln>
              <a:solidFill>
                <a:schemeClr val="tx1"/>
              </a:solidFill>
              <a:effectLst/>
              <a:latin typeface="Times New Roman" pitchFamily="18" charset="0"/>
            </a:endParaRPr>
          </a:p>
        </p:txBody>
      </p:sp>
      <p:sp>
        <p:nvSpPr>
          <p:cNvPr id="41" name="文本框 40">
            <a:extLst>
              <a:ext uri="{FF2B5EF4-FFF2-40B4-BE49-F238E27FC236}">
                <a16:creationId xmlns:a16="http://schemas.microsoft.com/office/drawing/2014/main" id="{3CCDE143-B6D4-4B01-9A00-88B840153F48}"/>
              </a:ext>
            </a:extLst>
          </p:cNvPr>
          <p:cNvSpPr txBox="1"/>
          <p:nvPr/>
        </p:nvSpPr>
        <p:spPr>
          <a:xfrm>
            <a:off x="1042910" y="3213456"/>
            <a:ext cx="576762" cy="327397"/>
          </a:xfrm>
          <a:prstGeom prst="rect">
            <a:avLst/>
          </a:prstGeom>
          <a:noFill/>
        </p:spPr>
        <p:txBody>
          <a:bodyPr wrap="square">
            <a:spAutoFit/>
          </a:bodyPr>
          <a:lstStyle/>
          <a:p>
            <a:pPr>
              <a:lnSpc>
                <a:spcPts val="2000"/>
              </a:lnSpc>
            </a:pPr>
            <a:r>
              <a:rPr lang="zh-CN" altLang="en-US" sz="1400" dirty="0">
                <a:solidFill>
                  <a:srgbClr val="FF0000"/>
                </a:solidFill>
                <a:latin typeface="微软雅黑" panose="020B0503020204020204" pitchFamily="34" charset="-122"/>
                <a:ea typeface="微软雅黑" panose="020B0503020204020204" pitchFamily="34" charset="-122"/>
              </a:rPr>
              <a:t>专用</a:t>
            </a:r>
          </a:p>
        </p:txBody>
      </p:sp>
      <p:sp>
        <p:nvSpPr>
          <p:cNvPr id="42" name="矩形: 圆角 41">
            <a:extLst>
              <a:ext uri="{FF2B5EF4-FFF2-40B4-BE49-F238E27FC236}">
                <a16:creationId xmlns:a16="http://schemas.microsoft.com/office/drawing/2014/main" id="{0B833619-7666-4190-BFDC-E356AAB2D8B2}"/>
              </a:ext>
            </a:extLst>
          </p:cNvPr>
          <p:cNvSpPr/>
          <p:nvPr/>
        </p:nvSpPr>
        <p:spPr bwMode="auto">
          <a:xfrm>
            <a:off x="259852" y="3530853"/>
            <a:ext cx="608226" cy="267029"/>
          </a:xfrm>
          <a:prstGeom prst="roundRect">
            <a:avLst/>
          </a:prstGeom>
          <a:noFill/>
          <a:ln w="127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177800" marR="0" indent="-177800" algn="ctr" defTabSz="914400" rtl="0" eaLnBrk="0" fontAlgn="base" latinLnBrk="0" hangingPunct="0">
              <a:lnSpc>
                <a:spcPct val="110000"/>
              </a:lnSpc>
              <a:spcBef>
                <a:spcPct val="0"/>
              </a:spcBef>
              <a:spcAft>
                <a:spcPct val="0"/>
              </a:spcAft>
              <a:buClrTx/>
              <a:buSzTx/>
              <a:buFontTx/>
              <a:buNone/>
              <a:tabLst/>
            </a:pPr>
            <a:endParaRPr kumimoji="0" lang="zh-CN" altLang="en-US" sz="1600" b="1" i="0" u="none" strike="noStrike" cap="none" normalizeH="0" baseline="0">
              <a:ln>
                <a:noFill/>
              </a:ln>
              <a:solidFill>
                <a:schemeClr val="tx1"/>
              </a:solidFill>
              <a:effectLst/>
              <a:latin typeface="Times New Roman" pitchFamily="18" charset="0"/>
            </a:endParaRPr>
          </a:p>
        </p:txBody>
      </p:sp>
      <p:sp>
        <p:nvSpPr>
          <p:cNvPr id="9" name="矩形 8">
            <a:extLst>
              <a:ext uri="{FF2B5EF4-FFF2-40B4-BE49-F238E27FC236}">
                <a16:creationId xmlns:a16="http://schemas.microsoft.com/office/drawing/2014/main" id="{253DC3F9-325E-42E0-B5BF-CA6B87C04FE3}"/>
              </a:ext>
            </a:extLst>
          </p:cNvPr>
          <p:cNvSpPr/>
          <p:nvPr/>
        </p:nvSpPr>
        <p:spPr bwMode="auto">
          <a:xfrm>
            <a:off x="4067945" y="1153535"/>
            <a:ext cx="4909148" cy="2710952"/>
          </a:xfrm>
          <a:prstGeom prst="rect">
            <a:avLst/>
          </a:prstGeom>
          <a:noFill/>
          <a:ln w="12700" cap="flat" cmpd="sng" algn="ctr">
            <a:solidFill>
              <a:schemeClr val="bg1">
                <a:lumMod val="6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177800" marR="0" indent="-177800" algn="ctr" defTabSz="914400" rtl="0" eaLnBrk="0" fontAlgn="base" latinLnBrk="0" hangingPunct="0">
              <a:lnSpc>
                <a:spcPct val="110000"/>
              </a:lnSpc>
              <a:spcBef>
                <a:spcPct val="0"/>
              </a:spcBef>
              <a:spcAft>
                <a:spcPct val="0"/>
              </a:spcAft>
              <a:buClrTx/>
              <a:buSzTx/>
              <a:buFontTx/>
              <a:buNone/>
              <a:tabLst/>
            </a:pPr>
            <a:endParaRPr kumimoji="0" lang="zh-CN" altLang="en-US" sz="1600" b="1" i="0" u="none" strike="noStrike" cap="none" normalizeH="0" baseline="0">
              <a:ln>
                <a:noFill/>
              </a:ln>
              <a:solidFill>
                <a:schemeClr val="tx1"/>
              </a:solidFill>
              <a:effectLst/>
              <a:latin typeface="Times New Roman" pitchFamily="18" charset="0"/>
            </a:endParaRPr>
          </a:p>
        </p:txBody>
      </p:sp>
    </p:spTree>
    <p:extLst>
      <p:ext uri="{BB962C8B-B14F-4D97-AF65-F5344CB8AC3E}">
        <p14:creationId xmlns:p14="http://schemas.microsoft.com/office/powerpoint/2010/main" val="33356916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3"/>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25"/>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26"/>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34"/>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35"/>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6" grpId="0"/>
      <p:bldP spid="17" grpId="0"/>
      <p:bldP spid="18" grpId="0"/>
      <p:bldP spid="23" grpId="0" animBg="1"/>
      <p:bldP spid="24" grpId="0"/>
      <p:bldP spid="25" grpId="0" animBg="1"/>
      <p:bldP spid="26" grpId="0"/>
      <p:bldP spid="21" grpId="0"/>
      <p:bldP spid="27" grpId="0"/>
      <p:bldP spid="28" grpId="0"/>
      <p:bldP spid="29" grpId="0"/>
      <p:bldP spid="34" grpId="0"/>
      <p:bldP spid="35" grpId="0" animBg="1"/>
      <p:bldP spid="32" grpId="0"/>
      <p:bldP spid="3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94B96230-77D7-4983-BA0B-F5EBE37C178A}"/>
              </a:ext>
            </a:extLst>
          </p:cNvPr>
          <p:cNvSpPr>
            <a:spLocks noGrp="1"/>
          </p:cNvSpPr>
          <p:nvPr>
            <p:ph idx="1"/>
          </p:nvPr>
        </p:nvSpPr>
        <p:spPr>
          <a:xfrm>
            <a:off x="558621" y="1009842"/>
            <a:ext cx="3849551" cy="1785104"/>
          </a:xfrm>
        </p:spPr>
        <p:txBody>
          <a:bodyPr/>
          <a:lstStyle/>
          <a:p>
            <a:pPr marL="0" indent="0">
              <a:lnSpc>
                <a:spcPct val="100000"/>
              </a:lnSpc>
              <a:buNone/>
            </a:pPr>
            <a:r>
              <a:rPr lang="en-US" altLang="zh-CN" sz="2000" dirty="0"/>
              <a:t>julia&gt; r=rand(4)  </a:t>
            </a:r>
            <a:r>
              <a:rPr lang="en-US" altLang="zh-CN" sz="2000" dirty="0">
                <a:solidFill>
                  <a:srgbClr val="FF0000"/>
                </a:solidFill>
              </a:rPr>
              <a:t>#matlab  rand(4,1)</a:t>
            </a:r>
          </a:p>
          <a:p>
            <a:pPr marL="0" indent="0">
              <a:lnSpc>
                <a:spcPct val="100000"/>
              </a:lnSpc>
              <a:buNone/>
            </a:pPr>
            <a:r>
              <a:rPr lang="en-US" altLang="zh-CN" sz="1800" b="1" u="sng" dirty="0">
                <a:solidFill>
                  <a:srgbClr val="00B0F0"/>
                </a:solidFill>
              </a:rPr>
              <a:t>4-element </a:t>
            </a:r>
            <a:r>
              <a:rPr lang="en-US" altLang="zh-CN" sz="1800" b="1" u="sng" dirty="0">
                <a:solidFill>
                  <a:srgbClr val="FF0000"/>
                </a:solidFill>
              </a:rPr>
              <a:t>Vecto</a:t>
            </a:r>
            <a:r>
              <a:rPr lang="en-US" altLang="zh-CN" sz="1800" b="1" u="sng" dirty="0">
                <a:solidFill>
                  <a:srgbClr val="00B0F0"/>
                </a:solidFill>
              </a:rPr>
              <a:t>r{Float64}:</a:t>
            </a:r>
          </a:p>
          <a:p>
            <a:pPr marL="0" indent="0">
              <a:lnSpc>
                <a:spcPct val="100000"/>
              </a:lnSpc>
              <a:buNone/>
            </a:pPr>
            <a:r>
              <a:rPr lang="en-US" altLang="zh-CN" sz="1800" dirty="0">
                <a:solidFill>
                  <a:srgbClr val="00B0F0"/>
                </a:solidFill>
              </a:rPr>
              <a:t> 0.265546436567487</a:t>
            </a:r>
          </a:p>
          <a:p>
            <a:pPr marL="0" indent="0">
              <a:lnSpc>
                <a:spcPct val="100000"/>
              </a:lnSpc>
              <a:buNone/>
            </a:pPr>
            <a:r>
              <a:rPr lang="en-US" altLang="zh-CN" sz="1800" dirty="0">
                <a:solidFill>
                  <a:srgbClr val="00B0F0"/>
                </a:solidFill>
              </a:rPr>
              <a:t> 0.41291485134256734</a:t>
            </a:r>
          </a:p>
          <a:p>
            <a:pPr marL="0" indent="0">
              <a:lnSpc>
                <a:spcPct val="100000"/>
              </a:lnSpc>
              <a:buNone/>
            </a:pPr>
            <a:r>
              <a:rPr lang="en-US" altLang="zh-CN" sz="1800" dirty="0">
                <a:solidFill>
                  <a:srgbClr val="00B0F0"/>
                </a:solidFill>
              </a:rPr>
              <a:t> 0.16683636268944124</a:t>
            </a:r>
          </a:p>
          <a:p>
            <a:pPr marL="0" indent="0">
              <a:lnSpc>
                <a:spcPct val="100000"/>
              </a:lnSpc>
              <a:buNone/>
            </a:pPr>
            <a:r>
              <a:rPr lang="en-US" altLang="zh-CN" sz="1800" dirty="0">
                <a:solidFill>
                  <a:srgbClr val="00B0F0"/>
                </a:solidFill>
              </a:rPr>
              <a:t> 0.5270053096887943</a:t>
            </a:r>
          </a:p>
        </p:txBody>
      </p:sp>
      <p:sp>
        <p:nvSpPr>
          <p:cNvPr id="5" name="文本框 4">
            <a:extLst>
              <a:ext uri="{FF2B5EF4-FFF2-40B4-BE49-F238E27FC236}">
                <a16:creationId xmlns:a16="http://schemas.microsoft.com/office/drawing/2014/main" id="{B2381A31-7DDB-47D5-9149-1F49D80DF69E}"/>
              </a:ext>
            </a:extLst>
          </p:cNvPr>
          <p:cNvSpPr txBox="1"/>
          <p:nvPr/>
        </p:nvSpPr>
        <p:spPr>
          <a:xfrm>
            <a:off x="4622979" y="3032645"/>
            <a:ext cx="3205792" cy="1433341"/>
          </a:xfrm>
          <a:prstGeom prst="rect">
            <a:avLst/>
          </a:prstGeom>
          <a:noFill/>
        </p:spPr>
        <p:txBody>
          <a:bodyPr wrap="square">
            <a:spAutoFit/>
          </a:bodyPr>
          <a:lstStyle/>
          <a:p>
            <a:pPr eaLnBrk="0" hangingPunct="0">
              <a:lnSpc>
                <a:spcPct val="110000"/>
              </a:lnSpc>
            </a:pPr>
            <a:r>
              <a:rPr lang="de-DE" altLang="zh-CN" sz="2000" dirty="0">
                <a:solidFill>
                  <a:srgbClr val="002060"/>
                </a:solidFill>
                <a:latin typeface="华文楷体" panose="02010600040101010101" pitchFamily="2" charset="-122"/>
                <a:ea typeface="华文楷体" panose="02010600040101010101" pitchFamily="2" charset="-122"/>
              </a:rPr>
              <a:t>julia&gt; ff=zeros(</a:t>
            </a:r>
            <a:r>
              <a:rPr lang="de-DE" altLang="zh-CN" sz="2000" b="1" u="sng" dirty="0">
                <a:solidFill>
                  <a:srgbClr val="FF0000"/>
                </a:solidFill>
                <a:latin typeface="华文楷体" panose="02010600040101010101" pitchFamily="2" charset="-122"/>
                <a:ea typeface="华文楷体" panose="02010600040101010101" pitchFamily="2" charset="-122"/>
              </a:rPr>
              <a:t>Complex,</a:t>
            </a:r>
            <a:r>
              <a:rPr lang="de-DE" altLang="zh-CN" sz="2000" dirty="0">
                <a:solidFill>
                  <a:srgbClr val="002060"/>
                </a:solidFill>
                <a:latin typeface="华文楷体" panose="02010600040101010101" pitchFamily="2" charset="-122"/>
                <a:ea typeface="华文楷体" panose="02010600040101010101" pitchFamily="2" charset="-122"/>
              </a:rPr>
              <a:t>2,3)</a:t>
            </a:r>
          </a:p>
          <a:p>
            <a:pPr eaLnBrk="0" hangingPunct="0">
              <a:lnSpc>
                <a:spcPct val="110000"/>
              </a:lnSpc>
            </a:pPr>
            <a:r>
              <a:rPr lang="de-DE" altLang="zh-CN" sz="2000" dirty="0">
                <a:solidFill>
                  <a:srgbClr val="00B0F0"/>
                </a:solidFill>
                <a:latin typeface="华文楷体" panose="02010600040101010101" pitchFamily="2" charset="-122"/>
                <a:ea typeface="华文楷体" panose="02010600040101010101" pitchFamily="2" charset="-122"/>
              </a:rPr>
              <a:t>2×3 </a:t>
            </a:r>
            <a:r>
              <a:rPr lang="de-DE" altLang="zh-CN" sz="2000" b="1" u="sng" dirty="0">
                <a:solidFill>
                  <a:srgbClr val="FF0000"/>
                </a:solidFill>
                <a:latin typeface="华文楷体" panose="02010600040101010101" pitchFamily="2" charset="-122"/>
                <a:ea typeface="华文楷体" panose="02010600040101010101" pitchFamily="2" charset="-122"/>
              </a:rPr>
              <a:t>Matrix{Complex}:</a:t>
            </a:r>
          </a:p>
          <a:p>
            <a:pPr eaLnBrk="0" hangingPunct="0">
              <a:lnSpc>
                <a:spcPct val="110000"/>
              </a:lnSpc>
            </a:pPr>
            <a:r>
              <a:rPr lang="de-DE" altLang="zh-CN" sz="2000" dirty="0">
                <a:solidFill>
                  <a:srgbClr val="00B0F0"/>
                </a:solidFill>
                <a:latin typeface="华文楷体" panose="02010600040101010101" pitchFamily="2" charset="-122"/>
                <a:ea typeface="华文楷体" panose="02010600040101010101" pitchFamily="2" charset="-122"/>
              </a:rPr>
              <a:t> 0+0im  0+0im  0+0im</a:t>
            </a:r>
          </a:p>
          <a:p>
            <a:pPr eaLnBrk="0" hangingPunct="0">
              <a:lnSpc>
                <a:spcPct val="110000"/>
              </a:lnSpc>
            </a:pPr>
            <a:r>
              <a:rPr lang="de-DE" altLang="zh-CN" sz="2000" dirty="0">
                <a:solidFill>
                  <a:srgbClr val="00B0F0"/>
                </a:solidFill>
                <a:latin typeface="华文楷体" panose="02010600040101010101" pitchFamily="2" charset="-122"/>
                <a:ea typeface="华文楷体" panose="02010600040101010101" pitchFamily="2" charset="-122"/>
              </a:rPr>
              <a:t> 0+0im  0+0im  0+0im</a:t>
            </a:r>
            <a:endParaRPr lang="zh-CN" altLang="en-US" sz="2000" dirty="0">
              <a:solidFill>
                <a:srgbClr val="00B0F0"/>
              </a:solidFill>
              <a:latin typeface="华文楷体" panose="02010600040101010101" pitchFamily="2" charset="-122"/>
              <a:ea typeface="华文楷体" panose="02010600040101010101" pitchFamily="2" charset="-122"/>
            </a:endParaRPr>
          </a:p>
        </p:txBody>
      </p:sp>
      <p:sp>
        <p:nvSpPr>
          <p:cNvPr id="7" name="文本框 6">
            <a:extLst>
              <a:ext uri="{FF2B5EF4-FFF2-40B4-BE49-F238E27FC236}">
                <a16:creationId xmlns:a16="http://schemas.microsoft.com/office/drawing/2014/main" id="{7EDDD939-9402-4F62-9376-E6AEE2E241CB}"/>
              </a:ext>
            </a:extLst>
          </p:cNvPr>
          <p:cNvSpPr txBox="1"/>
          <p:nvPr/>
        </p:nvSpPr>
        <p:spPr>
          <a:xfrm>
            <a:off x="2930031" y="2317550"/>
            <a:ext cx="4683598" cy="2369880"/>
          </a:xfrm>
          <a:prstGeom prst="rect">
            <a:avLst/>
          </a:prstGeom>
          <a:noFill/>
        </p:spPr>
        <p:txBody>
          <a:bodyPr wrap="square">
            <a:spAutoFit/>
          </a:bodyPr>
          <a:lstStyle/>
          <a:p>
            <a:r>
              <a:rPr lang="en-US" altLang="zh-CN" dirty="0">
                <a:solidFill>
                  <a:srgbClr val="002060"/>
                </a:solidFill>
                <a:latin typeface="华文楷体" panose="02010600040101010101" pitchFamily="2" charset="-122"/>
                <a:ea typeface="华文楷体" panose="02010600040101010101" pitchFamily="2" charset="-122"/>
              </a:rPr>
              <a:t>julia&gt; z=zeros(2,3,2) #</a:t>
            </a:r>
            <a:r>
              <a:rPr lang="zh-CN" altLang="en-US" dirty="0">
                <a:solidFill>
                  <a:srgbClr val="002060"/>
                </a:solidFill>
                <a:latin typeface="华文楷体" panose="02010600040101010101" pitchFamily="2" charset="-122"/>
                <a:ea typeface="华文楷体" panose="02010600040101010101" pitchFamily="2" charset="-122"/>
              </a:rPr>
              <a:t>创建</a:t>
            </a:r>
            <a:r>
              <a:rPr lang="en-US" altLang="zh-CN" dirty="0">
                <a:solidFill>
                  <a:srgbClr val="002060"/>
                </a:solidFill>
                <a:latin typeface="华文楷体" panose="02010600040101010101" pitchFamily="2" charset="-122"/>
                <a:ea typeface="华文楷体" panose="02010600040101010101" pitchFamily="2" charset="-122"/>
              </a:rPr>
              <a:t>2</a:t>
            </a:r>
            <a:r>
              <a:rPr lang="zh-CN" altLang="en-US" dirty="0">
                <a:solidFill>
                  <a:srgbClr val="002060"/>
                </a:solidFill>
                <a:latin typeface="华文楷体" panose="02010600040101010101" pitchFamily="2" charset="-122"/>
                <a:ea typeface="华文楷体" panose="02010600040101010101" pitchFamily="2" charset="-122"/>
              </a:rPr>
              <a:t>行</a:t>
            </a:r>
            <a:r>
              <a:rPr lang="en-US" altLang="zh-CN" dirty="0">
                <a:solidFill>
                  <a:srgbClr val="002060"/>
                </a:solidFill>
                <a:latin typeface="华文楷体" panose="02010600040101010101" pitchFamily="2" charset="-122"/>
                <a:ea typeface="华文楷体" panose="02010600040101010101" pitchFamily="2" charset="-122"/>
              </a:rPr>
              <a:t>3</a:t>
            </a:r>
            <a:r>
              <a:rPr lang="zh-CN" altLang="en-US" dirty="0">
                <a:solidFill>
                  <a:srgbClr val="002060"/>
                </a:solidFill>
                <a:latin typeface="华文楷体" panose="02010600040101010101" pitchFamily="2" charset="-122"/>
                <a:ea typeface="华文楷体" panose="02010600040101010101" pitchFamily="2" charset="-122"/>
              </a:rPr>
              <a:t>列</a:t>
            </a:r>
            <a:r>
              <a:rPr lang="en-US" altLang="zh-CN" dirty="0">
                <a:solidFill>
                  <a:srgbClr val="002060"/>
                </a:solidFill>
                <a:latin typeface="华文楷体" panose="02010600040101010101" pitchFamily="2" charset="-122"/>
                <a:ea typeface="华文楷体" panose="02010600040101010101" pitchFamily="2" charset="-122"/>
              </a:rPr>
              <a:t>2</a:t>
            </a:r>
            <a:r>
              <a:rPr lang="zh-CN" altLang="en-US" dirty="0">
                <a:solidFill>
                  <a:srgbClr val="002060"/>
                </a:solidFill>
                <a:latin typeface="华文楷体" panose="02010600040101010101" pitchFamily="2" charset="-122"/>
                <a:ea typeface="华文楷体" panose="02010600040101010101" pitchFamily="2" charset="-122"/>
              </a:rPr>
              <a:t>页三维数组</a:t>
            </a:r>
            <a:endParaRPr lang="en-US" altLang="zh-CN" dirty="0">
              <a:solidFill>
                <a:srgbClr val="002060"/>
              </a:solidFill>
              <a:latin typeface="华文楷体" panose="02010600040101010101" pitchFamily="2" charset="-122"/>
              <a:ea typeface="华文楷体" panose="02010600040101010101" pitchFamily="2" charset="-122"/>
            </a:endParaRPr>
          </a:p>
          <a:p>
            <a:pPr eaLnBrk="0" hangingPunct="0">
              <a:lnSpc>
                <a:spcPct val="110000"/>
              </a:lnSpc>
            </a:pPr>
            <a:r>
              <a:rPr lang="en-US" altLang="zh-CN" sz="2000" b="1" dirty="0">
                <a:solidFill>
                  <a:srgbClr val="66CCFF"/>
                </a:solidFill>
                <a:latin typeface="华文楷体" panose="02010600040101010101" pitchFamily="2" charset="-122"/>
                <a:ea typeface="华文楷体" panose="02010600040101010101" pitchFamily="2" charset="-122"/>
              </a:rPr>
              <a:t>2×3×2 </a:t>
            </a:r>
            <a:r>
              <a:rPr lang="en-US" altLang="zh-CN" sz="2000" b="1" u="sng" dirty="0">
                <a:solidFill>
                  <a:srgbClr val="FF0000"/>
                </a:solidFill>
                <a:latin typeface="华文楷体" panose="02010600040101010101" pitchFamily="2" charset="-122"/>
                <a:ea typeface="华文楷体" panose="02010600040101010101" pitchFamily="2" charset="-122"/>
              </a:rPr>
              <a:t>Array{Float64, 3}:</a:t>
            </a:r>
          </a:p>
          <a:p>
            <a:r>
              <a:rPr lang="en-US" altLang="zh-CN" dirty="0">
                <a:solidFill>
                  <a:srgbClr val="00B0F0"/>
                </a:solidFill>
                <a:latin typeface="华文楷体" panose="02010600040101010101" pitchFamily="2" charset="-122"/>
                <a:ea typeface="华文楷体" panose="02010600040101010101" pitchFamily="2" charset="-122"/>
              </a:rPr>
              <a:t>[:, :, 1] =</a:t>
            </a:r>
          </a:p>
          <a:p>
            <a:r>
              <a:rPr lang="en-US" altLang="zh-CN" dirty="0">
                <a:solidFill>
                  <a:srgbClr val="00B0F0"/>
                </a:solidFill>
                <a:latin typeface="华文楷体" panose="02010600040101010101" pitchFamily="2" charset="-122"/>
                <a:ea typeface="华文楷体" panose="02010600040101010101" pitchFamily="2" charset="-122"/>
              </a:rPr>
              <a:t> 0.0  0.0  0.0</a:t>
            </a:r>
          </a:p>
          <a:p>
            <a:r>
              <a:rPr lang="en-US" altLang="zh-CN" dirty="0">
                <a:solidFill>
                  <a:srgbClr val="00B0F0"/>
                </a:solidFill>
                <a:latin typeface="华文楷体" panose="02010600040101010101" pitchFamily="2" charset="-122"/>
                <a:ea typeface="华文楷体" panose="02010600040101010101" pitchFamily="2" charset="-122"/>
              </a:rPr>
              <a:t> 0.0  0.0  0.0</a:t>
            </a:r>
          </a:p>
          <a:p>
            <a:r>
              <a:rPr lang="en-US" altLang="zh-CN" dirty="0">
                <a:solidFill>
                  <a:srgbClr val="00B0F0"/>
                </a:solidFill>
                <a:latin typeface="华文楷体" panose="02010600040101010101" pitchFamily="2" charset="-122"/>
                <a:ea typeface="华文楷体" panose="02010600040101010101" pitchFamily="2" charset="-122"/>
              </a:rPr>
              <a:t>[:, :, 2] =</a:t>
            </a:r>
          </a:p>
          <a:p>
            <a:r>
              <a:rPr lang="en-US" altLang="zh-CN" dirty="0">
                <a:solidFill>
                  <a:srgbClr val="00B0F0"/>
                </a:solidFill>
                <a:latin typeface="华文楷体" panose="02010600040101010101" pitchFamily="2" charset="-122"/>
                <a:ea typeface="华文楷体" panose="02010600040101010101" pitchFamily="2" charset="-122"/>
              </a:rPr>
              <a:t> 0.0  0.0  0.0</a:t>
            </a:r>
          </a:p>
          <a:p>
            <a:r>
              <a:rPr lang="en-US" altLang="zh-CN" dirty="0">
                <a:solidFill>
                  <a:srgbClr val="00B0F0"/>
                </a:solidFill>
                <a:latin typeface="华文楷体" panose="02010600040101010101" pitchFamily="2" charset="-122"/>
                <a:ea typeface="华文楷体" panose="02010600040101010101" pitchFamily="2" charset="-122"/>
              </a:rPr>
              <a:t> 0.0  0.0  0.0</a:t>
            </a:r>
            <a:endParaRPr lang="zh-CN" altLang="en-US" dirty="0">
              <a:solidFill>
                <a:srgbClr val="00B0F0"/>
              </a:solidFill>
              <a:latin typeface="华文楷体" panose="02010600040101010101" pitchFamily="2" charset="-122"/>
              <a:ea typeface="华文楷体" panose="02010600040101010101" pitchFamily="2" charset="-122"/>
            </a:endParaRPr>
          </a:p>
        </p:txBody>
      </p:sp>
      <p:sp>
        <p:nvSpPr>
          <p:cNvPr id="12" name="文本框 11">
            <a:extLst>
              <a:ext uri="{FF2B5EF4-FFF2-40B4-BE49-F238E27FC236}">
                <a16:creationId xmlns:a16="http://schemas.microsoft.com/office/drawing/2014/main" id="{7E8AE856-5BF2-4F27-A597-B6342BE19E62}"/>
              </a:ext>
            </a:extLst>
          </p:cNvPr>
          <p:cNvSpPr txBox="1"/>
          <p:nvPr/>
        </p:nvSpPr>
        <p:spPr>
          <a:xfrm>
            <a:off x="558621" y="2806466"/>
            <a:ext cx="2357195" cy="1880964"/>
          </a:xfrm>
          <a:prstGeom prst="rect">
            <a:avLst/>
          </a:prstGeom>
          <a:noFill/>
        </p:spPr>
        <p:txBody>
          <a:bodyPr wrap="square">
            <a:spAutoFit/>
          </a:bodyPr>
          <a:lstStyle/>
          <a:p>
            <a:r>
              <a:rPr lang="zh-CN" altLang="en-US" dirty="0"/>
              <a:t>julia&gt; rand(4,1)</a:t>
            </a:r>
          </a:p>
          <a:p>
            <a:pPr eaLnBrk="0" hangingPunct="0">
              <a:lnSpc>
                <a:spcPct val="110000"/>
              </a:lnSpc>
            </a:pPr>
            <a:r>
              <a:rPr lang="zh-CN" altLang="en-US" dirty="0">
                <a:solidFill>
                  <a:srgbClr val="00B0F0"/>
                </a:solidFill>
                <a:latin typeface="华文楷体" panose="02010600040101010101" pitchFamily="2" charset="-122"/>
                <a:ea typeface="华文楷体" panose="02010600040101010101" pitchFamily="2" charset="-122"/>
              </a:rPr>
              <a:t>4×</a:t>
            </a:r>
            <a:r>
              <a:rPr lang="zh-CN" altLang="en-US" b="1" u="sng" dirty="0">
                <a:solidFill>
                  <a:srgbClr val="FF0000"/>
                </a:solidFill>
                <a:latin typeface="华文楷体" panose="02010600040101010101" pitchFamily="2" charset="-122"/>
                <a:ea typeface="华文楷体" panose="02010600040101010101" pitchFamily="2" charset="-122"/>
              </a:rPr>
              <a:t>1 Matrix</a:t>
            </a:r>
            <a:r>
              <a:rPr lang="zh-CN" altLang="en-US" dirty="0">
                <a:solidFill>
                  <a:srgbClr val="00B0F0"/>
                </a:solidFill>
                <a:latin typeface="华文楷体" panose="02010600040101010101" pitchFamily="2" charset="-122"/>
                <a:ea typeface="华文楷体" panose="02010600040101010101" pitchFamily="2" charset="-122"/>
              </a:rPr>
              <a:t>{Float64}:</a:t>
            </a:r>
          </a:p>
          <a:p>
            <a:pPr eaLnBrk="0" hangingPunct="0">
              <a:lnSpc>
                <a:spcPct val="110000"/>
              </a:lnSpc>
            </a:pPr>
            <a:r>
              <a:rPr lang="zh-CN" altLang="en-US" dirty="0">
                <a:solidFill>
                  <a:srgbClr val="00B0F0"/>
                </a:solidFill>
                <a:latin typeface="华文楷体" panose="02010600040101010101" pitchFamily="2" charset="-122"/>
                <a:ea typeface="华文楷体" panose="02010600040101010101" pitchFamily="2" charset="-122"/>
              </a:rPr>
              <a:t> 0.1901694923871634</a:t>
            </a:r>
          </a:p>
          <a:p>
            <a:pPr eaLnBrk="0" hangingPunct="0">
              <a:lnSpc>
                <a:spcPct val="110000"/>
              </a:lnSpc>
            </a:pPr>
            <a:r>
              <a:rPr lang="zh-CN" altLang="en-US" dirty="0">
                <a:solidFill>
                  <a:srgbClr val="00B0F0"/>
                </a:solidFill>
                <a:latin typeface="华文楷体" panose="02010600040101010101" pitchFamily="2" charset="-122"/>
                <a:ea typeface="华文楷体" panose="02010600040101010101" pitchFamily="2" charset="-122"/>
              </a:rPr>
              <a:t> 0.3667127064969249</a:t>
            </a:r>
          </a:p>
          <a:p>
            <a:pPr eaLnBrk="0" hangingPunct="0">
              <a:lnSpc>
                <a:spcPct val="110000"/>
              </a:lnSpc>
            </a:pPr>
            <a:r>
              <a:rPr lang="zh-CN" altLang="en-US" dirty="0">
                <a:solidFill>
                  <a:srgbClr val="00B0F0"/>
                </a:solidFill>
                <a:latin typeface="华文楷体" panose="02010600040101010101" pitchFamily="2" charset="-122"/>
                <a:ea typeface="华文楷体" panose="02010600040101010101" pitchFamily="2" charset="-122"/>
              </a:rPr>
              <a:t> 0.6823169769985749</a:t>
            </a:r>
          </a:p>
          <a:p>
            <a:pPr eaLnBrk="0" hangingPunct="0">
              <a:lnSpc>
                <a:spcPct val="110000"/>
              </a:lnSpc>
            </a:pPr>
            <a:r>
              <a:rPr lang="zh-CN" altLang="en-US" dirty="0">
                <a:solidFill>
                  <a:srgbClr val="00B0F0"/>
                </a:solidFill>
                <a:latin typeface="华文楷体" panose="02010600040101010101" pitchFamily="2" charset="-122"/>
                <a:ea typeface="华文楷体" panose="02010600040101010101" pitchFamily="2" charset="-122"/>
              </a:rPr>
              <a:t> 0.8896720611929743</a:t>
            </a:r>
          </a:p>
        </p:txBody>
      </p:sp>
      <p:sp>
        <p:nvSpPr>
          <p:cNvPr id="14" name="文本框 13">
            <a:extLst>
              <a:ext uri="{FF2B5EF4-FFF2-40B4-BE49-F238E27FC236}">
                <a16:creationId xmlns:a16="http://schemas.microsoft.com/office/drawing/2014/main" id="{4571BBBC-6E15-4E01-90BF-D5BDE8392076}"/>
              </a:ext>
            </a:extLst>
          </p:cNvPr>
          <p:cNvSpPr txBox="1"/>
          <p:nvPr/>
        </p:nvSpPr>
        <p:spPr>
          <a:xfrm>
            <a:off x="4918371" y="1066645"/>
            <a:ext cx="2621344" cy="1231106"/>
          </a:xfrm>
          <a:prstGeom prst="rect">
            <a:avLst/>
          </a:prstGeom>
          <a:noFill/>
        </p:spPr>
        <p:txBody>
          <a:bodyPr wrap="square">
            <a:spAutoFit/>
          </a:bodyPr>
          <a:lstStyle/>
          <a:p>
            <a:pPr marL="0" indent="0">
              <a:buNone/>
            </a:pPr>
            <a:r>
              <a:rPr lang="en-US" altLang="zh-CN" sz="1800" dirty="0" err="1"/>
              <a:t>julia</a:t>
            </a:r>
            <a:r>
              <a:rPr lang="en-US" altLang="zh-CN" sz="1800" dirty="0"/>
              <a:t>&gt; z=zeros(2,3)</a:t>
            </a:r>
          </a:p>
          <a:p>
            <a:pPr marL="0" indent="0">
              <a:buNone/>
            </a:pPr>
            <a:r>
              <a:rPr lang="en-US" altLang="zh-CN" sz="1800" u="sng" dirty="0">
                <a:solidFill>
                  <a:srgbClr val="00B0F0"/>
                </a:solidFill>
              </a:rPr>
              <a:t>2×3 </a:t>
            </a:r>
            <a:r>
              <a:rPr lang="en-US" altLang="zh-CN" sz="2000" b="1" u="sng" dirty="0">
                <a:solidFill>
                  <a:srgbClr val="FF0000"/>
                </a:solidFill>
                <a:latin typeface="华文楷体" panose="02010600040101010101" pitchFamily="2" charset="-122"/>
                <a:ea typeface="华文楷体" panose="02010600040101010101" pitchFamily="2" charset="-122"/>
              </a:rPr>
              <a:t>Matrix{Float64}:</a:t>
            </a:r>
          </a:p>
          <a:p>
            <a:pPr marL="0" indent="0">
              <a:buNone/>
            </a:pPr>
            <a:r>
              <a:rPr lang="en-US" altLang="zh-CN" sz="1800" dirty="0">
                <a:solidFill>
                  <a:srgbClr val="00B0F0"/>
                </a:solidFill>
              </a:rPr>
              <a:t> 0.0  0.0  0.0</a:t>
            </a:r>
          </a:p>
          <a:p>
            <a:pPr marL="0" indent="0">
              <a:buNone/>
            </a:pPr>
            <a:r>
              <a:rPr lang="en-US" altLang="zh-CN" sz="1800" dirty="0">
                <a:solidFill>
                  <a:srgbClr val="00B0F0"/>
                </a:solidFill>
              </a:rPr>
              <a:t> 0.0  0.0  0.0</a:t>
            </a:r>
            <a:endParaRPr lang="zh-CN" altLang="en-US" sz="1800" dirty="0">
              <a:solidFill>
                <a:srgbClr val="00B0F0"/>
              </a:solidFill>
            </a:endParaRPr>
          </a:p>
        </p:txBody>
      </p:sp>
      <p:sp>
        <p:nvSpPr>
          <p:cNvPr id="10" name="波形 9">
            <a:extLst>
              <a:ext uri="{FF2B5EF4-FFF2-40B4-BE49-F238E27FC236}">
                <a16:creationId xmlns:a16="http://schemas.microsoft.com/office/drawing/2014/main" id="{9A3E3A5E-2078-49D7-90A3-7FC54B49CCCC}"/>
              </a:ext>
            </a:extLst>
          </p:cNvPr>
          <p:cNvSpPr/>
          <p:nvPr/>
        </p:nvSpPr>
        <p:spPr>
          <a:xfrm>
            <a:off x="17430" y="680087"/>
            <a:ext cx="876188" cy="329755"/>
          </a:xfrm>
          <a:prstGeom prst="wave">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anchor="ctr">
            <a:noAutofit/>
          </a:bodyPr>
          <a:lstStyle/>
          <a:p>
            <a:pPr algn="ctr" eaLnBrk="0" fontAlgn="auto">
              <a:lnSpc>
                <a:spcPct val="140000"/>
              </a:lnSpc>
              <a:spcBef>
                <a:spcPts val="0"/>
              </a:spcBef>
              <a:spcAft>
                <a:spcPts val="0"/>
              </a:spcAft>
            </a:pPr>
            <a:r>
              <a:rPr lang="en-US" altLang="ko-KR" sz="1600" b="1" dirty="0">
                <a:solidFill>
                  <a:srgbClr val="FFFF00"/>
                </a:solidFill>
                <a:latin typeface="微软雅黑" panose="020B0503020204020204" pitchFamily="34" charset="-122"/>
                <a:ea typeface="微软雅黑" panose="020B0503020204020204" pitchFamily="34" charset="-122"/>
              </a:rPr>
              <a:t>例141-4</a:t>
            </a:r>
            <a:endParaRPr lang="ko-KR" altLang="en-US" sz="1600" b="1" dirty="0">
              <a:solidFill>
                <a:srgbClr val="FFFF00"/>
              </a:solidFill>
              <a:latin typeface="微软雅黑" panose="020B0503020204020204" pitchFamily="34" charset="-122"/>
              <a:ea typeface="微软雅黑" panose="020B0503020204020204" pitchFamily="34" charset="-122"/>
            </a:endParaRPr>
          </a:p>
        </p:txBody>
      </p:sp>
      <p:sp>
        <p:nvSpPr>
          <p:cNvPr id="13" name="标题 1">
            <a:extLst>
              <a:ext uri="{FF2B5EF4-FFF2-40B4-BE49-F238E27FC236}">
                <a16:creationId xmlns:a16="http://schemas.microsoft.com/office/drawing/2014/main" id="{155C3A92-68C0-4972-8906-A03DB207D54B}"/>
              </a:ext>
            </a:extLst>
          </p:cNvPr>
          <p:cNvSpPr txBox="1">
            <a:spLocks/>
          </p:cNvSpPr>
          <p:nvPr/>
        </p:nvSpPr>
        <p:spPr bwMode="auto">
          <a:xfrm>
            <a:off x="796043" y="67012"/>
            <a:ext cx="7884546" cy="547842"/>
          </a:xfrm>
          <a:prstGeom prst="rect">
            <a:avLst/>
          </a:prstGeom>
          <a:noFill/>
          <a:ln w="9525">
            <a:noFill/>
            <a:miter lim="800000"/>
            <a:headEnd/>
            <a:tailEnd/>
          </a:ln>
        </p:spPr>
        <p:txBody>
          <a:bodyPr vert="horz" wrap="none" lIns="91440" tIns="45720" rIns="91440" bIns="45720" numCol="1" anchor="b" anchorCtr="0" compatLnSpc="1">
            <a:prstTxWarp prst="textNoShape">
              <a:avLst/>
            </a:prstTxWarp>
          </a:bodyPr>
          <a:lstStyle>
            <a:lvl1pPr algn="l" rtl="0" eaLnBrk="0" fontAlgn="base" hangingPunct="0">
              <a:lnSpc>
                <a:spcPct val="85000"/>
              </a:lnSpc>
              <a:spcBef>
                <a:spcPct val="0"/>
              </a:spcBef>
              <a:spcAft>
                <a:spcPct val="0"/>
              </a:spcAft>
              <a:defRPr sz="3400" b="0">
                <a:solidFill>
                  <a:srgbClr val="002060"/>
                </a:solidFill>
                <a:latin typeface="华文楷体" panose="02010600040101010101" pitchFamily="2" charset="-122"/>
                <a:ea typeface="华文楷体" panose="02010600040101010101" pitchFamily="2" charset="-122"/>
                <a:cs typeface="+mj-cs"/>
              </a:defRPr>
            </a:lvl1pPr>
            <a:lvl2pPr algn="l" rtl="0" eaLnBrk="0" fontAlgn="base" hangingPunct="0">
              <a:lnSpc>
                <a:spcPct val="85000"/>
              </a:lnSpc>
              <a:spcBef>
                <a:spcPct val="0"/>
              </a:spcBef>
              <a:spcAft>
                <a:spcPct val="0"/>
              </a:spcAft>
              <a:defRPr sz="3400" b="1">
                <a:solidFill>
                  <a:srgbClr val="002E5C"/>
                </a:solidFill>
                <a:latin typeface="Helvetica" pitchFamily="34" charset="0"/>
              </a:defRPr>
            </a:lvl2pPr>
            <a:lvl3pPr algn="l" rtl="0" eaLnBrk="0" fontAlgn="base" hangingPunct="0">
              <a:lnSpc>
                <a:spcPct val="85000"/>
              </a:lnSpc>
              <a:spcBef>
                <a:spcPct val="0"/>
              </a:spcBef>
              <a:spcAft>
                <a:spcPct val="0"/>
              </a:spcAft>
              <a:defRPr sz="3400" b="1">
                <a:solidFill>
                  <a:srgbClr val="002E5C"/>
                </a:solidFill>
                <a:latin typeface="Helvetica" pitchFamily="34" charset="0"/>
              </a:defRPr>
            </a:lvl3pPr>
            <a:lvl4pPr algn="l" rtl="0" eaLnBrk="0" fontAlgn="base" hangingPunct="0">
              <a:lnSpc>
                <a:spcPct val="85000"/>
              </a:lnSpc>
              <a:spcBef>
                <a:spcPct val="0"/>
              </a:spcBef>
              <a:spcAft>
                <a:spcPct val="0"/>
              </a:spcAft>
              <a:defRPr sz="3400" b="1">
                <a:solidFill>
                  <a:srgbClr val="002E5C"/>
                </a:solidFill>
                <a:latin typeface="Helvetica" pitchFamily="34" charset="0"/>
              </a:defRPr>
            </a:lvl4pPr>
            <a:lvl5pPr algn="l" rtl="0" eaLnBrk="0" fontAlgn="base" hangingPunct="0">
              <a:lnSpc>
                <a:spcPct val="85000"/>
              </a:lnSpc>
              <a:spcBef>
                <a:spcPct val="0"/>
              </a:spcBef>
              <a:spcAft>
                <a:spcPct val="0"/>
              </a:spcAft>
              <a:defRPr sz="3400" b="1">
                <a:solidFill>
                  <a:srgbClr val="002E5C"/>
                </a:solidFill>
                <a:latin typeface="Helvetica" pitchFamily="34" charset="0"/>
              </a:defRPr>
            </a:lvl5pPr>
            <a:lvl6pPr marL="457200" algn="l" rtl="0" eaLnBrk="1" fontAlgn="base" hangingPunct="1">
              <a:lnSpc>
                <a:spcPct val="85000"/>
              </a:lnSpc>
              <a:spcBef>
                <a:spcPct val="0"/>
              </a:spcBef>
              <a:spcAft>
                <a:spcPct val="0"/>
              </a:spcAft>
              <a:defRPr sz="3400" b="1">
                <a:solidFill>
                  <a:srgbClr val="002E5C"/>
                </a:solidFill>
                <a:latin typeface="Helvetica" pitchFamily="34" charset="0"/>
              </a:defRPr>
            </a:lvl6pPr>
            <a:lvl7pPr marL="914400" algn="l" rtl="0" eaLnBrk="1" fontAlgn="base" hangingPunct="1">
              <a:lnSpc>
                <a:spcPct val="85000"/>
              </a:lnSpc>
              <a:spcBef>
                <a:spcPct val="0"/>
              </a:spcBef>
              <a:spcAft>
                <a:spcPct val="0"/>
              </a:spcAft>
              <a:defRPr sz="3400" b="1">
                <a:solidFill>
                  <a:srgbClr val="002E5C"/>
                </a:solidFill>
                <a:latin typeface="Helvetica" pitchFamily="34" charset="0"/>
              </a:defRPr>
            </a:lvl7pPr>
            <a:lvl8pPr marL="1371600" algn="l" rtl="0" eaLnBrk="1" fontAlgn="base" hangingPunct="1">
              <a:lnSpc>
                <a:spcPct val="85000"/>
              </a:lnSpc>
              <a:spcBef>
                <a:spcPct val="0"/>
              </a:spcBef>
              <a:spcAft>
                <a:spcPct val="0"/>
              </a:spcAft>
              <a:defRPr sz="3400" b="1">
                <a:solidFill>
                  <a:srgbClr val="002E5C"/>
                </a:solidFill>
                <a:latin typeface="Helvetica" pitchFamily="34" charset="0"/>
              </a:defRPr>
            </a:lvl8pPr>
            <a:lvl9pPr marL="1828800" algn="l" rtl="0" eaLnBrk="1" fontAlgn="base" hangingPunct="1">
              <a:lnSpc>
                <a:spcPct val="85000"/>
              </a:lnSpc>
              <a:spcBef>
                <a:spcPct val="0"/>
              </a:spcBef>
              <a:spcAft>
                <a:spcPct val="0"/>
              </a:spcAft>
              <a:defRPr sz="3400" b="1">
                <a:solidFill>
                  <a:srgbClr val="002E5C"/>
                </a:solidFill>
                <a:latin typeface="Helvetica" pitchFamily="34" charset="0"/>
              </a:defRPr>
            </a:lvl9pPr>
          </a:lstStyle>
          <a:p>
            <a:br>
              <a:rPr lang="en-US" altLang="zh-CN" sz="2600" kern="0" dirty="0">
                <a:latin typeface="Helvetica Neue"/>
              </a:rPr>
            </a:br>
            <a:r>
              <a:rPr lang="en-US" altLang="zh-CN" sz="2600" kern="0" dirty="0">
                <a:latin typeface="Helvetica Neue"/>
              </a:rPr>
              <a:t>§</a:t>
            </a:r>
            <a:r>
              <a:rPr lang="en-US" altLang="zh-CN" sz="2600" dirty="0"/>
              <a:t>1.4.1.2 </a:t>
            </a:r>
            <a:r>
              <a:rPr lang="zh-CN" altLang="en-US" sz="2600" i="0" dirty="0">
                <a:effectLst/>
                <a:latin typeface="Helvetica Neue"/>
              </a:rPr>
              <a:t>创建二维</a:t>
            </a:r>
            <a:r>
              <a:rPr lang="zh-CN" altLang="en-US" sz="2600" dirty="0">
                <a:latin typeface="Helvetica Neue"/>
              </a:rPr>
              <a:t>矩阵</a:t>
            </a:r>
            <a:r>
              <a:rPr lang="en-US" altLang="zh-CN" sz="2600" dirty="0">
                <a:solidFill>
                  <a:srgbClr val="FF0000"/>
                </a:solidFill>
              </a:rPr>
              <a:t>———6.</a:t>
            </a:r>
            <a:r>
              <a:rPr lang="zh-CN" altLang="en-US" sz="2600" dirty="0">
                <a:solidFill>
                  <a:srgbClr val="FF0000"/>
                </a:solidFill>
                <a:latin typeface="Helvetica Neue"/>
                <a:cs typeface="+mn-cs"/>
              </a:rPr>
              <a:t> 内置函数创建数组示例</a:t>
            </a:r>
            <a:endParaRPr lang="zh-CN" altLang="en-US" sz="2600" dirty="0">
              <a:solidFill>
                <a:srgbClr val="FF0000"/>
              </a:solidFill>
            </a:endParaRPr>
          </a:p>
        </p:txBody>
      </p:sp>
      <p:sp>
        <p:nvSpPr>
          <p:cNvPr id="15" name="文本框 14">
            <a:extLst>
              <a:ext uri="{FF2B5EF4-FFF2-40B4-BE49-F238E27FC236}">
                <a16:creationId xmlns:a16="http://schemas.microsoft.com/office/drawing/2014/main" id="{C5C75881-FCA4-4E49-B464-EE216A003271}"/>
              </a:ext>
            </a:extLst>
          </p:cNvPr>
          <p:cNvSpPr txBox="1"/>
          <p:nvPr/>
        </p:nvSpPr>
        <p:spPr>
          <a:xfrm>
            <a:off x="922099" y="677514"/>
            <a:ext cx="8204471" cy="369332"/>
          </a:xfrm>
          <a:prstGeom prst="rect">
            <a:avLst/>
          </a:prstGeom>
          <a:noFill/>
        </p:spPr>
        <p:txBody>
          <a:bodyPr wrap="square">
            <a:spAutoFit/>
          </a:bodyPr>
          <a:lstStyle/>
          <a:p>
            <a:pPr algn="dist"/>
            <a:r>
              <a:rPr lang="zh-CN" altLang="en-US" b="1" kern="0" dirty="0">
                <a:solidFill>
                  <a:srgbClr val="0070C0"/>
                </a:solidFill>
                <a:latin typeface="微软雅黑" panose="020B0503020204020204" pitchFamily="34" charset="-122"/>
                <a:ea typeface="微软雅黑" panose="020B0503020204020204" pitchFamily="34" charset="-122"/>
              </a:rPr>
              <a:t>用内置函数创建向量、矩阵和三维数组，并声明和不声明定数据类型</a:t>
            </a:r>
            <a:endParaRPr lang="zh-CN" altLang="en-US" b="1" dirty="0">
              <a:solidFill>
                <a:srgbClr val="0070C0"/>
              </a:solidFill>
            </a:endParaRPr>
          </a:p>
        </p:txBody>
      </p:sp>
    </p:spTree>
    <p:extLst>
      <p:ext uri="{BB962C8B-B14F-4D97-AF65-F5344CB8AC3E}">
        <p14:creationId xmlns:p14="http://schemas.microsoft.com/office/powerpoint/2010/main" val="35472060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2">
            <a:extLst>
              <a:ext uri="{FF2B5EF4-FFF2-40B4-BE49-F238E27FC236}">
                <a16:creationId xmlns:a16="http://schemas.microsoft.com/office/drawing/2014/main" id="{33E7AC08-1ABA-4BA2-9AC4-4996F917FE63}"/>
              </a:ext>
            </a:extLst>
          </p:cNvPr>
          <p:cNvPicPr>
            <a:picLocks noChangeAspect="1" noChangeArrowheads="1"/>
          </p:cNvPicPr>
          <p:nvPr/>
        </p:nvPicPr>
        <p:blipFill rotWithShape="1">
          <a:blip r:embed="rId3" cstate="print"/>
          <a:srcRect l="6947"/>
          <a:stretch/>
        </p:blipFill>
        <p:spPr bwMode="auto">
          <a:xfrm>
            <a:off x="6446584" y="2064845"/>
            <a:ext cx="2521083" cy="1981607"/>
          </a:xfrm>
          <a:prstGeom prst="rect">
            <a:avLst/>
          </a:prstGeom>
          <a:noFill/>
          <a:ln w="9525">
            <a:noFill/>
            <a:miter lim="800000"/>
            <a:headEnd/>
            <a:tailEnd/>
          </a:ln>
        </p:spPr>
      </p:pic>
      <p:sp>
        <p:nvSpPr>
          <p:cNvPr id="4" name="标题 1">
            <a:extLst>
              <a:ext uri="{FF2B5EF4-FFF2-40B4-BE49-F238E27FC236}">
                <a16:creationId xmlns:a16="http://schemas.microsoft.com/office/drawing/2014/main" id="{5AC5A2B1-D080-49F4-939E-73BEA064A4A7}"/>
              </a:ext>
            </a:extLst>
          </p:cNvPr>
          <p:cNvSpPr txBox="1">
            <a:spLocks/>
          </p:cNvSpPr>
          <p:nvPr/>
        </p:nvSpPr>
        <p:spPr bwMode="auto">
          <a:xfrm>
            <a:off x="935348" y="814299"/>
            <a:ext cx="7560840" cy="556420"/>
          </a:xfrm>
          <a:prstGeom prst="rect">
            <a:avLst/>
          </a:prstGeom>
          <a:noFill/>
          <a:ln w="9525">
            <a:noFill/>
            <a:miter lim="800000"/>
            <a:headEnd/>
            <a:tailEnd/>
          </a:ln>
        </p:spPr>
        <p:txBody>
          <a:bodyPr vert="horz" wrap="none" lIns="91440" tIns="45720" rIns="91440" bIns="45720" numCol="1" anchor="b" anchorCtr="0" compatLnSpc="1">
            <a:prstTxWarp prst="textNoShape">
              <a:avLst/>
            </a:prstTxWarp>
          </a:bodyPr>
          <a:lstStyle>
            <a:lvl1pPr algn="l" rtl="0" eaLnBrk="0" fontAlgn="base" hangingPunct="0">
              <a:lnSpc>
                <a:spcPct val="85000"/>
              </a:lnSpc>
              <a:spcBef>
                <a:spcPct val="0"/>
              </a:spcBef>
              <a:spcAft>
                <a:spcPct val="0"/>
              </a:spcAft>
              <a:defRPr sz="3400" b="0">
                <a:solidFill>
                  <a:srgbClr val="002060"/>
                </a:solidFill>
                <a:latin typeface="华文楷体" panose="02010600040101010101" pitchFamily="2" charset="-122"/>
                <a:ea typeface="华文楷体" panose="02010600040101010101" pitchFamily="2" charset="-122"/>
                <a:cs typeface="+mj-cs"/>
              </a:defRPr>
            </a:lvl1pPr>
            <a:lvl2pPr algn="l" rtl="0" eaLnBrk="0" fontAlgn="base" hangingPunct="0">
              <a:lnSpc>
                <a:spcPct val="85000"/>
              </a:lnSpc>
              <a:spcBef>
                <a:spcPct val="0"/>
              </a:spcBef>
              <a:spcAft>
                <a:spcPct val="0"/>
              </a:spcAft>
              <a:defRPr sz="3400" b="1">
                <a:solidFill>
                  <a:srgbClr val="002E5C"/>
                </a:solidFill>
                <a:latin typeface="Helvetica" pitchFamily="34" charset="0"/>
              </a:defRPr>
            </a:lvl2pPr>
            <a:lvl3pPr algn="l" rtl="0" eaLnBrk="0" fontAlgn="base" hangingPunct="0">
              <a:lnSpc>
                <a:spcPct val="85000"/>
              </a:lnSpc>
              <a:spcBef>
                <a:spcPct val="0"/>
              </a:spcBef>
              <a:spcAft>
                <a:spcPct val="0"/>
              </a:spcAft>
              <a:defRPr sz="3400" b="1">
                <a:solidFill>
                  <a:srgbClr val="002E5C"/>
                </a:solidFill>
                <a:latin typeface="Helvetica" pitchFamily="34" charset="0"/>
              </a:defRPr>
            </a:lvl3pPr>
            <a:lvl4pPr algn="l" rtl="0" eaLnBrk="0" fontAlgn="base" hangingPunct="0">
              <a:lnSpc>
                <a:spcPct val="85000"/>
              </a:lnSpc>
              <a:spcBef>
                <a:spcPct val="0"/>
              </a:spcBef>
              <a:spcAft>
                <a:spcPct val="0"/>
              </a:spcAft>
              <a:defRPr sz="3400" b="1">
                <a:solidFill>
                  <a:srgbClr val="002E5C"/>
                </a:solidFill>
                <a:latin typeface="Helvetica" pitchFamily="34" charset="0"/>
              </a:defRPr>
            </a:lvl4pPr>
            <a:lvl5pPr algn="l" rtl="0" eaLnBrk="0" fontAlgn="base" hangingPunct="0">
              <a:lnSpc>
                <a:spcPct val="85000"/>
              </a:lnSpc>
              <a:spcBef>
                <a:spcPct val="0"/>
              </a:spcBef>
              <a:spcAft>
                <a:spcPct val="0"/>
              </a:spcAft>
              <a:defRPr sz="3400" b="1">
                <a:solidFill>
                  <a:srgbClr val="002E5C"/>
                </a:solidFill>
                <a:latin typeface="Helvetica" pitchFamily="34" charset="0"/>
              </a:defRPr>
            </a:lvl5pPr>
            <a:lvl6pPr marL="457200" algn="l" rtl="0" eaLnBrk="1" fontAlgn="base" hangingPunct="1">
              <a:lnSpc>
                <a:spcPct val="85000"/>
              </a:lnSpc>
              <a:spcBef>
                <a:spcPct val="0"/>
              </a:spcBef>
              <a:spcAft>
                <a:spcPct val="0"/>
              </a:spcAft>
              <a:defRPr sz="3400" b="1">
                <a:solidFill>
                  <a:srgbClr val="002E5C"/>
                </a:solidFill>
                <a:latin typeface="Helvetica" pitchFamily="34" charset="0"/>
              </a:defRPr>
            </a:lvl6pPr>
            <a:lvl7pPr marL="914400" algn="l" rtl="0" eaLnBrk="1" fontAlgn="base" hangingPunct="1">
              <a:lnSpc>
                <a:spcPct val="85000"/>
              </a:lnSpc>
              <a:spcBef>
                <a:spcPct val="0"/>
              </a:spcBef>
              <a:spcAft>
                <a:spcPct val="0"/>
              </a:spcAft>
              <a:defRPr sz="3400" b="1">
                <a:solidFill>
                  <a:srgbClr val="002E5C"/>
                </a:solidFill>
                <a:latin typeface="Helvetica" pitchFamily="34" charset="0"/>
              </a:defRPr>
            </a:lvl7pPr>
            <a:lvl8pPr marL="1371600" algn="l" rtl="0" eaLnBrk="1" fontAlgn="base" hangingPunct="1">
              <a:lnSpc>
                <a:spcPct val="85000"/>
              </a:lnSpc>
              <a:spcBef>
                <a:spcPct val="0"/>
              </a:spcBef>
              <a:spcAft>
                <a:spcPct val="0"/>
              </a:spcAft>
              <a:defRPr sz="3400" b="1">
                <a:solidFill>
                  <a:srgbClr val="002E5C"/>
                </a:solidFill>
                <a:latin typeface="Helvetica" pitchFamily="34" charset="0"/>
              </a:defRPr>
            </a:lvl8pPr>
            <a:lvl9pPr marL="1828800" algn="l" rtl="0" eaLnBrk="1" fontAlgn="base" hangingPunct="1">
              <a:lnSpc>
                <a:spcPct val="85000"/>
              </a:lnSpc>
              <a:spcBef>
                <a:spcPct val="0"/>
              </a:spcBef>
              <a:spcAft>
                <a:spcPct val="0"/>
              </a:spcAft>
              <a:defRPr sz="3400" b="1">
                <a:solidFill>
                  <a:srgbClr val="002E5C"/>
                </a:solidFill>
                <a:latin typeface="Helvetica" pitchFamily="34" charset="0"/>
              </a:defRPr>
            </a:lvl9pPr>
          </a:lstStyle>
          <a:p>
            <a:br>
              <a:rPr lang="en-US" altLang="zh-CN" kern="0" dirty="0">
                <a:latin typeface="Helvetica Neue"/>
              </a:rPr>
            </a:br>
            <a:r>
              <a:rPr lang="en-US" altLang="zh-CN" kern="0" dirty="0">
                <a:latin typeface="Helvetica Neue"/>
              </a:rPr>
              <a:t>§</a:t>
            </a:r>
            <a:r>
              <a:rPr lang="en-US" altLang="zh-CN" sz="2800" dirty="0"/>
              <a:t>1.4.1.3  </a:t>
            </a:r>
            <a:r>
              <a:rPr lang="zh-CN" altLang="en-US" sz="2800" dirty="0"/>
              <a:t>创建多维</a:t>
            </a:r>
            <a:r>
              <a:rPr lang="zh-CN" altLang="en-US" sz="2800" dirty="0">
                <a:latin typeface="Helvetica Neue"/>
              </a:rPr>
              <a:t>向量</a:t>
            </a:r>
            <a:r>
              <a:rPr lang="en-US" altLang="zh-CN" sz="2800" dirty="0">
                <a:solidFill>
                  <a:srgbClr val="FF0000"/>
                </a:solidFill>
              </a:rPr>
              <a:t>——</a:t>
            </a:r>
            <a:r>
              <a:rPr lang="zh-CN" altLang="en-US" sz="2800" dirty="0">
                <a:solidFill>
                  <a:srgbClr val="FF0000"/>
                </a:solidFill>
              </a:rPr>
              <a:t>采用多分号（</a:t>
            </a:r>
            <a:r>
              <a:rPr lang="en-US" altLang="zh-CN" sz="2800" dirty="0">
                <a:solidFill>
                  <a:srgbClr val="FF0000"/>
                </a:solidFill>
              </a:rPr>
              <a:t>;;;</a:t>
            </a:r>
            <a:r>
              <a:rPr lang="zh-CN" altLang="en-US" sz="2800" dirty="0">
                <a:solidFill>
                  <a:srgbClr val="FF0000"/>
                </a:solidFill>
              </a:rPr>
              <a:t>）</a:t>
            </a:r>
            <a:endParaRPr lang="zh-CN" altLang="en-US" sz="2800" kern="0" dirty="0">
              <a:solidFill>
                <a:srgbClr val="FF0000"/>
              </a:solidFill>
            </a:endParaRPr>
          </a:p>
        </p:txBody>
      </p:sp>
      <p:sp>
        <p:nvSpPr>
          <p:cNvPr id="5" name="内容占位符 2">
            <a:extLst>
              <a:ext uri="{FF2B5EF4-FFF2-40B4-BE49-F238E27FC236}">
                <a16:creationId xmlns:a16="http://schemas.microsoft.com/office/drawing/2014/main" id="{019E9D9F-D4C9-48C7-A173-D06680E829FE}"/>
              </a:ext>
            </a:extLst>
          </p:cNvPr>
          <p:cNvSpPr>
            <a:spLocks noGrp="1"/>
          </p:cNvSpPr>
          <p:nvPr>
            <p:ph idx="1"/>
          </p:nvPr>
        </p:nvSpPr>
        <p:spPr>
          <a:xfrm>
            <a:off x="180087" y="1366718"/>
            <a:ext cx="7560840" cy="3496406"/>
          </a:xfrm>
        </p:spPr>
        <p:txBody>
          <a:bodyPr/>
          <a:lstStyle/>
          <a:p>
            <a:pPr>
              <a:lnSpc>
                <a:spcPts val="4700"/>
              </a:lnSpc>
              <a:buNone/>
            </a:pPr>
            <a:r>
              <a:rPr lang="zh-CN" altLang="en-US" sz="2400" dirty="0"/>
              <a:t>采用空格和分号构造多维数组的规则：</a:t>
            </a:r>
            <a:endParaRPr lang="en-US" altLang="zh-CN" sz="2400" dirty="0"/>
          </a:p>
          <a:p>
            <a:pPr marL="457200" indent="-457200">
              <a:lnSpc>
                <a:spcPts val="4700"/>
              </a:lnSpc>
              <a:buFont typeface="+mj-ea"/>
              <a:buAutoNum type="circleNumDbPlain"/>
            </a:pPr>
            <a:r>
              <a:rPr lang="zh-CN" altLang="en-US" sz="2400" dirty="0"/>
              <a:t>三维数组的第三维度使用三分号连接形成</a:t>
            </a:r>
            <a:r>
              <a:rPr lang="en-US" altLang="zh-CN" sz="2400" dirty="0">
                <a:solidFill>
                  <a:srgbClr val="FF0000"/>
                </a:solidFill>
              </a:rPr>
              <a:t>;;; </a:t>
            </a:r>
            <a:r>
              <a:rPr lang="zh-CN" altLang="en-US" sz="2400" dirty="0"/>
              <a:t>；</a:t>
            </a:r>
            <a:endParaRPr lang="en-US" altLang="zh-CN" sz="2400" dirty="0"/>
          </a:p>
          <a:p>
            <a:pPr marL="514350" indent="-514350">
              <a:lnSpc>
                <a:spcPts val="4700"/>
              </a:lnSpc>
              <a:buFont typeface="+mj-ea"/>
              <a:buAutoNum type="circleNumDbPlain"/>
            </a:pPr>
            <a:r>
              <a:rPr lang="zh-CN" altLang="en-US" sz="2400" dirty="0"/>
              <a:t>四维数组的第四维度使用四分号连接形成</a:t>
            </a:r>
            <a:r>
              <a:rPr lang="en-US" altLang="zh-CN" sz="2400" dirty="0">
                <a:solidFill>
                  <a:srgbClr val="FF0000"/>
                </a:solidFill>
              </a:rPr>
              <a:t>;;;;</a:t>
            </a:r>
            <a:endParaRPr lang="en-US" altLang="zh-CN" sz="2400" dirty="0"/>
          </a:p>
          <a:p>
            <a:pPr marL="514350" indent="-514350">
              <a:lnSpc>
                <a:spcPts val="4700"/>
              </a:lnSpc>
              <a:buFont typeface="+mj-ea"/>
              <a:buAutoNum type="circleNumDbPlain"/>
            </a:pPr>
            <a:r>
              <a:rPr lang="zh-CN" altLang="en-US" sz="2400" dirty="0"/>
              <a:t>空格优先级高于任意数量的分号</a:t>
            </a:r>
            <a:endParaRPr lang="en-US" altLang="zh-CN" sz="2400" dirty="0"/>
          </a:p>
          <a:p>
            <a:pPr marL="457200" indent="-457200">
              <a:lnSpc>
                <a:spcPts val="4700"/>
              </a:lnSpc>
              <a:buFont typeface="+mj-ea"/>
              <a:buAutoNum type="circleNumDbPlain"/>
            </a:pPr>
            <a:r>
              <a:rPr lang="zh-CN" altLang="en-US" sz="2400" dirty="0"/>
              <a:t>数量少的分号优先级高于数量多的分号</a:t>
            </a:r>
            <a:endParaRPr lang="en-US" altLang="zh-CN" sz="2400" dirty="0"/>
          </a:p>
          <a:p>
            <a:pPr>
              <a:buNone/>
            </a:pPr>
            <a:endParaRPr lang="zh-CN" altLang="en-US" sz="2400" dirty="0"/>
          </a:p>
        </p:txBody>
      </p:sp>
      <p:sp>
        <p:nvSpPr>
          <p:cNvPr id="6" name="矩形 5">
            <a:extLst>
              <a:ext uri="{FF2B5EF4-FFF2-40B4-BE49-F238E27FC236}">
                <a16:creationId xmlns:a16="http://schemas.microsoft.com/office/drawing/2014/main" id="{D2FF84D8-02D6-4E44-AB4D-ED2F320DE326}"/>
              </a:ext>
            </a:extLst>
          </p:cNvPr>
          <p:cNvSpPr/>
          <p:nvPr/>
        </p:nvSpPr>
        <p:spPr>
          <a:xfrm>
            <a:off x="6978819" y="1412832"/>
            <a:ext cx="1584176" cy="584775"/>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wrap="square">
            <a:spAutoFit/>
          </a:bodyPr>
          <a:lstStyle/>
          <a:p>
            <a:r>
              <a:rPr lang="en-US" altLang="zh-CN" sz="1600" b="1" kern="0" dirty="0">
                <a:solidFill>
                  <a:srgbClr val="0070C0"/>
                </a:solidFill>
              </a:rPr>
              <a:t>[x1 x2;x3 x4 </a:t>
            </a:r>
            <a:r>
              <a:rPr lang="en-US" altLang="zh-CN" sz="1600" b="1" kern="0" dirty="0">
                <a:solidFill>
                  <a:srgbClr val="FF0000"/>
                </a:solidFill>
              </a:rPr>
              <a:t>;;; </a:t>
            </a:r>
            <a:r>
              <a:rPr lang="en-US" altLang="zh-CN" sz="1600" b="1" kern="0" dirty="0">
                <a:solidFill>
                  <a:srgbClr val="0070C0"/>
                </a:solidFill>
              </a:rPr>
              <a:t>x5 x6;x7 x8]</a:t>
            </a:r>
            <a:endParaRPr lang="zh-CN" altLang="en-US" sz="1600" b="1" kern="0" dirty="0">
              <a:solidFill>
                <a:srgbClr val="0070C0"/>
              </a:solidFill>
            </a:endParaRPr>
          </a:p>
        </p:txBody>
      </p:sp>
      <p:sp>
        <p:nvSpPr>
          <p:cNvPr id="7" name="AutoShape 13">
            <a:extLst>
              <a:ext uri="{FF2B5EF4-FFF2-40B4-BE49-F238E27FC236}">
                <a16:creationId xmlns:a16="http://schemas.microsoft.com/office/drawing/2014/main" id="{239D90BE-CB97-4D60-B385-E22E7E01DAD6}"/>
              </a:ext>
            </a:extLst>
          </p:cNvPr>
          <p:cNvSpPr>
            <a:spLocks noChangeArrowheads="1"/>
          </p:cNvSpPr>
          <p:nvPr/>
        </p:nvSpPr>
        <p:spPr bwMode="auto">
          <a:xfrm>
            <a:off x="6446584" y="4013078"/>
            <a:ext cx="2521083" cy="491007"/>
          </a:xfrm>
          <a:prstGeom prst="irregularSeal2">
            <a:avLst/>
          </a:prstGeom>
          <a:solidFill>
            <a:srgbClr val="FF0000"/>
          </a:solidFill>
          <a:ln w="57150">
            <a:solidFill>
              <a:srgbClr val="00FF00"/>
            </a:solidFill>
            <a:miter lim="800000"/>
          </a:ln>
          <a:scene3d>
            <a:camera prst="orthographicFront"/>
            <a:lightRig rig="threePt" dir="t"/>
          </a:scene3d>
          <a:sp3d>
            <a:bevelT prst="angle"/>
          </a:sp3d>
        </p:spPr>
        <p:txBody>
          <a:bodyPr wrap="none" anchor="ctr"/>
          <a:lstStyle/>
          <a:p>
            <a:r>
              <a:rPr lang="zh-CN" altLang="en-US" sz="1200" b="1" kern="0" dirty="0">
                <a:solidFill>
                  <a:srgbClr val="FFFF00"/>
                </a:solidFill>
                <a:latin typeface="微软雅黑" panose="020B0503020204020204" pitchFamily="34" charset="-122"/>
                <a:ea typeface="微软雅黑" panose="020B0503020204020204" pitchFamily="34" charset="-122"/>
              </a:rPr>
              <a:t> 和</a:t>
            </a:r>
            <a:r>
              <a:rPr lang="en-US" altLang="zh-CN" sz="1200" b="1" kern="0" dirty="0">
                <a:solidFill>
                  <a:srgbClr val="FFFF00"/>
                </a:solidFill>
                <a:latin typeface="微软雅黑" panose="020B0503020204020204" pitchFamily="34" charset="-122"/>
                <a:ea typeface="微软雅黑" panose="020B0503020204020204" pitchFamily="34" charset="-122"/>
              </a:rPr>
              <a:t>MATLAB</a:t>
            </a:r>
            <a:r>
              <a:rPr lang="zh-CN" altLang="en-US" sz="1200" b="1" kern="0" dirty="0">
                <a:solidFill>
                  <a:srgbClr val="FFFF00"/>
                </a:solidFill>
                <a:latin typeface="微软雅黑" panose="020B0503020204020204" pitchFamily="34" charset="-122"/>
                <a:ea typeface="微软雅黑" panose="020B0503020204020204" pitchFamily="34" charset="-122"/>
              </a:rPr>
              <a:t>不同</a:t>
            </a:r>
          </a:p>
        </p:txBody>
      </p:sp>
      <p:sp>
        <p:nvSpPr>
          <p:cNvPr id="9" name="文本框 8">
            <a:extLst>
              <a:ext uri="{FF2B5EF4-FFF2-40B4-BE49-F238E27FC236}">
                <a16:creationId xmlns:a16="http://schemas.microsoft.com/office/drawing/2014/main" id="{C440DB92-4EA7-469D-9F27-AC2DCC0E19D5}"/>
              </a:ext>
            </a:extLst>
          </p:cNvPr>
          <p:cNvSpPr txBox="1"/>
          <p:nvPr/>
        </p:nvSpPr>
        <p:spPr>
          <a:xfrm>
            <a:off x="5333533" y="1398534"/>
            <a:ext cx="1645286" cy="584775"/>
          </a:xfrm>
          <a:prstGeom prst="rect">
            <a:avLst/>
          </a:prstGeom>
          <a:noFill/>
        </p:spPr>
        <p:txBody>
          <a:bodyPr wrap="square">
            <a:spAutoFit/>
          </a:bodyPr>
          <a:lstStyle/>
          <a:p>
            <a:r>
              <a:rPr lang="zh-CN" altLang="en-US" sz="1600" b="1" dirty="0">
                <a:solidFill>
                  <a:srgbClr val="0070C0"/>
                </a:solidFill>
                <a:latin typeface="微软雅黑" panose="020B0503020204020204" pitchFamily="34" charset="-122"/>
                <a:ea typeface="微软雅黑" panose="020B0503020204020204" pitchFamily="34" charset="-122"/>
              </a:rPr>
              <a:t>多个矩阵堆叠</a:t>
            </a:r>
            <a:endParaRPr lang="en-US" altLang="zh-CN" sz="1600" b="1" dirty="0">
              <a:solidFill>
                <a:srgbClr val="0070C0"/>
              </a:solidFill>
              <a:latin typeface="微软雅黑" panose="020B0503020204020204" pitchFamily="34" charset="-122"/>
              <a:ea typeface="微软雅黑" panose="020B0503020204020204" pitchFamily="34" charset="-122"/>
            </a:endParaRPr>
          </a:p>
          <a:p>
            <a:r>
              <a:rPr lang="zh-CN" altLang="en-US" sz="1600" b="1" dirty="0">
                <a:solidFill>
                  <a:srgbClr val="0070C0"/>
                </a:solidFill>
                <a:latin typeface="微软雅黑" panose="020B0503020204020204" pitchFamily="34" charset="-122"/>
                <a:ea typeface="微软雅黑" panose="020B0503020204020204" pitchFamily="34" charset="-122"/>
              </a:rPr>
              <a:t>成多维数组</a:t>
            </a:r>
          </a:p>
        </p:txBody>
      </p:sp>
    </p:spTree>
    <p:extLst>
      <p:ext uri="{BB962C8B-B14F-4D97-AF65-F5344CB8AC3E}">
        <p14:creationId xmlns:p14="http://schemas.microsoft.com/office/powerpoint/2010/main" val="39433030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9CA6D9CC-0A04-415E-8867-B7EE42F3CC20}"/>
              </a:ext>
            </a:extLst>
          </p:cNvPr>
          <p:cNvSpPr txBox="1"/>
          <p:nvPr/>
        </p:nvSpPr>
        <p:spPr>
          <a:xfrm>
            <a:off x="495685" y="1867796"/>
            <a:ext cx="4417465" cy="2592441"/>
          </a:xfrm>
          <a:prstGeom prst="rect">
            <a:avLst/>
          </a:prstGeom>
          <a:noFill/>
          <a:ln>
            <a:noFill/>
          </a:ln>
        </p:spPr>
        <p:txBody>
          <a:bodyPr wrap="square">
            <a:spAutoFit/>
          </a:bodyPr>
          <a:lstStyle/>
          <a:p>
            <a:pPr>
              <a:lnSpc>
                <a:spcPts val="3300"/>
              </a:lnSpc>
            </a:pPr>
            <a:r>
              <a:rPr lang="zh-CN" altLang="en-US" sz="2400" dirty="0"/>
              <a:t>julia&gt;x=[magic(2)</a:t>
            </a:r>
            <a:r>
              <a:rPr lang="zh-CN" altLang="en-US" sz="2400" b="1" dirty="0">
                <a:solidFill>
                  <a:srgbClr val="FF0000"/>
                </a:solidFill>
              </a:rPr>
              <a:t>;;;</a:t>
            </a:r>
            <a:r>
              <a:rPr lang="zh-CN" altLang="en-US" sz="2400" dirty="0"/>
              <a:t>pascal(2)]</a:t>
            </a:r>
          </a:p>
          <a:p>
            <a:pPr>
              <a:lnSpc>
                <a:spcPts val="3300"/>
              </a:lnSpc>
            </a:pPr>
            <a:r>
              <a:rPr lang="en-US" altLang="zh-CN" sz="2200" dirty="0">
                <a:solidFill>
                  <a:srgbClr val="00B0F0"/>
                </a:solidFill>
              </a:rPr>
              <a:t>#</a:t>
            </a:r>
            <a:r>
              <a:rPr lang="zh-CN" altLang="en-US" sz="2200" dirty="0">
                <a:solidFill>
                  <a:srgbClr val="00B0F0"/>
                </a:solidFill>
              </a:rPr>
              <a:t>结果2×2×2 </a:t>
            </a:r>
            <a:r>
              <a:rPr lang="zh-CN" altLang="en-US" sz="2200" b="1" u="sng" dirty="0">
                <a:solidFill>
                  <a:srgbClr val="00B0F0"/>
                </a:solidFill>
                <a:latin typeface="微软雅黑" panose="020B0503020204020204" pitchFamily="34" charset="-122"/>
                <a:ea typeface="微软雅黑" panose="020B0503020204020204" pitchFamily="34" charset="-122"/>
              </a:rPr>
              <a:t>Array</a:t>
            </a:r>
            <a:r>
              <a:rPr lang="zh-CN" altLang="en-US" sz="2200" dirty="0">
                <a:solidFill>
                  <a:srgbClr val="00B0F0"/>
                </a:solidFill>
              </a:rPr>
              <a:t>{Int64, 3}:</a:t>
            </a:r>
          </a:p>
          <a:p>
            <a:pPr>
              <a:lnSpc>
                <a:spcPts val="3300"/>
              </a:lnSpc>
            </a:pPr>
            <a:r>
              <a:rPr lang="zh-CN" altLang="en-US" sz="2200" dirty="0">
                <a:solidFill>
                  <a:srgbClr val="00B0F0"/>
                </a:solidFill>
              </a:rPr>
              <a:t>[:, :, 1] = 1  3</a:t>
            </a:r>
          </a:p>
          <a:p>
            <a:pPr>
              <a:lnSpc>
                <a:spcPts val="3300"/>
              </a:lnSpc>
            </a:pPr>
            <a:r>
              <a:rPr lang="zh-CN" altLang="en-US" sz="2200" dirty="0">
                <a:solidFill>
                  <a:srgbClr val="00B0F0"/>
                </a:solidFill>
              </a:rPr>
              <a:t>              4  2  </a:t>
            </a:r>
            <a:r>
              <a:rPr lang="en-US" altLang="zh-CN" sz="2200" dirty="0">
                <a:solidFill>
                  <a:srgbClr val="00B0F0"/>
                </a:solidFill>
              </a:rPr>
              <a:t>#</a:t>
            </a:r>
            <a:r>
              <a:rPr lang="zh-CN" altLang="en-US" sz="2400" dirty="0">
                <a:solidFill>
                  <a:srgbClr val="0070C0"/>
                </a:solidFill>
              </a:rPr>
              <a:t>第一页</a:t>
            </a:r>
            <a:r>
              <a:rPr lang="en-US" altLang="zh-CN" sz="2400" dirty="0">
                <a:solidFill>
                  <a:srgbClr val="0070C0"/>
                </a:solidFill>
              </a:rPr>
              <a:t>magic</a:t>
            </a:r>
            <a:r>
              <a:rPr lang="zh-CN" altLang="en-US" sz="2200" dirty="0">
                <a:solidFill>
                  <a:srgbClr val="00B0F0"/>
                </a:solidFill>
              </a:rPr>
              <a:t>   </a:t>
            </a:r>
          </a:p>
          <a:p>
            <a:pPr>
              <a:lnSpc>
                <a:spcPts val="3300"/>
              </a:lnSpc>
            </a:pPr>
            <a:r>
              <a:rPr lang="zh-CN" altLang="en-US" sz="2200" dirty="0">
                <a:solidFill>
                  <a:srgbClr val="00B0F0"/>
                </a:solidFill>
              </a:rPr>
              <a:t>[:, :, 2] = 1  1</a:t>
            </a:r>
          </a:p>
          <a:p>
            <a:pPr>
              <a:lnSpc>
                <a:spcPts val="3300"/>
              </a:lnSpc>
            </a:pPr>
            <a:r>
              <a:rPr lang="zh-CN" altLang="en-US" sz="2200" dirty="0">
                <a:solidFill>
                  <a:srgbClr val="00B0F0"/>
                </a:solidFill>
              </a:rPr>
              <a:t>              1  2  </a:t>
            </a:r>
            <a:r>
              <a:rPr lang="en-US" altLang="zh-CN" sz="2200" dirty="0">
                <a:solidFill>
                  <a:srgbClr val="00B0F0"/>
                </a:solidFill>
              </a:rPr>
              <a:t>#</a:t>
            </a:r>
            <a:r>
              <a:rPr lang="zh-CN" altLang="en-US" sz="2400" dirty="0">
                <a:solidFill>
                  <a:srgbClr val="0070C0"/>
                </a:solidFill>
              </a:rPr>
              <a:t>第二页</a:t>
            </a:r>
            <a:r>
              <a:rPr lang="en-US" altLang="zh-CN" sz="2400" dirty="0">
                <a:solidFill>
                  <a:srgbClr val="0070C0"/>
                </a:solidFill>
              </a:rPr>
              <a:t>pascal</a:t>
            </a:r>
            <a:endParaRPr lang="zh-CN" altLang="en-US" sz="2200" dirty="0">
              <a:solidFill>
                <a:srgbClr val="00B0F0"/>
              </a:solidFill>
            </a:endParaRPr>
          </a:p>
        </p:txBody>
      </p:sp>
      <p:sp>
        <p:nvSpPr>
          <p:cNvPr id="7" name="文本框 6">
            <a:extLst>
              <a:ext uri="{FF2B5EF4-FFF2-40B4-BE49-F238E27FC236}">
                <a16:creationId xmlns:a16="http://schemas.microsoft.com/office/drawing/2014/main" id="{09E920C4-2EAF-478B-B8AB-FDCB3756CB52}"/>
              </a:ext>
            </a:extLst>
          </p:cNvPr>
          <p:cNvSpPr txBox="1"/>
          <p:nvPr/>
        </p:nvSpPr>
        <p:spPr>
          <a:xfrm>
            <a:off x="4945128" y="1867796"/>
            <a:ext cx="3954359" cy="2719399"/>
          </a:xfrm>
          <a:prstGeom prst="rect">
            <a:avLst/>
          </a:prstGeom>
          <a:noFill/>
          <a:ln>
            <a:noFill/>
          </a:ln>
        </p:spPr>
        <p:txBody>
          <a:bodyPr wrap="square">
            <a:spAutoFit/>
          </a:bodyPr>
          <a:lstStyle>
            <a:defPPr>
              <a:defRPr lang="zh-CN"/>
            </a:defPPr>
          </a:lstStyle>
          <a:p>
            <a:r>
              <a:rPr lang="zh-CN" altLang="en-US" sz="2400" dirty="0"/>
              <a:t>julia&gt; x=[1;2</a:t>
            </a:r>
            <a:r>
              <a:rPr lang="zh-CN" altLang="en-US" sz="2400" b="1" dirty="0">
                <a:solidFill>
                  <a:srgbClr val="FF0000"/>
                </a:solidFill>
              </a:rPr>
              <a:t>;;</a:t>
            </a:r>
            <a:r>
              <a:rPr lang="zh-CN" altLang="en-US" sz="2400" dirty="0"/>
              <a:t>3;4</a:t>
            </a:r>
            <a:r>
              <a:rPr lang="zh-CN" altLang="en-US" sz="2800" b="1" dirty="0">
                <a:solidFill>
                  <a:srgbClr val="FF0000"/>
                </a:solidFill>
              </a:rPr>
              <a:t>;;;</a:t>
            </a:r>
            <a:r>
              <a:rPr lang="zh-CN" altLang="en-US" sz="2400" dirty="0"/>
              <a:t>5;6</a:t>
            </a:r>
            <a:r>
              <a:rPr lang="zh-CN" altLang="en-US" sz="2400" b="1" dirty="0">
                <a:solidFill>
                  <a:srgbClr val="FF0000"/>
                </a:solidFill>
              </a:rPr>
              <a:t>;;</a:t>
            </a:r>
            <a:r>
              <a:rPr lang="zh-CN" altLang="en-US" sz="2400" dirty="0"/>
              <a:t>7;8]</a:t>
            </a:r>
          </a:p>
          <a:p>
            <a:pPr>
              <a:lnSpc>
                <a:spcPts val="3500"/>
              </a:lnSpc>
            </a:pPr>
            <a:r>
              <a:rPr lang="zh-CN" altLang="en-US" sz="2200" dirty="0"/>
              <a:t>2×2×2 </a:t>
            </a:r>
            <a:r>
              <a:rPr lang="zh-CN" altLang="en-US" sz="2200" b="1" u="sng" dirty="0">
                <a:solidFill>
                  <a:srgbClr val="00B0F0"/>
                </a:solidFill>
                <a:latin typeface="微软雅黑" panose="020B0503020204020204" pitchFamily="34" charset="-122"/>
                <a:ea typeface="微软雅黑" panose="020B0503020204020204" pitchFamily="34" charset="-122"/>
              </a:rPr>
              <a:t>Array</a:t>
            </a:r>
            <a:r>
              <a:rPr lang="zh-CN" altLang="en-US" sz="2200" dirty="0"/>
              <a:t>{Int64, 3}:</a:t>
            </a:r>
          </a:p>
          <a:p>
            <a:pPr>
              <a:lnSpc>
                <a:spcPts val="3500"/>
              </a:lnSpc>
            </a:pPr>
            <a:r>
              <a:rPr lang="zh-CN" altLang="en-US" sz="2200" dirty="0">
                <a:solidFill>
                  <a:srgbClr val="00B0F0"/>
                </a:solidFill>
              </a:rPr>
              <a:t>[:, :, 1] =1  3</a:t>
            </a:r>
          </a:p>
          <a:p>
            <a:pPr>
              <a:lnSpc>
                <a:spcPts val="3500"/>
              </a:lnSpc>
            </a:pPr>
            <a:r>
              <a:rPr lang="zh-CN" altLang="en-US" sz="2200" dirty="0">
                <a:solidFill>
                  <a:srgbClr val="00B0F0"/>
                </a:solidFill>
              </a:rPr>
              <a:t>              2  4</a:t>
            </a:r>
          </a:p>
          <a:p>
            <a:pPr>
              <a:lnSpc>
                <a:spcPts val="3500"/>
              </a:lnSpc>
            </a:pPr>
            <a:r>
              <a:rPr lang="zh-CN" altLang="en-US" sz="2200" dirty="0">
                <a:solidFill>
                  <a:srgbClr val="00B0F0"/>
                </a:solidFill>
              </a:rPr>
              <a:t>[:, :, 2] = 5  7</a:t>
            </a:r>
          </a:p>
          <a:p>
            <a:pPr>
              <a:lnSpc>
                <a:spcPts val="3500"/>
              </a:lnSpc>
            </a:pPr>
            <a:r>
              <a:rPr lang="zh-CN" altLang="en-US" sz="2200" dirty="0">
                <a:solidFill>
                  <a:srgbClr val="00B0F0"/>
                </a:solidFill>
              </a:rPr>
              <a:t>              6  8</a:t>
            </a:r>
          </a:p>
        </p:txBody>
      </p:sp>
      <p:sp>
        <p:nvSpPr>
          <p:cNvPr id="9" name="标题 1">
            <a:extLst>
              <a:ext uri="{FF2B5EF4-FFF2-40B4-BE49-F238E27FC236}">
                <a16:creationId xmlns:a16="http://schemas.microsoft.com/office/drawing/2014/main" id="{DE3BF0B6-47E4-461E-9426-3EB12D504412}"/>
              </a:ext>
            </a:extLst>
          </p:cNvPr>
          <p:cNvSpPr txBox="1">
            <a:spLocks/>
          </p:cNvSpPr>
          <p:nvPr/>
        </p:nvSpPr>
        <p:spPr bwMode="auto">
          <a:xfrm>
            <a:off x="791580" y="26505"/>
            <a:ext cx="7560840" cy="556420"/>
          </a:xfrm>
          <a:prstGeom prst="rect">
            <a:avLst/>
          </a:prstGeom>
          <a:noFill/>
          <a:ln w="9525">
            <a:noFill/>
            <a:miter lim="800000"/>
            <a:headEnd/>
            <a:tailEnd/>
          </a:ln>
        </p:spPr>
        <p:txBody>
          <a:bodyPr vert="horz" wrap="none" lIns="91440" tIns="45720" rIns="91440" bIns="45720" numCol="1" anchor="b" anchorCtr="0" compatLnSpc="1">
            <a:prstTxWarp prst="textNoShape">
              <a:avLst/>
            </a:prstTxWarp>
          </a:bodyPr>
          <a:lstStyle>
            <a:lvl1pPr algn="l" rtl="0" eaLnBrk="0" fontAlgn="base" hangingPunct="0">
              <a:lnSpc>
                <a:spcPct val="85000"/>
              </a:lnSpc>
              <a:spcBef>
                <a:spcPct val="0"/>
              </a:spcBef>
              <a:spcAft>
                <a:spcPct val="0"/>
              </a:spcAft>
              <a:defRPr sz="3400" b="0">
                <a:solidFill>
                  <a:srgbClr val="002060"/>
                </a:solidFill>
                <a:latin typeface="华文楷体" panose="02010600040101010101" pitchFamily="2" charset="-122"/>
                <a:ea typeface="华文楷体" panose="02010600040101010101" pitchFamily="2" charset="-122"/>
                <a:cs typeface="+mj-cs"/>
              </a:defRPr>
            </a:lvl1pPr>
            <a:lvl2pPr algn="l" rtl="0" eaLnBrk="0" fontAlgn="base" hangingPunct="0">
              <a:lnSpc>
                <a:spcPct val="85000"/>
              </a:lnSpc>
              <a:spcBef>
                <a:spcPct val="0"/>
              </a:spcBef>
              <a:spcAft>
                <a:spcPct val="0"/>
              </a:spcAft>
              <a:defRPr sz="3400" b="1">
                <a:solidFill>
                  <a:srgbClr val="002E5C"/>
                </a:solidFill>
                <a:latin typeface="Helvetica" pitchFamily="34" charset="0"/>
              </a:defRPr>
            </a:lvl2pPr>
            <a:lvl3pPr algn="l" rtl="0" eaLnBrk="0" fontAlgn="base" hangingPunct="0">
              <a:lnSpc>
                <a:spcPct val="85000"/>
              </a:lnSpc>
              <a:spcBef>
                <a:spcPct val="0"/>
              </a:spcBef>
              <a:spcAft>
                <a:spcPct val="0"/>
              </a:spcAft>
              <a:defRPr sz="3400" b="1">
                <a:solidFill>
                  <a:srgbClr val="002E5C"/>
                </a:solidFill>
                <a:latin typeface="Helvetica" pitchFamily="34" charset="0"/>
              </a:defRPr>
            </a:lvl3pPr>
            <a:lvl4pPr algn="l" rtl="0" eaLnBrk="0" fontAlgn="base" hangingPunct="0">
              <a:lnSpc>
                <a:spcPct val="85000"/>
              </a:lnSpc>
              <a:spcBef>
                <a:spcPct val="0"/>
              </a:spcBef>
              <a:spcAft>
                <a:spcPct val="0"/>
              </a:spcAft>
              <a:defRPr sz="3400" b="1">
                <a:solidFill>
                  <a:srgbClr val="002E5C"/>
                </a:solidFill>
                <a:latin typeface="Helvetica" pitchFamily="34" charset="0"/>
              </a:defRPr>
            </a:lvl4pPr>
            <a:lvl5pPr algn="l" rtl="0" eaLnBrk="0" fontAlgn="base" hangingPunct="0">
              <a:lnSpc>
                <a:spcPct val="85000"/>
              </a:lnSpc>
              <a:spcBef>
                <a:spcPct val="0"/>
              </a:spcBef>
              <a:spcAft>
                <a:spcPct val="0"/>
              </a:spcAft>
              <a:defRPr sz="3400" b="1">
                <a:solidFill>
                  <a:srgbClr val="002E5C"/>
                </a:solidFill>
                <a:latin typeface="Helvetica" pitchFamily="34" charset="0"/>
              </a:defRPr>
            </a:lvl5pPr>
            <a:lvl6pPr marL="457200" algn="l" rtl="0" eaLnBrk="1" fontAlgn="base" hangingPunct="1">
              <a:lnSpc>
                <a:spcPct val="85000"/>
              </a:lnSpc>
              <a:spcBef>
                <a:spcPct val="0"/>
              </a:spcBef>
              <a:spcAft>
                <a:spcPct val="0"/>
              </a:spcAft>
              <a:defRPr sz="3400" b="1">
                <a:solidFill>
                  <a:srgbClr val="002E5C"/>
                </a:solidFill>
                <a:latin typeface="Helvetica" pitchFamily="34" charset="0"/>
              </a:defRPr>
            </a:lvl6pPr>
            <a:lvl7pPr marL="914400" algn="l" rtl="0" eaLnBrk="1" fontAlgn="base" hangingPunct="1">
              <a:lnSpc>
                <a:spcPct val="85000"/>
              </a:lnSpc>
              <a:spcBef>
                <a:spcPct val="0"/>
              </a:spcBef>
              <a:spcAft>
                <a:spcPct val="0"/>
              </a:spcAft>
              <a:defRPr sz="3400" b="1">
                <a:solidFill>
                  <a:srgbClr val="002E5C"/>
                </a:solidFill>
                <a:latin typeface="Helvetica" pitchFamily="34" charset="0"/>
              </a:defRPr>
            </a:lvl7pPr>
            <a:lvl8pPr marL="1371600" algn="l" rtl="0" eaLnBrk="1" fontAlgn="base" hangingPunct="1">
              <a:lnSpc>
                <a:spcPct val="85000"/>
              </a:lnSpc>
              <a:spcBef>
                <a:spcPct val="0"/>
              </a:spcBef>
              <a:spcAft>
                <a:spcPct val="0"/>
              </a:spcAft>
              <a:defRPr sz="3400" b="1">
                <a:solidFill>
                  <a:srgbClr val="002E5C"/>
                </a:solidFill>
                <a:latin typeface="Helvetica" pitchFamily="34" charset="0"/>
              </a:defRPr>
            </a:lvl8pPr>
            <a:lvl9pPr marL="1828800" algn="l" rtl="0" eaLnBrk="1" fontAlgn="base" hangingPunct="1">
              <a:lnSpc>
                <a:spcPct val="85000"/>
              </a:lnSpc>
              <a:spcBef>
                <a:spcPct val="0"/>
              </a:spcBef>
              <a:spcAft>
                <a:spcPct val="0"/>
              </a:spcAft>
              <a:defRPr sz="3400" b="1">
                <a:solidFill>
                  <a:srgbClr val="002E5C"/>
                </a:solidFill>
                <a:latin typeface="Helvetica" pitchFamily="34" charset="0"/>
              </a:defRPr>
            </a:lvl9pPr>
          </a:lstStyle>
          <a:p>
            <a:br>
              <a:rPr lang="en-US" altLang="zh-CN" sz="2800" kern="0" dirty="0">
                <a:latin typeface="Helvetica Neue"/>
              </a:rPr>
            </a:br>
            <a:r>
              <a:rPr lang="en-US" altLang="zh-CN" sz="2800" kern="0" dirty="0">
                <a:latin typeface="Helvetica Neue"/>
              </a:rPr>
              <a:t>§</a:t>
            </a:r>
            <a:r>
              <a:rPr lang="en-US" altLang="zh-CN" sz="2800" dirty="0"/>
              <a:t>1.4.1.3  </a:t>
            </a:r>
            <a:r>
              <a:rPr lang="zh-CN" altLang="en-US" sz="2800" dirty="0"/>
              <a:t>创建多维</a:t>
            </a:r>
            <a:r>
              <a:rPr lang="zh-CN" altLang="en-US" sz="2800" dirty="0">
                <a:latin typeface="Helvetica Neue"/>
              </a:rPr>
              <a:t>向量</a:t>
            </a:r>
            <a:r>
              <a:rPr lang="en-US" altLang="zh-CN" sz="2800" dirty="0">
                <a:solidFill>
                  <a:srgbClr val="FF0000"/>
                </a:solidFill>
              </a:rPr>
              <a:t>——</a:t>
            </a:r>
            <a:r>
              <a:rPr lang="zh-CN" altLang="en-US" sz="2800" dirty="0">
                <a:solidFill>
                  <a:srgbClr val="FF0000"/>
                </a:solidFill>
              </a:rPr>
              <a:t>多分号（</a:t>
            </a:r>
            <a:r>
              <a:rPr lang="en-US" altLang="zh-CN" sz="2800" dirty="0">
                <a:solidFill>
                  <a:srgbClr val="FF0000"/>
                </a:solidFill>
              </a:rPr>
              <a:t>;;;</a:t>
            </a:r>
            <a:r>
              <a:rPr lang="zh-CN" altLang="en-US" sz="2800" dirty="0">
                <a:solidFill>
                  <a:srgbClr val="FF0000"/>
                </a:solidFill>
              </a:rPr>
              <a:t>）数组示例</a:t>
            </a:r>
            <a:endParaRPr lang="zh-CN" altLang="en-US" sz="2800" kern="0" dirty="0">
              <a:solidFill>
                <a:srgbClr val="FF0000"/>
              </a:solidFill>
            </a:endParaRPr>
          </a:p>
        </p:txBody>
      </p:sp>
      <p:sp>
        <p:nvSpPr>
          <p:cNvPr id="8" name="波形 7">
            <a:extLst>
              <a:ext uri="{FF2B5EF4-FFF2-40B4-BE49-F238E27FC236}">
                <a16:creationId xmlns:a16="http://schemas.microsoft.com/office/drawing/2014/main" id="{3B6E9AEF-64C1-4907-916C-6BF6AFE2A598}"/>
              </a:ext>
            </a:extLst>
          </p:cNvPr>
          <p:cNvSpPr/>
          <p:nvPr/>
        </p:nvSpPr>
        <p:spPr>
          <a:xfrm>
            <a:off x="495684" y="747120"/>
            <a:ext cx="1051979" cy="400110"/>
          </a:xfrm>
          <a:prstGeom prst="wave">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anchor="ctr">
            <a:noAutofit/>
          </a:bodyPr>
          <a:lstStyle/>
          <a:p>
            <a:pPr algn="ctr" eaLnBrk="0" fontAlgn="auto">
              <a:lnSpc>
                <a:spcPct val="140000"/>
              </a:lnSpc>
              <a:spcBef>
                <a:spcPts val="0"/>
              </a:spcBef>
              <a:spcAft>
                <a:spcPts val="0"/>
              </a:spcAft>
            </a:pPr>
            <a:r>
              <a:rPr lang="en-US" altLang="ko-KR" b="1" dirty="0">
                <a:solidFill>
                  <a:srgbClr val="FFFF00"/>
                </a:solidFill>
                <a:latin typeface="微软雅黑" panose="020B0503020204020204" pitchFamily="34" charset="-122"/>
                <a:ea typeface="微软雅黑" panose="020B0503020204020204" pitchFamily="34" charset="-122"/>
              </a:rPr>
              <a:t>例141-7</a:t>
            </a:r>
            <a:endParaRPr lang="ko-KR" altLang="en-US" b="1" dirty="0">
              <a:solidFill>
                <a:srgbClr val="FFFF00"/>
              </a:solidFill>
              <a:latin typeface="微软雅黑" panose="020B0503020204020204" pitchFamily="34" charset="-122"/>
              <a:ea typeface="微软雅黑" panose="020B0503020204020204" pitchFamily="34" charset="-122"/>
            </a:endParaRPr>
          </a:p>
        </p:txBody>
      </p:sp>
      <p:sp>
        <p:nvSpPr>
          <p:cNvPr id="12" name="内容占位符 2">
            <a:extLst>
              <a:ext uri="{FF2B5EF4-FFF2-40B4-BE49-F238E27FC236}">
                <a16:creationId xmlns:a16="http://schemas.microsoft.com/office/drawing/2014/main" id="{E91B1819-42CE-4E78-A08B-EE6798EBA42C}"/>
              </a:ext>
            </a:extLst>
          </p:cNvPr>
          <p:cNvSpPr txBox="1">
            <a:spLocks/>
          </p:cNvSpPr>
          <p:nvPr/>
        </p:nvSpPr>
        <p:spPr bwMode="auto">
          <a:xfrm>
            <a:off x="1547663" y="777271"/>
            <a:ext cx="7444313" cy="407291"/>
          </a:xfrm>
          <a:prstGeom prst="rect">
            <a:avLst/>
          </a:prstGeom>
          <a:noFill/>
          <a:ln w="9525">
            <a:noFill/>
            <a:miter lim="800000"/>
            <a:headEnd/>
            <a:tailEnd/>
          </a:ln>
        </p:spPr>
        <p:txBody>
          <a:bodyPr vert="horz" wrap="square" lIns="91440" tIns="45720" rIns="91440" bIns="45720" numCol="1" anchor="t" anchorCtr="0" compatLnSpc="1">
            <a:prstTxWarp prst="textNoShape">
              <a:avLst/>
            </a:prstTxWarp>
            <a:spAutoFit/>
          </a:bodyPr>
          <a:lstStyle>
            <a:defPPr>
              <a:defRPr lang="zh-CN"/>
            </a:defPPr>
            <a:lvl1pPr marL="457200" indent="-457200" eaLnBrk="0" hangingPunct="0">
              <a:lnSpc>
                <a:spcPct val="110000"/>
              </a:lnSpc>
              <a:buFont typeface="+mj-ea"/>
              <a:buAutoNum type="circleNumDbPlain" startAt="2"/>
              <a:defRPr sz="2000" b="1" kern="0">
                <a:solidFill>
                  <a:srgbClr val="0070C0"/>
                </a:solidFill>
                <a:latin typeface="微软雅黑" panose="020B0503020204020204" pitchFamily="34" charset="-122"/>
                <a:ea typeface="微软雅黑" panose="020B0503020204020204" pitchFamily="34" charset="-122"/>
              </a:defRPr>
            </a:lvl1pPr>
            <a:lvl2pPr marL="635000" indent="-177800" eaLnBrk="0" hangingPunct="0">
              <a:lnSpc>
                <a:spcPct val="110000"/>
              </a:lnSpc>
              <a:buFont typeface="Wingdings" panose="05000000000000000000" pitchFamily="2" charset="2"/>
              <a:buChar char="Ø"/>
              <a:defRPr sz="2400" b="0">
                <a:solidFill>
                  <a:srgbClr val="002060"/>
                </a:solidFill>
                <a:latin typeface="华文楷体" panose="02010600040101010101" pitchFamily="2" charset="-122"/>
                <a:ea typeface="华文楷体" panose="02010600040101010101" pitchFamily="2" charset="-122"/>
              </a:defRPr>
            </a:lvl2pPr>
            <a:lvl3pPr marL="1092200" indent="-177800" eaLnBrk="0" hangingPunct="0">
              <a:lnSpc>
                <a:spcPct val="110000"/>
              </a:lnSpc>
              <a:buFont typeface="Wingdings" panose="05000000000000000000" pitchFamily="2" charset="2"/>
              <a:buChar char="Ø"/>
              <a:defRPr sz="2400" b="0">
                <a:solidFill>
                  <a:srgbClr val="002060"/>
                </a:solidFill>
                <a:latin typeface="华文楷体" panose="02010600040101010101" pitchFamily="2" charset="-122"/>
                <a:ea typeface="华文楷体" panose="02010600040101010101" pitchFamily="2" charset="-122"/>
              </a:defRPr>
            </a:lvl3pPr>
            <a:lvl4pPr marL="1549400" indent="-177800" eaLnBrk="0" hangingPunct="0">
              <a:lnSpc>
                <a:spcPct val="110000"/>
              </a:lnSpc>
              <a:buFont typeface="Wingdings" panose="05000000000000000000" pitchFamily="2" charset="2"/>
              <a:buChar char="Ø"/>
              <a:defRPr sz="2000" b="0">
                <a:solidFill>
                  <a:srgbClr val="002060"/>
                </a:solidFill>
                <a:latin typeface="华文楷体" panose="02010600040101010101" pitchFamily="2" charset="-122"/>
                <a:ea typeface="华文楷体" panose="02010600040101010101" pitchFamily="2" charset="-122"/>
              </a:defRPr>
            </a:lvl4pPr>
            <a:lvl5pPr marL="2006600" indent="-177800" eaLnBrk="0" hangingPunct="0">
              <a:lnSpc>
                <a:spcPct val="110000"/>
              </a:lnSpc>
              <a:buFont typeface="Wingdings" panose="05000000000000000000" pitchFamily="2" charset="2"/>
              <a:buChar char="Ø"/>
              <a:defRPr sz="2000" b="0">
                <a:solidFill>
                  <a:srgbClr val="002060"/>
                </a:solidFill>
                <a:latin typeface="华文楷体" panose="02010600040101010101" pitchFamily="2" charset="-122"/>
                <a:ea typeface="华文楷体" panose="02010600040101010101" pitchFamily="2" charset="-122"/>
              </a:defRPr>
            </a:lvl5pPr>
            <a:lvl6pPr marL="2463800" indent="-177800" fontAlgn="base">
              <a:lnSpc>
                <a:spcPct val="110000"/>
              </a:lnSpc>
              <a:spcBef>
                <a:spcPct val="0"/>
              </a:spcBef>
              <a:spcAft>
                <a:spcPct val="0"/>
              </a:spcAft>
              <a:buChar char="•"/>
              <a:defRPr b="1">
                <a:solidFill>
                  <a:srgbClr val="002E5C"/>
                </a:solidFill>
                <a:latin typeface="+mn-lt"/>
              </a:defRPr>
            </a:lvl6pPr>
            <a:lvl7pPr marL="2921000" indent="-177800" fontAlgn="base">
              <a:lnSpc>
                <a:spcPct val="110000"/>
              </a:lnSpc>
              <a:spcBef>
                <a:spcPct val="0"/>
              </a:spcBef>
              <a:spcAft>
                <a:spcPct val="0"/>
              </a:spcAft>
              <a:buChar char="•"/>
              <a:defRPr b="1">
                <a:solidFill>
                  <a:srgbClr val="002E5C"/>
                </a:solidFill>
                <a:latin typeface="+mn-lt"/>
              </a:defRPr>
            </a:lvl7pPr>
            <a:lvl8pPr marL="3378200" indent="-177800" fontAlgn="base">
              <a:lnSpc>
                <a:spcPct val="110000"/>
              </a:lnSpc>
              <a:spcBef>
                <a:spcPct val="0"/>
              </a:spcBef>
              <a:spcAft>
                <a:spcPct val="0"/>
              </a:spcAft>
              <a:buChar char="•"/>
              <a:defRPr b="1">
                <a:solidFill>
                  <a:srgbClr val="002E5C"/>
                </a:solidFill>
                <a:latin typeface="+mn-lt"/>
              </a:defRPr>
            </a:lvl8pPr>
            <a:lvl9pPr marL="3835400" indent="-177800" fontAlgn="base">
              <a:lnSpc>
                <a:spcPct val="110000"/>
              </a:lnSpc>
              <a:spcBef>
                <a:spcPct val="0"/>
              </a:spcBef>
              <a:spcAft>
                <a:spcPct val="0"/>
              </a:spcAft>
              <a:buChar char="•"/>
              <a:defRPr b="1">
                <a:solidFill>
                  <a:srgbClr val="002E5C"/>
                </a:solidFill>
                <a:latin typeface="+mn-lt"/>
              </a:defRPr>
            </a:lvl9pPr>
          </a:lstStyle>
          <a:p>
            <a:pPr marL="0" indent="0" algn="dist">
              <a:buNone/>
            </a:pPr>
            <a:r>
              <a:rPr lang="zh-CN" altLang="en-US" dirty="0"/>
              <a:t>采用双分号</a:t>
            </a:r>
            <a:r>
              <a:rPr lang="en-US" altLang="zh-CN" dirty="0"/>
              <a:t>”;;”</a:t>
            </a:r>
            <a:r>
              <a:rPr lang="zh-CN" altLang="en-US" dirty="0"/>
              <a:t>建立二维矩阵，用三分号</a:t>
            </a:r>
            <a:r>
              <a:rPr lang="en-US" altLang="zh-CN" dirty="0"/>
              <a:t>”;;;”</a:t>
            </a:r>
            <a:r>
              <a:rPr lang="zh-CN" altLang="en-US" dirty="0"/>
              <a:t>建立三维数组</a:t>
            </a:r>
          </a:p>
        </p:txBody>
      </p:sp>
      <p:sp>
        <p:nvSpPr>
          <p:cNvPr id="10" name="文本框 9">
            <a:extLst>
              <a:ext uri="{FF2B5EF4-FFF2-40B4-BE49-F238E27FC236}">
                <a16:creationId xmlns:a16="http://schemas.microsoft.com/office/drawing/2014/main" id="{42DE672A-AABF-437C-A632-E31DF1C863C6}"/>
              </a:ext>
            </a:extLst>
          </p:cNvPr>
          <p:cNvSpPr txBox="1"/>
          <p:nvPr/>
        </p:nvSpPr>
        <p:spPr>
          <a:xfrm>
            <a:off x="388540" y="1337678"/>
            <a:ext cx="4183460" cy="400110"/>
          </a:xfrm>
          <a:prstGeom prst="rect">
            <a:avLst/>
          </a:prstGeom>
          <a:noFill/>
        </p:spPr>
        <p:txBody>
          <a:bodyPr wrap="square">
            <a:spAutoFit/>
          </a:bodyPr>
          <a:lstStyle/>
          <a:p>
            <a:pPr marL="342900" indent="-342900" algn="dist">
              <a:buFont typeface="+mj-ea"/>
              <a:buAutoNum type="circleNumDbPlain"/>
            </a:pPr>
            <a:r>
              <a:rPr lang="zh-CN" altLang="en-US" sz="2000" b="1" dirty="0">
                <a:solidFill>
                  <a:srgbClr val="0070C0"/>
                </a:solidFill>
                <a:latin typeface="微软雅黑" panose="020B0503020204020204" pitchFamily="34" charset="-122"/>
                <a:ea typeface="微软雅黑" panose="020B0503020204020204" pitchFamily="34" charset="-122"/>
              </a:rPr>
              <a:t>创建</a:t>
            </a:r>
            <a:r>
              <a:rPr lang="en-US" altLang="zh-CN" sz="2000" b="1" dirty="0">
                <a:solidFill>
                  <a:srgbClr val="0070C0"/>
                </a:solidFill>
                <a:latin typeface="微软雅黑" panose="020B0503020204020204" pitchFamily="34" charset="-122"/>
                <a:ea typeface="微软雅黑" panose="020B0503020204020204" pitchFamily="34" charset="-122"/>
              </a:rPr>
              <a:t>2</a:t>
            </a:r>
            <a:r>
              <a:rPr lang="zh-CN" altLang="en-US" sz="2000" b="1" dirty="0">
                <a:solidFill>
                  <a:srgbClr val="0070C0"/>
                </a:solidFill>
                <a:latin typeface="微软雅黑" panose="020B0503020204020204" pitchFamily="34" charset="-122"/>
                <a:ea typeface="微软雅黑" panose="020B0503020204020204" pitchFamily="34" charset="-122"/>
              </a:rPr>
              <a:t>行</a:t>
            </a:r>
            <a:r>
              <a:rPr lang="en-US" altLang="zh-CN" sz="2000" b="1" dirty="0">
                <a:solidFill>
                  <a:srgbClr val="0070C0"/>
                </a:solidFill>
                <a:latin typeface="微软雅黑" panose="020B0503020204020204" pitchFamily="34" charset="-122"/>
                <a:ea typeface="微软雅黑" panose="020B0503020204020204" pitchFamily="34" charset="-122"/>
              </a:rPr>
              <a:t>2</a:t>
            </a:r>
            <a:r>
              <a:rPr lang="zh-CN" altLang="en-US" sz="2000" b="1" dirty="0">
                <a:solidFill>
                  <a:srgbClr val="0070C0"/>
                </a:solidFill>
                <a:latin typeface="微软雅黑" panose="020B0503020204020204" pitchFamily="34" charset="-122"/>
                <a:ea typeface="微软雅黑" panose="020B0503020204020204" pitchFamily="34" charset="-122"/>
              </a:rPr>
              <a:t>列</a:t>
            </a:r>
            <a:r>
              <a:rPr lang="en-US" altLang="zh-CN" sz="2000" b="1" dirty="0">
                <a:solidFill>
                  <a:srgbClr val="0070C0"/>
                </a:solidFill>
                <a:latin typeface="微软雅黑" panose="020B0503020204020204" pitchFamily="34" charset="-122"/>
                <a:ea typeface="微软雅黑" panose="020B0503020204020204" pitchFamily="34" charset="-122"/>
              </a:rPr>
              <a:t>2</a:t>
            </a:r>
            <a:r>
              <a:rPr lang="zh-CN" altLang="en-US" sz="2000" b="1" dirty="0">
                <a:solidFill>
                  <a:srgbClr val="0070C0"/>
                </a:solidFill>
                <a:latin typeface="微软雅黑" panose="020B0503020204020204" pitchFamily="34" charset="-122"/>
                <a:ea typeface="微软雅黑" panose="020B0503020204020204" pitchFamily="34" charset="-122"/>
              </a:rPr>
              <a:t>页的三维数组</a:t>
            </a:r>
            <a:endParaRPr lang="en-US" altLang="zh-CN" sz="2000" b="1" dirty="0">
              <a:solidFill>
                <a:srgbClr val="0070C0"/>
              </a:solidFill>
              <a:latin typeface="微软雅黑" panose="020B0503020204020204" pitchFamily="34" charset="-122"/>
              <a:ea typeface="微软雅黑" panose="020B0503020204020204" pitchFamily="34" charset="-122"/>
            </a:endParaRPr>
          </a:p>
        </p:txBody>
      </p:sp>
      <p:sp>
        <p:nvSpPr>
          <p:cNvPr id="13" name="文本框 12">
            <a:extLst>
              <a:ext uri="{FF2B5EF4-FFF2-40B4-BE49-F238E27FC236}">
                <a16:creationId xmlns:a16="http://schemas.microsoft.com/office/drawing/2014/main" id="{E6C5D812-8E24-43FC-9ACE-9225DFC08CE3}"/>
              </a:ext>
            </a:extLst>
          </p:cNvPr>
          <p:cNvSpPr txBox="1"/>
          <p:nvPr/>
        </p:nvSpPr>
        <p:spPr>
          <a:xfrm>
            <a:off x="4927425" y="1378908"/>
            <a:ext cx="3954359" cy="400110"/>
          </a:xfrm>
          <a:prstGeom prst="rect">
            <a:avLst/>
          </a:prstGeom>
          <a:noFill/>
        </p:spPr>
        <p:txBody>
          <a:bodyPr wrap="square">
            <a:spAutoFit/>
          </a:bodyPr>
          <a:lstStyle/>
          <a:p>
            <a:pPr marL="457200" indent="-457200" algn="dist">
              <a:buFont typeface="+mj-ea"/>
              <a:buAutoNum type="circleNumDbPlain" startAt="2"/>
            </a:pPr>
            <a:r>
              <a:rPr lang="zh-CN" altLang="en-US" sz="2000" b="1" dirty="0">
                <a:solidFill>
                  <a:srgbClr val="0070C0"/>
                </a:solidFill>
                <a:latin typeface="微软雅黑" panose="020B0503020204020204" pitchFamily="34" charset="-122"/>
                <a:ea typeface="微软雅黑" panose="020B0503020204020204" pitchFamily="34" charset="-122"/>
              </a:rPr>
              <a:t>创建</a:t>
            </a:r>
            <a:r>
              <a:rPr lang="en-US" altLang="zh-CN" sz="2000" b="1" dirty="0">
                <a:solidFill>
                  <a:srgbClr val="0070C0"/>
                </a:solidFill>
                <a:latin typeface="微软雅黑" panose="020B0503020204020204" pitchFamily="34" charset="-122"/>
                <a:ea typeface="微软雅黑" panose="020B0503020204020204" pitchFamily="34" charset="-122"/>
              </a:rPr>
              <a:t>2</a:t>
            </a:r>
            <a:r>
              <a:rPr lang="zh-CN" altLang="en-US" sz="2000" b="1" dirty="0">
                <a:solidFill>
                  <a:srgbClr val="0070C0"/>
                </a:solidFill>
                <a:latin typeface="微软雅黑" panose="020B0503020204020204" pitchFamily="34" charset="-122"/>
                <a:ea typeface="微软雅黑" panose="020B0503020204020204" pitchFamily="34" charset="-122"/>
              </a:rPr>
              <a:t>行</a:t>
            </a:r>
            <a:r>
              <a:rPr lang="en-US" altLang="zh-CN" sz="2000" b="1" dirty="0">
                <a:solidFill>
                  <a:srgbClr val="0070C0"/>
                </a:solidFill>
                <a:latin typeface="微软雅黑" panose="020B0503020204020204" pitchFamily="34" charset="-122"/>
                <a:ea typeface="微软雅黑" panose="020B0503020204020204" pitchFamily="34" charset="-122"/>
              </a:rPr>
              <a:t>2</a:t>
            </a:r>
            <a:r>
              <a:rPr lang="zh-CN" altLang="en-US" sz="2000" b="1" dirty="0">
                <a:solidFill>
                  <a:srgbClr val="0070C0"/>
                </a:solidFill>
                <a:latin typeface="微软雅黑" panose="020B0503020204020204" pitchFamily="34" charset="-122"/>
                <a:ea typeface="微软雅黑" panose="020B0503020204020204" pitchFamily="34" charset="-122"/>
              </a:rPr>
              <a:t>列</a:t>
            </a:r>
            <a:r>
              <a:rPr lang="en-US" altLang="zh-CN" sz="2000" b="1" dirty="0">
                <a:solidFill>
                  <a:srgbClr val="0070C0"/>
                </a:solidFill>
                <a:latin typeface="微软雅黑" panose="020B0503020204020204" pitchFamily="34" charset="-122"/>
                <a:ea typeface="微软雅黑" panose="020B0503020204020204" pitchFamily="34" charset="-122"/>
              </a:rPr>
              <a:t>2</a:t>
            </a:r>
            <a:r>
              <a:rPr lang="zh-CN" altLang="en-US" sz="2000" b="1" dirty="0">
                <a:solidFill>
                  <a:srgbClr val="0070C0"/>
                </a:solidFill>
                <a:latin typeface="微软雅黑" panose="020B0503020204020204" pitchFamily="34" charset="-122"/>
                <a:ea typeface="微软雅黑" panose="020B0503020204020204" pitchFamily="34" charset="-122"/>
              </a:rPr>
              <a:t>页的三维数组</a:t>
            </a:r>
            <a:endParaRPr lang="en-US" altLang="zh-CN" sz="2000" b="1" dirty="0">
              <a:solidFill>
                <a:srgbClr val="0070C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5700028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a:extLst>
              <a:ext uri="{FF2B5EF4-FFF2-40B4-BE49-F238E27FC236}">
                <a16:creationId xmlns:a16="http://schemas.microsoft.com/office/drawing/2014/main" id="{07E2E96D-A864-45C4-8D3A-DCB0726DBA2C}"/>
              </a:ext>
            </a:extLst>
          </p:cNvPr>
          <p:cNvSpPr txBox="1">
            <a:spLocks noGrp="1"/>
          </p:cNvSpPr>
          <p:nvPr>
            <p:ph type="title"/>
          </p:nvPr>
        </p:nvSpPr>
        <p:spPr bwMode="auto">
          <a:xfrm>
            <a:off x="776662" y="175919"/>
            <a:ext cx="5585941" cy="438150"/>
          </a:xfrm>
          <a:prstGeom prst="rect">
            <a:avLst/>
          </a:prstGeom>
          <a:noFill/>
          <a:ln w="9525">
            <a:noFill/>
            <a:miter lim="800000"/>
            <a:headEnd/>
            <a:tailEnd/>
          </a:ln>
        </p:spPr>
        <p:txBody>
          <a:bodyPr vert="horz" wrap="none" lIns="91440" tIns="45720" rIns="91440" bIns="45720" numCol="1" anchor="b" anchorCtr="0" compatLnSpc="1">
            <a:prstTxWarp prst="textNoShape">
              <a:avLst/>
            </a:prstTxWarp>
          </a:bodyPr>
          <a:lstStyle>
            <a:lvl1pPr algn="l" rtl="0" eaLnBrk="0" fontAlgn="base" hangingPunct="0">
              <a:lnSpc>
                <a:spcPct val="85000"/>
              </a:lnSpc>
              <a:spcBef>
                <a:spcPct val="0"/>
              </a:spcBef>
              <a:spcAft>
                <a:spcPct val="0"/>
              </a:spcAft>
              <a:defRPr sz="3400" b="0">
                <a:solidFill>
                  <a:srgbClr val="002060"/>
                </a:solidFill>
                <a:latin typeface="华文楷体" panose="02010600040101010101" pitchFamily="2" charset="-122"/>
                <a:ea typeface="华文楷体" panose="02010600040101010101" pitchFamily="2" charset="-122"/>
                <a:cs typeface="+mj-cs"/>
              </a:defRPr>
            </a:lvl1pPr>
            <a:lvl2pPr algn="l" rtl="0" eaLnBrk="0" fontAlgn="base" hangingPunct="0">
              <a:lnSpc>
                <a:spcPct val="85000"/>
              </a:lnSpc>
              <a:spcBef>
                <a:spcPct val="0"/>
              </a:spcBef>
              <a:spcAft>
                <a:spcPct val="0"/>
              </a:spcAft>
              <a:defRPr sz="3400" b="1">
                <a:solidFill>
                  <a:srgbClr val="002E5C"/>
                </a:solidFill>
                <a:latin typeface="Helvetica" pitchFamily="34" charset="0"/>
              </a:defRPr>
            </a:lvl2pPr>
            <a:lvl3pPr algn="l" rtl="0" eaLnBrk="0" fontAlgn="base" hangingPunct="0">
              <a:lnSpc>
                <a:spcPct val="85000"/>
              </a:lnSpc>
              <a:spcBef>
                <a:spcPct val="0"/>
              </a:spcBef>
              <a:spcAft>
                <a:spcPct val="0"/>
              </a:spcAft>
              <a:defRPr sz="3400" b="1">
                <a:solidFill>
                  <a:srgbClr val="002E5C"/>
                </a:solidFill>
                <a:latin typeface="Helvetica" pitchFamily="34" charset="0"/>
              </a:defRPr>
            </a:lvl3pPr>
            <a:lvl4pPr algn="l" rtl="0" eaLnBrk="0" fontAlgn="base" hangingPunct="0">
              <a:lnSpc>
                <a:spcPct val="85000"/>
              </a:lnSpc>
              <a:spcBef>
                <a:spcPct val="0"/>
              </a:spcBef>
              <a:spcAft>
                <a:spcPct val="0"/>
              </a:spcAft>
              <a:defRPr sz="3400" b="1">
                <a:solidFill>
                  <a:srgbClr val="002E5C"/>
                </a:solidFill>
                <a:latin typeface="Helvetica" pitchFamily="34" charset="0"/>
              </a:defRPr>
            </a:lvl4pPr>
            <a:lvl5pPr algn="l" rtl="0" eaLnBrk="0" fontAlgn="base" hangingPunct="0">
              <a:lnSpc>
                <a:spcPct val="85000"/>
              </a:lnSpc>
              <a:spcBef>
                <a:spcPct val="0"/>
              </a:spcBef>
              <a:spcAft>
                <a:spcPct val="0"/>
              </a:spcAft>
              <a:defRPr sz="3400" b="1">
                <a:solidFill>
                  <a:srgbClr val="002E5C"/>
                </a:solidFill>
                <a:latin typeface="Helvetica" pitchFamily="34" charset="0"/>
              </a:defRPr>
            </a:lvl5pPr>
            <a:lvl6pPr marL="457200" algn="l" rtl="0" eaLnBrk="1" fontAlgn="base" hangingPunct="1">
              <a:lnSpc>
                <a:spcPct val="85000"/>
              </a:lnSpc>
              <a:spcBef>
                <a:spcPct val="0"/>
              </a:spcBef>
              <a:spcAft>
                <a:spcPct val="0"/>
              </a:spcAft>
              <a:defRPr sz="3400" b="1">
                <a:solidFill>
                  <a:srgbClr val="002E5C"/>
                </a:solidFill>
                <a:latin typeface="Helvetica" pitchFamily="34" charset="0"/>
              </a:defRPr>
            </a:lvl6pPr>
            <a:lvl7pPr marL="914400" algn="l" rtl="0" eaLnBrk="1" fontAlgn="base" hangingPunct="1">
              <a:lnSpc>
                <a:spcPct val="85000"/>
              </a:lnSpc>
              <a:spcBef>
                <a:spcPct val="0"/>
              </a:spcBef>
              <a:spcAft>
                <a:spcPct val="0"/>
              </a:spcAft>
              <a:defRPr sz="3400" b="1">
                <a:solidFill>
                  <a:srgbClr val="002E5C"/>
                </a:solidFill>
                <a:latin typeface="Helvetica" pitchFamily="34" charset="0"/>
              </a:defRPr>
            </a:lvl7pPr>
            <a:lvl8pPr marL="1371600" algn="l" rtl="0" eaLnBrk="1" fontAlgn="base" hangingPunct="1">
              <a:lnSpc>
                <a:spcPct val="85000"/>
              </a:lnSpc>
              <a:spcBef>
                <a:spcPct val="0"/>
              </a:spcBef>
              <a:spcAft>
                <a:spcPct val="0"/>
              </a:spcAft>
              <a:defRPr sz="3400" b="1">
                <a:solidFill>
                  <a:srgbClr val="002E5C"/>
                </a:solidFill>
                <a:latin typeface="Helvetica" pitchFamily="34" charset="0"/>
              </a:defRPr>
            </a:lvl8pPr>
            <a:lvl9pPr marL="1828800" algn="l" rtl="0" eaLnBrk="1" fontAlgn="base" hangingPunct="1">
              <a:lnSpc>
                <a:spcPct val="85000"/>
              </a:lnSpc>
              <a:spcBef>
                <a:spcPct val="0"/>
              </a:spcBef>
              <a:spcAft>
                <a:spcPct val="0"/>
              </a:spcAft>
              <a:defRPr sz="3400" b="1">
                <a:solidFill>
                  <a:srgbClr val="002E5C"/>
                </a:solidFill>
                <a:latin typeface="Helvetica" pitchFamily="34" charset="0"/>
              </a:defRPr>
            </a:lvl9pPr>
          </a:lstStyle>
          <a:p>
            <a:br>
              <a:rPr lang="en-US" altLang="zh-CN" sz="2400" kern="0" dirty="0">
                <a:latin typeface="Helvetica Neue"/>
              </a:rPr>
            </a:br>
            <a:r>
              <a:rPr lang="en-US" altLang="zh-CN" sz="2400" dirty="0">
                <a:latin typeface="Helvetica Neue"/>
              </a:rPr>
              <a:t>§</a:t>
            </a:r>
            <a:r>
              <a:rPr lang="en-US" altLang="zh-CN" sz="2400" kern="1200" dirty="0"/>
              <a:t>1.4.1.4 </a:t>
            </a:r>
            <a:r>
              <a:rPr lang="zh-CN" altLang="en-US" sz="2400" kern="1200" dirty="0"/>
              <a:t>数组索引</a:t>
            </a:r>
            <a:r>
              <a:rPr lang="en-US" altLang="zh-CN" sz="2400" kern="0" dirty="0">
                <a:solidFill>
                  <a:srgbClr val="FF0000"/>
                </a:solidFill>
              </a:rPr>
              <a:t>——</a:t>
            </a:r>
            <a:r>
              <a:rPr lang="zh-CN" altLang="en-US" sz="2400" kern="0" dirty="0">
                <a:solidFill>
                  <a:srgbClr val="FF0000"/>
                </a:solidFill>
              </a:rPr>
              <a:t>用</a:t>
            </a:r>
            <a:r>
              <a:rPr lang="zh-CN" altLang="en-US" sz="2400" dirty="0">
                <a:solidFill>
                  <a:srgbClr val="FF0000"/>
                </a:solidFill>
              </a:rPr>
              <a:t>方括号</a:t>
            </a:r>
            <a:r>
              <a:rPr lang="en-US" altLang="zh-CN" sz="2400" dirty="0">
                <a:solidFill>
                  <a:srgbClr val="FF0000"/>
                </a:solidFill>
              </a:rPr>
              <a:t>【】</a:t>
            </a:r>
            <a:r>
              <a:rPr lang="zh-CN" altLang="en-US" sz="2400" dirty="0">
                <a:solidFill>
                  <a:srgbClr val="FF0000"/>
                </a:solidFill>
              </a:rPr>
              <a:t>的三种索引和访问方式</a:t>
            </a:r>
            <a:endParaRPr lang="zh-CN" altLang="en-US" sz="2400" dirty="0">
              <a:solidFill>
                <a:srgbClr val="FFFF00"/>
              </a:solidFill>
              <a:highlight>
                <a:srgbClr val="FF0000"/>
              </a:highlight>
            </a:endParaRPr>
          </a:p>
        </p:txBody>
      </p:sp>
      <p:pic>
        <p:nvPicPr>
          <p:cNvPr id="6" name="图片 5">
            <a:extLst>
              <a:ext uri="{FF2B5EF4-FFF2-40B4-BE49-F238E27FC236}">
                <a16:creationId xmlns:a16="http://schemas.microsoft.com/office/drawing/2014/main" id="{81E899E4-2C66-46F8-B4B2-EB1971B73B23}"/>
              </a:ext>
            </a:extLst>
          </p:cNvPr>
          <p:cNvPicPr>
            <a:picLocks noChangeAspect="1"/>
          </p:cNvPicPr>
          <p:nvPr/>
        </p:nvPicPr>
        <p:blipFill rotWithShape="1">
          <a:blip r:embed="rId3" cstate="print">
            <a:extLst>
              <a:ext uri="{BEBA8EAE-BF5A-486C-A8C5-ECC9F3942E4B}">
                <a14:imgProps xmlns:a14="http://schemas.microsoft.com/office/drawing/2010/main">
                  <a14:imgLayer r:embed="rId4">
                    <a14:imgEffect>
                      <a14:sharpenSoften amount="-50000"/>
                    </a14:imgEffect>
                    <a14:imgEffect>
                      <a14:saturation sat="0"/>
                    </a14:imgEffect>
                    <a14:imgEffect>
                      <a14:brightnessContrast bright="40000" contrast="40000"/>
                    </a14:imgEffect>
                  </a14:imgLayer>
                </a14:imgProps>
              </a:ext>
              <a:ext uri="{28A0092B-C50C-407E-A947-70E740481C1C}">
                <a14:useLocalDpi xmlns:a14="http://schemas.microsoft.com/office/drawing/2010/main" val="0"/>
              </a:ext>
            </a:extLst>
          </a:blip>
          <a:srcRect l="6296" t="23496" r="7475" b="5360"/>
          <a:stretch>
            <a:fillRect/>
          </a:stretch>
        </p:blipFill>
        <p:spPr>
          <a:xfrm>
            <a:off x="190680" y="2207217"/>
            <a:ext cx="3426863" cy="997515"/>
          </a:xfrm>
          <a:prstGeom prst="rect">
            <a:avLst/>
          </a:prstGeom>
        </p:spPr>
      </p:pic>
      <p:sp>
        <p:nvSpPr>
          <p:cNvPr id="7" name="矩形 6">
            <a:extLst>
              <a:ext uri="{FF2B5EF4-FFF2-40B4-BE49-F238E27FC236}">
                <a16:creationId xmlns:a16="http://schemas.microsoft.com/office/drawing/2014/main" id="{474011CC-54ED-4159-A4F6-4F3200C37C4D}"/>
              </a:ext>
            </a:extLst>
          </p:cNvPr>
          <p:cNvSpPr/>
          <p:nvPr/>
        </p:nvSpPr>
        <p:spPr>
          <a:xfrm>
            <a:off x="2242240" y="2788077"/>
            <a:ext cx="487734" cy="307777"/>
          </a:xfrm>
          <a:prstGeom prst="rect">
            <a:avLst/>
          </a:prstGeom>
          <a:noFill/>
          <a:ln>
            <a:noFill/>
          </a:ln>
        </p:spPr>
        <p:style>
          <a:lnRef idx="3">
            <a:schemeClr val="lt1"/>
          </a:lnRef>
          <a:fillRef idx="1">
            <a:schemeClr val="accent1"/>
          </a:fillRef>
          <a:effectRef idx="1">
            <a:schemeClr val="accent1"/>
          </a:effectRef>
          <a:fontRef idx="minor">
            <a:schemeClr val="lt1"/>
          </a:fontRef>
        </p:style>
        <p:txBody>
          <a:bodyPr wrap="square">
            <a:spAutoFit/>
          </a:bodyPr>
          <a:lstStyle/>
          <a:p>
            <a:r>
              <a:rPr lang="en-US" altLang="zh-CN" sz="1400" b="1" dirty="0">
                <a:solidFill>
                  <a:srgbClr val="FFFF00"/>
                </a:solidFill>
                <a:highlight>
                  <a:srgbClr val="FF0000"/>
                </a:highlight>
                <a:latin typeface="华文楷体" panose="02010600040101010101" pitchFamily="2" charset="-122"/>
                <a:ea typeface="华文楷体" panose="02010600040101010101" pitchFamily="2" charset="-122"/>
              </a:rPr>
              <a:t>【k】</a:t>
            </a:r>
            <a:endParaRPr lang="zh-CN" altLang="en-US" sz="1400" b="1" dirty="0">
              <a:solidFill>
                <a:srgbClr val="FFFF00"/>
              </a:solidFill>
              <a:highlight>
                <a:srgbClr val="FF0000"/>
              </a:highlight>
              <a:latin typeface="华文楷体" panose="02010600040101010101" pitchFamily="2" charset="-122"/>
              <a:ea typeface="华文楷体" panose="02010600040101010101" pitchFamily="2" charset="-122"/>
            </a:endParaRPr>
          </a:p>
        </p:txBody>
      </p:sp>
      <p:pic>
        <p:nvPicPr>
          <p:cNvPr id="8" name="图片 7">
            <a:extLst>
              <a:ext uri="{FF2B5EF4-FFF2-40B4-BE49-F238E27FC236}">
                <a16:creationId xmlns:a16="http://schemas.microsoft.com/office/drawing/2014/main" id="{87E2C17B-2B7F-40B1-A3AB-4961824BA3E6}"/>
              </a:ext>
            </a:extLst>
          </p:cNvPr>
          <p:cNvPicPr>
            <a:picLocks noChangeAspect="1"/>
          </p:cNvPicPr>
          <p:nvPr/>
        </p:nvPicPr>
        <p:blipFill rotWithShape="1">
          <a:blip r:embed="rId5" cstate="print">
            <a:extLst>
              <a:ext uri="{BEBA8EAE-BF5A-486C-A8C5-ECC9F3942E4B}">
                <a14:imgProps xmlns:a14="http://schemas.microsoft.com/office/drawing/2010/main">
                  <a14:imgLayer r:embed="rId6">
                    <a14:imgEffect>
                      <a14:saturation sat="0"/>
                    </a14:imgEffect>
                    <a14:imgEffect>
                      <a14:brightnessContrast bright="40000" contrast="40000"/>
                    </a14:imgEffect>
                  </a14:imgLayer>
                </a14:imgProps>
              </a:ext>
              <a:ext uri="{28A0092B-C50C-407E-A947-70E740481C1C}">
                <a14:useLocalDpi xmlns:a14="http://schemas.microsoft.com/office/drawing/2010/main" val="0"/>
              </a:ext>
            </a:extLst>
          </a:blip>
          <a:srcRect t="17218" r="8263" b="8150"/>
          <a:stretch>
            <a:fillRect/>
          </a:stretch>
        </p:blipFill>
        <p:spPr>
          <a:xfrm>
            <a:off x="204870" y="1047663"/>
            <a:ext cx="3289434" cy="1020689"/>
          </a:xfrm>
          <a:prstGeom prst="rect">
            <a:avLst/>
          </a:prstGeom>
        </p:spPr>
      </p:pic>
      <p:sp>
        <p:nvSpPr>
          <p:cNvPr id="9" name="矩形 8">
            <a:extLst>
              <a:ext uri="{FF2B5EF4-FFF2-40B4-BE49-F238E27FC236}">
                <a16:creationId xmlns:a16="http://schemas.microsoft.com/office/drawing/2014/main" id="{40FC7D84-5A1B-4905-84DD-F7DBC1BE6BD7}"/>
              </a:ext>
            </a:extLst>
          </p:cNvPr>
          <p:cNvSpPr/>
          <p:nvPr/>
        </p:nvSpPr>
        <p:spPr>
          <a:xfrm>
            <a:off x="2276891" y="1706786"/>
            <a:ext cx="661049" cy="307777"/>
          </a:xfrm>
          <a:prstGeom prst="rect">
            <a:avLst/>
          </a:prstGeom>
          <a:noFill/>
          <a:ln>
            <a:noFill/>
          </a:ln>
        </p:spPr>
        <p:style>
          <a:lnRef idx="3">
            <a:schemeClr val="lt1"/>
          </a:lnRef>
          <a:fillRef idx="1">
            <a:schemeClr val="accent1"/>
          </a:fillRef>
          <a:effectRef idx="1">
            <a:schemeClr val="accent1"/>
          </a:effectRef>
          <a:fontRef idx="minor">
            <a:schemeClr val="lt1"/>
          </a:fontRef>
        </p:style>
        <p:txBody>
          <a:bodyPr wrap="square">
            <a:spAutoFit/>
          </a:bodyPr>
          <a:lstStyle/>
          <a:p>
            <a:r>
              <a:rPr lang="en-US" altLang="zh-CN" sz="1400" b="1" dirty="0">
                <a:solidFill>
                  <a:srgbClr val="FFFF00"/>
                </a:solidFill>
                <a:highlight>
                  <a:srgbClr val="FF0000"/>
                </a:highlight>
                <a:latin typeface="华文楷体" panose="02010600040101010101" pitchFamily="2" charset="-122"/>
                <a:ea typeface="华文楷体" panose="02010600040101010101" pitchFamily="2" charset="-122"/>
              </a:rPr>
              <a:t>【</a:t>
            </a:r>
            <a:r>
              <a:rPr lang="en-US" altLang="zh-CN" sz="1400" b="1" dirty="0" err="1">
                <a:solidFill>
                  <a:srgbClr val="FFFF00"/>
                </a:solidFill>
                <a:highlight>
                  <a:srgbClr val="FF0000"/>
                </a:highlight>
                <a:latin typeface="华文楷体" panose="02010600040101010101" pitchFamily="2" charset="-122"/>
                <a:ea typeface="华文楷体" panose="02010600040101010101" pitchFamily="2" charset="-122"/>
              </a:rPr>
              <a:t>i,j</a:t>
            </a:r>
            <a:r>
              <a:rPr lang="en-US" altLang="zh-CN" sz="1400" b="1" dirty="0">
                <a:solidFill>
                  <a:srgbClr val="FFFF00"/>
                </a:solidFill>
                <a:highlight>
                  <a:srgbClr val="FF0000"/>
                </a:highlight>
                <a:latin typeface="华文楷体" panose="02010600040101010101" pitchFamily="2" charset="-122"/>
                <a:ea typeface="华文楷体" panose="02010600040101010101" pitchFamily="2" charset="-122"/>
              </a:rPr>
              <a:t>】</a:t>
            </a:r>
            <a:endParaRPr lang="zh-CN" altLang="en-US" sz="1400" b="1" dirty="0">
              <a:solidFill>
                <a:srgbClr val="FFFF00"/>
              </a:solidFill>
              <a:highlight>
                <a:srgbClr val="FF0000"/>
              </a:highlight>
              <a:latin typeface="华文楷体" panose="02010600040101010101" pitchFamily="2" charset="-122"/>
              <a:ea typeface="华文楷体" panose="02010600040101010101" pitchFamily="2" charset="-122"/>
            </a:endParaRPr>
          </a:p>
        </p:txBody>
      </p:sp>
      <p:sp>
        <p:nvSpPr>
          <p:cNvPr id="10" name="椭圆 9">
            <a:extLst>
              <a:ext uri="{FF2B5EF4-FFF2-40B4-BE49-F238E27FC236}">
                <a16:creationId xmlns:a16="http://schemas.microsoft.com/office/drawing/2014/main" id="{AD7ABAC6-E3CA-4211-8FEE-AE5DD7F37E8D}"/>
              </a:ext>
            </a:extLst>
          </p:cNvPr>
          <p:cNvSpPr/>
          <p:nvPr/>
        </p:nvSpPr>
        <p:spPr bwMode="auto">
          <a:xfrm>
            <a:off x="2372560" y="2608423"/>
            <a:ext cx="327232" cy="251359"/>
          </a:xfrm>
          <a:prstGeom prst="ellipse">
            <a:avLst/>
          </a:prstGeom>
          <a:noFill/>
          <a:ln w="2857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177796" indent="-177796" algn="ctr" defTabSz="914378" eaLnBrk="0" hangingPunct="0">
              <a:lnSpc>
                <a:spcPct val="110000"/>
              </a:lnSpc>
            </a:pPr>
            <a:endParaRPr lang="zh-CN" altLang="en-US" sz="1600" b="1">
              <a:latin typeface="Times New Roman" pitchFamily="18" charset="0"/>
            </a:endParaRPr>
          </a:p>
        </p:txBody>
      </p:sp>
      <p:sp>
        <p:nvSpPr>
          <p:cNvPr id="11" name="椭圆 10">
            <a:extLst>
              <a:ext uri="{FF2B5EF4-FFF2-40B4-BE49-F238E27FC236}">
                <a16:creationId xmlns:a16="http://schemas.microsoft.com/office/drawing/2014/main" id="{8D73B2E3-9004-453D-9077-10233E837653}"/>
              </a:ext>
            </a:extLst>
          </p:cNvPr>
          <p:cNvSpPr/>
          <p:nvPr/>
        </p:nvSpPr>
        <p:spPr bwMode="auto">
          <a:xfrm>
            <a:off x="2267352" y="1562045"/>
            <a:ext cx="504448" cy="207521"/>
          </a:xfrm>
          <a:prstGeom prst="ellipse">
            <a:avLst/>
          </a:prstGeom>
          <a:noFill/>
          <a:ln w="2857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177796" indent="-177796" algn="ctr" defTabSz="914378" eaLnBrk="0" hangingPunct="0">
              <a:lnSpc>
                <a:spcPct val="110000"/>
              </a:lnSpc>
            </a:pPr>
            <a:endParaRPr lang="zh-CN" altLang="en-US" sz="1600" b="1">
              <a:latin typeface="Times New Roman" pitchFamily="18" charset="0"/>
            </a:endParaRPr>
          </a:p>
        </p:txBody>
      </p:sp>
      <p:cxnSp>
        <p:nvCxnSpPr>
          <p:cNvPr id="13" name="直接箭头连接符 12">
            <a:extLst>
              <a:ext uri="{FF2B5EF4-FFF2-40B4-BE49-F238E27FC236}">
                <a16:creationId xmlns:a16="http://schemas.microsoft.com/office/drawing/2014/main" id="{FDB03F81-8CCC-477D-9A01-7D437BDC72B9}"/>
              </a:ext>
            </a:extLst>
          </p:cNvPr>
          <p:cNvCxnSpPr>
            <a:cxnSpLocks/>
          </p:cNvCxnSpPr>
          <p:nvPr/>
        </p:nvCxnSpPr>
        <p:spPr bwMode="auto">
          <a:xfrm>
            <a:off x="2778489" y="2235310"/>
            <a:ext cx="13037" cy="919700"/>
          </a:xfrm>
          <a:prstGeom prst="straightConnector1">
            <a:avLst/>
          </a:prstGeom>
          <a:ln>
            <a:solidFill>
              <a:srgbClr val="FF0000"/>
            </a:solidFill>
            <a:headEnd type="none" w="med" len="med"/>
            <a:tailEnd type="triangle"/>
          </a:ln>
        </p:spPr>
        <p:style>
          <a:lnRef idx="2">
            <a:schemeClr val="accent2"/>
          </a:lnRef>
          <a:fillRef idx="0">
            <a:schemeClr val="accent2"/>
          </a:fillRef>
          <a:effectRef idx="1">
            <a:schemeClr val="accent2"/>
          </a:effectRef>
          <a:fontRef idx="minor">
            <a:schemeClr val="tx1"/>
          </a:fontRef>
        </p:style>
      </p:cxnSp>
      <p:sp>
        <p:nvSpPr>
          <p:cNvPr id="15" name="矩形 14">
            <a:extLst>
              <a:ext uri="{FF2B5EF4-FFF2-40B4-BE49-F238E27FC236}">
                <a16:creationId xmlns:a16="http://schemas.microsoft.com/office/drawing/2014/main" id="{FE0DF6B9-246E-4DE2-B456-88D8FA5E15DD}"/>
              </a:ext>
            </a:extLst>
          </p:cNvPr>
          <p:cNvSpPr/>
          <p:nvPr/>
        </p:nvSpPr>
        <p:spPr>
          <a:xfrm>
            <a:off x="6625434" y="1545084"/>
            <a:ext cx="1010863" cy="338554"/>
          </a:xfrm>
          <a:prstGeom prst="rect">
            <a:avLst/>
          </a:prstGeom>
          <a:noFill/>
          <a:ln>
            <a:noFill/>
          </a:ln>
        </p:spPr>
        <p:style>
          <a:lnRef idx="3">
            <a:schemeClr val="lt1"/>
          </a:lnRef>
          <a:fillRef idx="1">
            <a:schemeClr val="accent1"/>
          </a:fillRef>
          <a:effectRef idx="1">
            <a:schemeClr val="accent1"/>
          </a:effectRef>
          <a:fontRef idx="minor">
            <a:schemeClr val="lt1"/>
          </a:fontRef>
        </p:style>
        <p:txBody>
          <a:bodyPr wrap="square">
            <a:spAutoFit/>
          </a:bodyPr>
          <a:lstStyle/>
          <a:p>
            <a:pPr algn="ctr"/>
            <a:r>
              <a:rPr lang="en-US" altLang="zh-CN" sz="1600" kern="0" dirty="0" err="1">
                <a:solidFill>
                  <a:schemeClr val="bg1"/>
                </a:solidFill>
                <a:highlight>
                  <a:srgbClr val="FF0000"/>
                </a:highlight>
              </a:rPr>
              <a:t>aij</a:t>
            </a:r>
            <a:r>
              <a:rPr lang="en-US" altLang="zh-CN" sz="1600" kern="0" dirty="0">
                <a:solidFill>
                  <a:schemeClr val="bg1"/>
                </a:solidFill>
                <a:highlight>
                  <a:srgbClr val="FF0000"/>
                </a:highlight>
              </a:rPr>
              <a:t>=A[</a:t>
            </a:r>
            <a:r>
              <a:rPr lang="en-US" altLang="zh-CN" sz="1600" kern="0" dirty="0" err="1">
                <a:solidFill>
                  <a:schemeClr val="bg1"/>
                </a:solidFill>
                <a:highlight>
                  <a:srgbClr val="FF0000"/>
                </a:highlight>
              </a:rPr>
              <a:t>i,j</a:t>
            </a:r>
            <a:r>
              <a:rPr lang="en-US" altLang="zh-CN" sz="1600" kern="0" dirty="0">
                <a:solidFill>
                  <a:schemeClr val="bg1"/>
                </a:solidFill>
                <a:highlight>
                  <a:srgbClr val="FF0000"/>
                </a:highlight>
              </a:rPr>
              <a:t>]</a:t>
            </a:r>
            <a:endParaRPr lang="zh-CN" altLang="en-US" sz="1600" dirty="0">
              <a:solidFill>
                <a:schemeClr val="bg1"/>
              </a:solidFill>
              <a:highlight>
                <a:srgbClr val="FF0000"/>
              </a:highlight>
              <a:latin typeface="Times New Roman" panose="02020603050405020304" pitchFamily="18" charset="0"/>
              <a:cs typeface="Times New Roman" panose="02020603050405020304" pitchFamily="18" charset="0"/>
            </a:endParaRPr>
          </a:p>
        </p:txBody>
      </p:sp>
      <p:sp>
        <p:nvSpPr>
          <p:cNvPr id="16" name="文本框 15">
            <a:extLst>
              <a:ext uri="{FF2B5EF4-FFF2-40B4-BE49-F238E27FC236}">
                <a16:creationId xmlns:a16="http://schemas.microsoft.com/office/drawing/2014/main" id="{A8D2BB11-2996-4A27-9613-9043B5CE176D}"/>
              </a:ext>
            </a:extLst>
          </p:cNvPr>
          <p:cNvSpPr txBox="1"/>
          <p:nvPr/>
        </p:nvSpPr>
        <p:spPr>
          <a:xfrm>
            <a:off x="3946755" y="1542930"/>
            <a:ext cx="2787141" cy="369332"/>
          </a:xfrm>
          <a:prstGeom prst="rect">
            <a:avLst/>
          </a:prstGeom>
          <a:noFill/>
        </p:spPr>
        <p:txBody>
          <a:bodyPr wrap="square">
            <a:spAutoFit/>
          </a:bodyPr>
          <a:lstStyle/>
          <a:p>
            <a:r>
              <a:rPr lang="zh-CN" altLang="en-US" dirty="0">
                <a:solidFill>
                  <a:srgbClr val="0070C0"/>
                </a:solidFill>
                <a:latin typeface="微软雅黑" panose="020B0503020204020204" pitchFamily="34" charset="-122"/>
                <a:ea typeface="微软雅黑" panose="020B0503020204020204" pitchFamily="34" charset="-122"/>
              </a:rPr>
              <a:t>访问矩阵</a:t>
            </a:r>
            <a:r>
              <a:rPr lang="en-US" altLang="zh-CN" dirty="0">
                <a:solidFill>
                  <a:srgbClr val="0070C0"/>
                </a:solidFill>
                <a:latin typeface="微软雅黑" panose="020B0503020204020204" pitchFamily="34" charset="-122"/>
                <a:ea typeface="微软雅黑" panose="020B0503020204020204" pitchFamily="34" charset="-122"/>
              </a:rPr>
              <a:t>A</a:t>
            </a:r>
            <a:r>
              <a:rPr lang="zh-CN" altLang="en-US" dirty="0">
                <a:solidFill>
                  <a:srgbClr val="0070C0"/>
                </a:solidFill>
                <a:latin typeface="微软雅黑" panose="020B0503020204020204" pitchFamily="34" charset="-122"/>
                <a:ea typeface="微软雅黑" panose="020B0503020204020204" pitchFamily="34" charset="-122"/>
              </a:rPr>
              <a:t>第</a:t>
            </a:r>
            <a:r>
              <a:rPr lang="en-US" altLang="zh-CN" dirty="0" err="1">
                <a:solidFill>
                  <a:srgbClr val="0070C0"/>
                </a:solidFill>
                <a:latin typeface="微软雅黑" panose="020B0503020204020204" pitchFamily="34" charset="-122"/>
                <a:ea typeface="微软雅黑" panose="020B0503020204020204" pitchFamily="34" charset="-122"/>
              </a:rPr>
              <a:t>i</a:t>
            </a:r>
            <a:r>
              <a:rPr lang="zh-CN" altLang="en-US" dirty="0">
                <a:solidFill>
                  <a:srgbClr val="0070C0"/>
                </a:solidFill>
                <a:latin typeface="微软雅黑" panose="020B0503020204020204" pitchFamily="34" charset="-122"/>
                <a:ea typeface="微软雅黑" panose="020B0503020204020204" pitchFamily="34" charset="-122"/>
              </a:rPr>
              <a:t>行第</a:t>
            </a:r>
            <a:r>
              <a:rPr lang="en-US" altLang="zh-CN" dirty="0">
                <a:solidFill>
                  <a:srgbClr val="0070C0"/>
                </a:solidFill>
                <a:latin typeface="微软雅黑" panose="020B0503020204020204" pitchFamily="34" charset="-122"/>
                <a:ea typeface="微软雅黑" panose="020B0503020204020204" pitchFamily="34" charset="-122"/>
              </a:rPr>
              <a:t>j</a:t>
            </a:r>
            <a:r>
              <a:rPr lang="zh-CN" altLang="en-US" dirty="0">
                <a:solidFill>
                  <a:srgbClr val="0070C0"/>
                </a:solidFill>
                <a:latin typeface="微软雅黑" panose="020B0503020204020204" pitchFamily="34" charset="-122"/>
                <a:ea typeface="微软雅黑" panose="020B0503020204020204" pitchFamily="34" charset="-122"/>
              </a:rPr>
              <a:t>列元素</a:t>
            </a:r>
          </a:p>
        </p:txBody>
      </p:sp>
      <p:sp>
        <p:nvSpPr>
          <p:cNvPr id="17" name="矩形 16">
            <a:extLst>
              <a:ext uri="{FF2B5EF4-FFF2-40B4-BE49-F238E27FC236}">
                <a16:creationId xmlns:a16="http://schemas.microsoft.com/office/drawing/2014/main" id="{47458107-5A0E-4BF3-8D82-565E56F980FA}"/>
              </a:ext>
            </a:extLst>
          </p:cNvPr>
          <p:cNvSpPr/>
          <p:nvPr/>
        </p:nvSpPr>
        <p:spPr>
          <a:xfrm>
            <a:off x="6408987" y="2881268"/>
            <a:ext cx="815876" cy="338554"/>
          </a:xfrm>
          <a:prstGeom prst="rect">
            <a:avLst/>
          </a:prstGeom>
          <a:noFill/>
          <a:ln>
            <a:noFill/>
          </a:ln>
        </p:spPr>
        <p:style>
          <a:lnRef idx="3">
            <a:schemeClr val="lt1"/>
          </a:lnRef>
          <a:fillRef idx="1">
            <a:schemeClr val="accent1"/>
          </a:fillRef>
          <a:effectRef idx="1">
            <a:schemeClr val="accent1"/>
          </a:effectRef>
          <a:fontRef idx="minor">
            <a:schemeClr val="lt1"/>
          </a:fontRef>
        </p:style>
        <p:txBody>
          <a:bodyPr wrap="square">
            <a:spAutoFit/>
          </a:bodyPr>
          <a:lstStyle/>
          <a:p>
            <a:pPr algn="ctr"/>
            <a:r>
              <a:rPr lang="en-US" altLang="zh-CN" sz="1600" kern="0" dirty="0" err="1">
                <a:solidFill>
                  <a:schemeClr val="bg1"/>
                </a:solidFill>
                <a:highlight>
                  <a:srgbClr val="FF0000"/>
                </a:highlight>
              </a:rPr>
              <a:t>ak</a:t>
            </a:r>
            <a:r>
              <a:rPr lang="en-US" altLang="zh-CN" sz="1600" kern="0" dirty="0">
                <a:solidFill>
                  <a:schemeClr val="bg1"/>
                </a:solidFill>
                <a:highlight>
                  <a:srgbClr val="FF0000"/>
                </a:highlight>
              </a:rPr>
              <a:t>=A[k]</a:t>
            </a:r>
            <a:endParaRPr lang="zh-CN" altLang="en-US" sz="1600" kern="0" dirty="0">
              <a:solidFill>
                <a:schemeClr val="bg1"/>
              </a:solidFill>
              <a:highlight>
                <a:srgbClr val="FF0000"/>
              </a:highlight>
            </a:endParaRPr>
          </a:p>
        </p:txBody>
      </p:sp>
      <p:sp>
        <p:nvSpPr>
          <p:cNvPr id="18" name="文本框 17">
            <a:extLst>
              <a:ext uri="{FF2B5EF4-FFF2-40B4-BE49-F238E27FC236}">
                <a16:creationId xmlns:a16="http://schemas.microsoft.com/office/drawing/2014/main" id="{440A396D-D326-4493-A3D2-0D455E39D015}"/>
              </a:ext>
            </a:extLst>
          </p:cNvPr>
          <p:cNvSpPr txBox="1"/>
          <p:nvPr/>
        </p:nvSpPr>
        <p:spPr>
          <a:xfrm>
            <a:off x="6379092" y="1070325"/>
            <a:ext cx="647525" cy="417678"/>
          </a:xfrm>
          <a:prstGeom prst="rect">
            <a:avLst/>
          </a:prstGeom>
          <a:no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lvl1pPr marL="177800" indent="-177800" algn="dist" eaLnBrk="0" hangingPunct="0">
              <a:lnSpc>
                <a:spcPct val="110000"/>
              </a:lnSpc>
              <a:buFont typeface="Wingdings" panose="05000000000000000000" pitchFamily="2" charset="2"/>
              <a:buChar char="Ø"/>
              <a:defRPr sz="2000" b="0">
                <a:solidFill>
                  <a:schemeClr val="bg1"/>
                </a:solidFill>
                <a:highlight>
                  <a:srgbClr val="003B76"/>
                </a:highlight>
                <a:latin typeface="华文楷体" panose="02010600040101010101" pitchFamily="2" charset="-122"/>
                <a:ea typeface="华文楷体" panose="02010600040101010101" pitchFamily="2" charset="-122"/>
              </a:defRPr>
            </a:lvl1pPr>
            <a:lvl2pPr marL="635000" indent="-177800" eaLnBrk="0" hangingPunct="0">
              <a:lnSpc>
                <a:spcPct val="110000"/>
              </a:lnSpc>
              <a:buFont typeface="Wingdings" panose="05000000000000000000" pitchFamily="2" charset="2"/>
              <a:buChar char="Ø"/>
              <a:defRPr sz="2400" b="0">
                <a:solidFill>
                  <a:srgbClr val="002060"/>
                </a:solidFill>
                <a:latin typeface="华文楷体" panose="02010600040101010101" pitchFamily="2" charset="-122"/>
                <a:ea typeface="华文楷体" panose="02010600040101010101" pitchFamily="2" charset="-122"/>
              </a:defRPr>
            </a:lvl2pPr>
            <a:lvl3pPr marL="1092200" indent="-177800" eaLnBrk="0" hangingPunct="0">
              <a:lnSpc>
                <a:spcPct val="110000"/>
              </a:lnSpc>
              <a:buFont typeface="Wingdings" panose="05000000000000000000" pitchFamily="2" charset="2"/>
              <a:buChar char="Ø"/>
              <a:defRPr sz="2400" b="0">
                <a:solidFill>
                  <a:srgbClr val="002060"/>
                </a:solidFill>
                <a:latin typeface="华文楷体" panose="02010600040101010101" pitchFamily="2" charset="-122"/>
                <a:ea typeface="华文楷体" panose="02010600040101010101" pitchFamily="2" charset="-122"/>
              </a:defRPr>
            </a:lvl3pPr>
            <a:lvl4pPr marL="1549400" indent="-177800" eaLnBrk="0" hangingPunct="0">
              <a:lnSpc>
                <a:spcPct val="110000"/>
              </a:lnSpc>
              <a:buFont typeface="Wingdings" panose="05000000000000000000" pitchFamily="2" charset="2"/>
              <a:buChar char="Ø"/>
              <a:defRPr sz="2000" b="0">
                <a:solidFill>
                  <a:srgbClr val="002060"/>
                </a:solidFill>
                <a:latin typeface="华文楷体" panose="02010600040101010101" pitchFamily="2" charset="-122"/>
                <a:ea typeface="华文楷体" panose="02010600040101010101" pitchFamily="2" charset="-122"/>
              </a:defRPr>
            </a:lvl4pPr>
            <a:lvl5pPr marL="2006600" indent="-177800" eaLnBrk="0" hangingPunct="0">
              <a:lnSpc>
                <a:spcPct val="110000"/>
              </a:lnSpc>
              <a:buFont typeface="Wingdings" panose="05000000000000000000" pitchFamily="2" charset="2"/>
              <a:buChar char="Ø"/>
              <a:defRPr sz="2000" b="0">
                <a:solidFill>
                  <a:srgbClr val="002060"/>
                </a:solidFill>
                <a:latin typeface="华文楷体" panose="02010600040101010101" pitchFamily="2" charset="-122"/>
                <a:ea typeface="华文楷体" panose="02010600040101010101" pitchFamily="2" charset="-122"/>
              </a:defRPr>
            </a:lvl5pPr>
            <a:lvl6pPr marL="2463800" indent="-177800" fontAlgn="base">
              <a:lnSpc>
                <a:spcPct val="110000"/>
              </a:lnSpc>
              <a:spcBef>
                <a:spcPct val="0"/>
              </a:spcBef>
              <a:spcAft>
                <a:spcPct val="0"/>
              </a:spcAft>
              <a:buChar char="•"/>
              <a:defRPr b="1">
                <a:solidFill>
                  <a:srgbClr val="002E5C"/>
                </a:solidFill>
                <a:latin typeface="+mn-lt"/>
              </a:defRPr>
            </a:lvl6pPr>
            <a:lvl7pPr marL="2921000" indent="-177800" fontAlgn="base">
              <a:lnSpc>
                <a:spcPct val="110000"/>
              </a:lnSpc>
              <a:spcBef>
                <a:spcPct val="0"/>
              </a:spcBef>
              <a:spcAft>
                <a:spcPct val="0"/>
              </a:spcAft>
              <a:buChar char="•"/>
              <a:defRPr b="1">
                <a:solidFill>
                  <a:srgbClr val="002E5C"/>
                </a:solidFill>
                <a:latin typeface="+mn-lt"/>
              </a:defRPr>
            </a:lvl7pPr>
            <a:lvl8pPr marL="3378200" indent="-177800" fontAlgn="base">
              <a:lnSpc>
                <a:spcPct val="110000"/>
              </a:lnSpc>
              <a:spcBef>
                <a:spcPct val="0"/>
              </a:spcBef>
              <a:spcAft>
                <a:spcPct val="0"/>
              </a:spcAft>
              <a:buChar char="•"/>
              <a:defRPr b="1">
                <a:solidFill>
                  <a:srgbClr val="002E5C"/>
                </a:solidFill>
                <a:latin typeface="+mn-lt"/>
              </a:defRPr>
            </a:lvl8pPr>
            <a:lvl9pPr marL="3835400" indent="-177800" fontAlgn="base">
              <a:lnSpc>
                <a:spcPct val="110000"/>
              </a:lnSpc>
              <a:spcBef>
                <a:spcPct val="0"/>
              </a:spcBef>
              <a:spcAft>
                <a:spcPct val="0"/>
              </a:spcAft>
              <a:buChar char="•"/>
              <a:defRPr b="1">
                <a:solidFill>
                  <a:srgbClr val="002E5C"/>
                </a:solidFill>
                <a:latin typeface="+mn-lt"/>
              </a:defRPr>
            </a:lvl9pPr>
          </a:lstStyle>
          <a:p>
            <a:pPr marL="0" indent="0">
              <a:buClr>
                <a:srgbClr val="3399FF"/>
              </a:buClr>
              <a:buNone/>
            </a:pPr>
            <a:r>
              <a:rPr lang="en-US" altLang="zh-CN" b="1" dirty="0">
                <a:highlight>
                  <a:srgbClr val="FF0000"/>
                </a:highlight>
              </a:rPr>
              <a:t>[</a:t>
            </a:r>
            <a:r>
              <a:rPr lang="en-US" altLang="zh-CN" b="1" dirty="0" err="1">
                <a:highlight>
                  <a:srgbClr val="FF0000"/>
                </a:highlight>
              </a:rPr>
              <a:t>i,j</a:t>
            </a:r>
            <a:r>
              <a:rPr lang="en-US" altLang="zh-CN" b="1" dirty="0">
                <a:highlight>
                  <a:srgbClr val="FF0000"/>
                </a:highlight>
              </a:rPr>
              <a:t>]  </a:t>
            </a:r>
            <a:endParaRPr lang="zh-CN" altLang="en-US" b="1" dirty="0">
              <a:highlight>
                <a:srgbClr val="FF0000"/>
              </a:highlight>
            </a:endParaRPr>
          </a:p>
        </p:txBody>
      </p:sp>
      <p:sp>
        <p:nvSpPr>
          <p:cNvPr id="19" name="文本框 18">
            <a:extLst>
              <a:ext uri="{FF2B5EF4-FFF2-40B4-BE49-F238E27FC236}">
                <a16:creationId xmlns:a16="http://schemas.microsoft.com/office/drawing/2014/main" id="{BB05C132-BEE7-4E3E-9D54-3EC5FA43F4EC}"/>
              </a:ext>
            </a:extLst>
          </p:cNvPr>
          <p:cNvSpPr txBox="1"/>
          <p:nvPr/>
        </p:nvSpPr>
        <p:spPr>
          <a:xfrm>
            <a:off x="6398018" y="1968346"/>
            <a:ext cx="469091" cy="417678"/>
          </a:xfrm>
          <a:prstGeom prst="rect">
            <a:avLst/>
          </a:prstGeom>
          <a:no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lvl1pPr marL="177800" indent="-177800" algn="dist" eaLnBrk="0" hangingPunct="0">
              <a:lnSpc>
                <a:spcPct val="110000"/>
              </a:lnSpc>
              <a:buFont typeface="Wingdings" panose="05000000000000000000" pitchFamily="2" charset="2"/>
              <a:buChar char="Ø"/>
              <a:defRPr sz="2000" b="0">
                <a:solidFill>
                  <a:schemeClr val="bg1"/>
                </a:solidFill>
                <a:highlight>
                  <a:srgbClr val="003B76"/>
                </a:highlight>
                <a:latin typeface="华文楷体" panose="02010600040101010101" pitchFamily="2" charset="-122"/>
                <a:ea typeface="华文楷体" panose="02010600040101010101" pitchFamily="2" charset="-122"/>
              </a:defRPr>
            </a:lvl1pPr>
            <a:lvl2pPr marL="635000" indent="-177800" eaLnBrk="0" hangingPunct="0">
              <a:lnSpc>
                <a:spcPct val="110000"/>
              </a:lnSpc>
              <a:buFont typeface="Wingdings" panose="05000000000000000000" pitchFamily="2" charset="2"/>
              <a:buChar char="Ø"/>
              <a:defRPr sz="2400" b="0">
                <a:solidFill>
                  <a:srgbClr val="002060"/>
                </a:solidFill>
                <a:latin typeface="华文楷体" panose="02010600040101010101" pitchFamily="2" charset="-122"/>
                <a:ea typeface="华文楷体" panose="02010600040101010101" pitchFamily="2" charset="-122"/>
              </a:defRPr>
            </a:lvl2pPr>
            <a:lvl3pPr marL="1092200" indent="-177800" eaLnBrk="0" hangingPunct="0">
              <a:lnSpc>
                <a:spcPct val="110000"/>
              </a:lnSpc>
              <a:buFont typeface="Wingdings" panose="05000000000000000000" pitchFamily="2" charset="2"/>
              <a:buChar char="Ø"/>
              <a:defRPr sz="2400" b="0">
                <a:solidFill>
                  <a:srgbClr val="002060"/>
                </a:solidFill>
                <a:latin typeface="华文楷体" panose="02010600040101010101" pitchFamily="2" charset="-122"/>
                <a:ea typeface="华文楷体" panose="02010600040101010101" pitchFamily="2" charset="-122"/>
              </a:defRPr>
            </a:lvl3pPr>
            <a:lvl4pPr marL="1549400" indent="-177800" eaLnBrk="0" hangingPunct="0">
              <a:lnSpc>
                <a:spcPct val="110000"/>
              </a:lnSpc>
              <a:buFont typeface="Wingdings" panose="05000000000000000000" pitchFamily="2" charset="2"/>
              <a:buChar char="Ø"/>
              <a:defRPr sz="2000" b="0">
                <a:solidFill>
                  <a:srgbClr val="002060"/>
                </a:solidFill>
                <a:latin typeface="华文楷体" panose="02010600040101010101" pitchFamily="2" charset="-122"/>
                <a:ea typeface="华文楷体" panose="02010600040101010101" pitchFamily="2" charset="-122"/>
              </a:defRPr>
            </a:lvl4pPr>
            <a:lvl5pPr marL="2006600" indent="-177800" eaLnBrk="0" hangingPunct="0">
              <a:lnSpc>
                <a:spcPct val="110000"/>
              </a:lnSpc>
              <a:buFont typeface="Wingdings" panose="05000000000000000000" pitchFamily="2" charset="2"/>
              <a:buChar char="Ø"/>
              <a:defRPr sz="2000" b="0">
                <a:solidFill>
                  <a:srgbClr val="002060"/>
                </a:solidFill>
                <a:latin typeface="华文楷体" panose="02010600040101010101" pitchFamily="2" charset="-122"/>
                <a:ea typeface="华文楷体" panose="02010600040101010101" pitchFamily="2" charset="-122"/>
              </a:defRPr>
            </a:lvl5pPr>
            <a:lvl6pPr marL="2463800" indent="-177800" fontAlgn="base">
              <a:lnSpc>
                <a:spcPct val="110000"/>
              </a:lnSpc>
              <a:spcBef>
                <a:spcPct val="0"/>
              </a:spcBef>
              <a:spcAft>
                <a:spcPct val="0"/>
              </a:spcAft>
              <a:buChar char="•"/>
              <a:defRPr b="1">
                <a:solidFill>
                  <a:srgbClr val="002E5C"/>
                </a:solidFill>
                <a:latin typeface="+mn-lt"/>
              </a:defRPr>
            </a:lvl6pPr>
            <a:lvl7pPr marL="2921000" indent="-177800" fontAlgn="base">
              <a:lnSpc>
                <a:spcPct val="110000"/>
              </a:lnSpc>
              <a:spcBef>
                <a:spcPct val="0"/>
              </a:spcBef>
              <a:spcAft>
                <a:spcPct val="0"/>
              </a:spcAft>
              <a:buChar char="•"/>
              <a:defRPr b="1">
                <a:solidFill>
                  <a:srgbClr val="002E5C"/>
                </a:solidFill>
                <a:latin typeface="+mn-lt"/>
              </a:defRPr>
            </a:lvl7pPr>
            <a:lvl8pPr marL="3378200" indent="-177800" fontAlgn="base">
              <a:lnSpc>
                <a:spcPct val="110000"/>
              </a:lnSpc>
              <a:spcBef>
                <a:spcPct val="0"/>
              </a:spcBef>
              <a:spcAft>
                <a:spcPct val="0"/>
              </a:spcAft>
              <a:buChar char="•"/>
              <a:defRPr b="1">
                <a:solidFill>
                  <a:srgbClr val="002E5C"/>
                </a:solidFill>
                <a:latin typeface="+mn-lt"/>
              </a:defRPr>
            </a:lvl8pPr>
            <a:lvl9pPr marL="3835400" indent="-177800" fontAlgn="base">
              <a:lnSpc>
                <a:spcPct val="110000"/>
              </a:lnSpc>
              <a:spcBef>
                <a:spcPct val="0"/>
              </a:spcBef>
              <a:spcAft>
                <a:spcPct val="0"/>
              </a:spcAft>
              <a:buChar char="•"/>
              <a:defRPr b="1">
                <a:solidFill>
                  <a:srgbClr val="002E5C"/>
                </a:solidFill>
                <a:latin typeface="+mn-lt"/>
              </a:defRPr>
            </a:lvl9pPr>
          </a:lstStyle>
          <a:p>
            <a:pPr marL="0" indent="0">
              <a:buClr>
                <a:srgbClr val="3399FF"/>
              </a:buClr>
              <a:buNone/>
            </a:pPr>
            <a:r>
              <a:rPr lang="en-US" altLang="zh-CN" b="1" dirty="0">
                <a:highlight>
                  <a:srgbClr val="FF0000"/>
                </a:highlight>
              </a:rPr>
              <a:t>[k]</a:t>
            </a:r>
            <a:endParaRPr lang="zh-CN" altLang="en-US" b="1" dirty="0">
              <a:highlight>
                <a:srgbClr val="FF0000"/>
              </a:highlight>
            </a:endParaRPr>
          </a:p>
        </p:txBody>
      </p:sp>
      <p:sp>
        <p:nvSpPr>
          <p:cNvPr id="20" name="文本框 13">
            <a:extLst>
              <a:ext uri="{FF2B5EF4-FFF2-40B4-BE49-F238E27FC236}">
                <a16:creationId xmlns:a16="http://schemas.microsoft.com/office/drawing/2014/main" id="{85294079-88DD-4CDC-B060-727474D28902}"/>
              </a:ext>
            </a:extLst>
          </p:cNvPr>
          <p:cNvSpPr txBox="1"/>
          <p:nvPr/>
        </p:nvSpPr>
        <p:spPr>
          <a:xfrm>
            <a:off x="3859979" y="2387664"/>
            <a:ext cx="4509241" cy="400110"/>
          </a:xfrm>
          <a:prstGeom prst="rect">
            <a:avLst/>
          </a:prstGeom>
          <a:noFill/>
        </p:spPr>
        <p:txBody>
          <a:bodyPr wrap="square">
            <a:spAutoFit/>
          </a:bodyPr>
          <a:lstStyle>
            <a:defPPr>
              <a:defRPr lang="zh-CN"/>
            </a:defPPr>
            <a:lvl1pPr>
              <a:defRPr sz="2200">
                <a:solidFill>
                  <a:srgbClr val="002060"/>
                </a:solidFill>
                <a:latin typeface="华文楷体" panose="02010600040101010101" pitchFamily="2" charset="-122"/>
                <a:ea typeface="华文楷体" panose="02010600040101010101" pitchFamily="2" charset="-122"/>
              </a:defRPr>
            </a:lvl1pPr>
          </a:lstStyle>
          <a:p>
            <a:r>
              <a:rPr lang="zh-CN" altLang="en-US" sz="2000" dirty="0"/>
              <a:t>按先左后右由上至下顺序存储的位置</a:t>
            </a:r>
          </a:p>
        </p:txBody>
      </p:sp>
      <p:sp>
        <p:nvSpPr>
          <p:cNvPr id="21" name="文本框 20">
            <a:extLst>
              <a:ext uri="{FF2B5EF4-FFF2-40B4-BE49-F238E27FC236}">
                <a16:creationId xmlns:a16="http://schemas.microsoft.com/office/drawing/2014/main" id="{4D84BB5E-9B89-4E13-B59A-C9A8B076CB99}"/>
              </a:ext>
            </a:extLst>
          </p:cNvPr>
          <p:cNvSpPr txBox="1"/>
          <p:nvPr/>
        </p:nvSpPr>
        <p:spPr>
          <a:xfrm>
            <a:off x="3893136" y="2849361"/>
            <a:ext cx="2611205" cy="369332"/>
          </a:xfrm>
          <a:prstGeom prst="rect">
            <a:avLst/>
          </a:prstGeom>
          <a:noFill/>
        </p:spPr>
        <p:txBody>
          <a:bodyPr wrap="square">
            <a:spAutoFit/>
          </a:bodyPr>
          <a:lstStyle/>
          <a:p>
            <a:r>
              <a:rPr lang="zh-CN" altLang="en-US" dirty="0">
                <a:solidFill>
                  <a:srgbClr val="0070C0"/>
                </a:solidFill>
                <a:latin typeface="微软雅黑" panose="020B0503020204020204" pitchFamily="34" charset="-122"/>
                <a:ea typeface="微软雅黑" panose="020B0503020204020204" pitchFamily="34" charset="-122"/>
              </a:rPr>
              <a:t>访问矩阵</a:t>
            </a:r>
            <a:r>
              <a:rPr lang="en-US" altLang="zh-CN" dirty="0">
                <a:solidFill>
                  <a:srgbClr val="0070C0"/>
                </a:solidFill>
                <a:latin typeface="微软雅黑" panose="020B0503020204020204" pitchFamily="34" charset="-122"/>
                <a:ea typeface="微软雅黑" panose="020B0503020204020204" pitchFamily="34" charset="-122"/>
              </a:rPr>
              <a:t>A</a:t>
            </a:r>
            <a:r>
              <a:rPr lang="zh-CN" altLang="en-US" dirty="0">
                <a:solidFill>
                  <a:srgbClr val="0070C0"/>
                </a:solidFill>
                <a:latin typeface="微软雅黑" panose="020B0503020204020204" pitchFamily="34" charset="-122"/>
                <a:ea typeface="微软雅黑" panose="020B0503020204020204" pitchFamily="34" charset="-122"/>
              </a:rPr>
              <a:t>的第</a:t>
            </a:r>
            <a:r>
              <a:rPr lang="en-US" altLang="zh-CN" dirty="0">
                <a:solidFill>
                  <a:srgbClr val="0070C0"/>
                </a:solidFill>
                <a:latin typeface="微软雅黑" panose="020B0503020204020204" pitchFamily="34" charset="-122"/>
                <a:ea typeface="微软雅黑" panose="020B0503020204020204" pitchFamily="34" charset="-122"/>
              </a:rPr>
              <a:t>k</a:t>
            </a:r>
            <a:r>
              <a:rPr lang="zh-CN" altLang="en-US" dirty="0">
                <a:solidFill>
                  <a:srgbClr val="0070C0"/>
                </a:solidFill>
                <a:latin typeface="微软雅黑" panose="020B0503020204020204" pitchFamily="34" charset="-122"/>
                <a:ea typeface="微软雅黑" panose="020B0503020204020204" pitchFamily="34" charset="-122"/>
              </a:rPr>
              <a:t>个元素</a:t>
            </a:r>
          </a:p>
        </p:txBody>
      </p:sp>
      <p:sp>
        <p:nvSpPr>
          <p:cNvPr id="24" name="矩形 23">
            <a:extLst>
              <a:ext uri="{FF2B5EF4-FFF2-40B4-BE49-F238E27FC236}">
                <a16:creationId xmlns:a16="http://schemas.microsoft.com/office/drawing/2014/main" id="{59662B1C-0D29-4BB0-B431-F7420F990BBF}"/>
              </a:ext>
            </a:extLst>
          </p:cNvPr>
          <p:cNvSpPr/>
          <p:nvPr/>
        </p:nvSpPr>
        <p:spPr>
          <a:xfrm>
            <a:off x="1659090" y="3296213"/>
            <a:ext cx="2264872" cy="400110"/>
          </a:xfrm>
          <a:prstGeom prst="rect">
            <a:avLst/>
          </a:prstGeom>
          <a:noFill/>
          <a:ln>
            <a:noFill/>
          </a:ln>
        </p:spPr>
        <p:style>
          <a:lnRef idx="3">
            <a:schemeClr val="lt1"/>
          </a:lnRef>
          <a:fillRef idx="1">
            <a:schemeClr val="accent1"/>
          </a:fillRef>
          <a:effectRef idx="1">
            <a:schemeClr val="accent1"/>
          </a:effectRef>
          <a:fontRef idx="minor">
            <a:schemeClr val="lt1"/>
          </a:fontRef>
        </p:style>
        <p:txBody>
          <a:bodyPr wrap="square">
            <a:spAutoFit/>
          </a:bodyPr>
          <a:lstStyle/>
          <a:p>
            <a:r>
              <a:rPr lang="en-US" altLang="zh-CN" sz="2000" b="1" dirty="0">
                <a:solidFill>
                  <a:schemeClr val="bg1"/>
                </a:solidFill>
                <a:highlight>
                  <a:srgbClr val="FF0000"/>
                </a:highlight>
                <a:latin typeface="华文楷体" panose="02010600040101010101" pitchFamily="2" charset="-122"/>
                <a:ea typeface="华文楷体" panose="02010600040101010101" pitchFamily="2" charset="-122"/>
              </a:rPr>
              <a:t>Ind=[</a:t>
            </a:r>
            <a:r>
              <a:rPr lang="zh-CN" altLang="en-US" sz="2000" b="1" dirty="0">
                <a:solidFill>
                  <a:schemeClr val="bg1"/>
                </a:solidFill>
                <a:highlight>
                  <a:srgbClr val="FF0000"/>
                </a:highlight>
                <a:latin typeface="华文楷体" panose="02010600040101010101" pitchFamily="2" charset="-122"/>
                <a:ea typeface="华文楷体" panose="02010600040101010101" pitchFamily="2" charset="-122"/>
              </a:rPr>
              <a:t>逻辑关系式</a:t>
            </a:r>
            <a:r>
              <a:rPr lang="en-US" altLang="zh-CN" sz="2000" b="1" dirty="0">
                <a:solidFill>
                  <a:schemeClr val="bg1"/>
                </a:solidFill>
                <a:highlight>
                  <a:srgbClr val="FF0000"/>
                </a:highlight>
                <a:latin typeface="华文楷体" panose="02010600040101010101" pitchFamily="2" charset="-122"/>
                <a:ea typeface="华文楷体" panose="02010600040101010101" pitchFamily="2" charset="-122"/>
              </a:rPr>
              <a:t>]</a:t>
            </a:r>
            <a:endParaRPr lang="zh-CN" altLang="en-US" sz="2000" b="1" dirty="0">
              <a:solidFill>
                <a:schemeClr val="bg1"/>
              </a:solidFill>
              <a:highlight>
                <a:srgbClr val="FF0000"/>
              </a:highlight>
              <a:latin typeface="华文楷体" panose="02010600040101010101" pitchFamily="2" charset="-122"/>
              <a:ea typeface="华文楷体" panose="02010600040101010101" pitchFamily="2" charset="-122"/>
            </a:endParaRPr>
          </a:p>
        </p:txBody>
      </p:sp>
      <p:sp>
        <p:nvSpPr>
          <p:cNvPr id="25" name="文本框 24">
            <a:extLst>
              <a:ext uri="{FF2B5EF4-FFF2-40B4-BE49-F238E27FC236}">
                <a16:creationId xmlns:a16="http://schemas.microsoft.com/office/drawing/2014/main" id="{BBF14539-CA60-49E0-BE98-2E9EC52CA56C}"/>
              </a:ext>
            </a:extLst>
          </p:cNvPr>
          <p:cNvSpPr txBox="1"/>
          <p:nvPr/>
        </p:nvSpPr>
        <p:spPr>
          <a:xfrm>
            <a:off x="3702902" y="3279261"/>
            <a:ext cx="3380795" cy="400110"/>
          </a:xfrm>
          <a:prstGeom prst="rect">
            <a:avLst/>
          </a:prstGeom>
          <a:noFill/>
        </p:spPr>
        <p:txBody>
          <a:bodyPr wrap="square">
            <a:spAutoFit/>
          </a:bodyPr>
          <a:lstStyle/>
          <a:p>
            <a:r>
              <a:rPr lang="zh-CN" altLang="en-US" sz="2000" dirty="0">
                <a:solidFill>
                  <a:srgbClr val="002060"/>
                </a:solidFill>
                <a:latin typeface="华文楷体" panose="02010600040101010101" pitchFamily="2" charset="-122"/>
                <a:ea typeface="华文楷体" panose="02010600040101010101" pitchFamily="2" charset="-122"/>
              </a:rPr>
              <a:t>矩阵满足逻辑关系式位置</a:t>
            </a:r>
            <a:endParaRPr lang="en-US" altLang="zh-CN" sz="2000" dirty="0">
              <a:solidFill>
                <a:srgbClr val="002060"/>
              </a:solidFill>
              <a:latin typeface="华文楷体" panose="02010600040101010101" pitchFamily="2" charset="-122"/>
              <a:ea typeface="华文楷体" panose="02010600040101010101" pitchFamily="2" charset="-122"/>
            </a:endParaRPr>
          </a:p>
        </p:txBody>
      </p:sp>
      <p:sp>
        <p:nvSpPr>
          <p:cNvPr id="26" name="文本框 25">
            <a:extLst>
              <a:ext uri="{FF2B5EF4-FFF2-40B4-BE49-F238E27FC236}">
                <a16:creationId xmlns:a16="http://schemas.microsoft.com/office/drawing/2014/main" id="{8314182E-2786-449A-B4C4-50EBCAB8F477}"/>
              </a:ext>
            </a:extLst>
          </p:cNvPr>
          <p:cNvSpPr txBox="1"/>
          <p:nvPr/>
        </p:nvSpPr>
        <p:spPr>
          <a:xfrm>
            <a:off x="6655914" y="3247163"/>
            <a:ext cx="1784149" cy="430887"/>
          </a:xfrm>
          <a:prstGeom prst="rect">
            <a:avLst/>
          </a:prstGeom>
          <a:noFill/>
        </p:spPr>
        <p:txBody>
          <a:bodyPr wrap="square">
            <a:spAutoFit/>
          </a:bodyPr>
          <a:lstStyle/>
          <a:p>
            <a:r>
              <a:rPr lang="en-US" altLang="zh-CN" sz="2200" dirty="0" err="1">
                <a:solidFill>
                  <a:srgbClr val="0070C0"/>
                </a:solidFill>
                <a:latin typeface="华文楷体" panose="02010600040101010101" pitchFamily="2" charset="-122"/>
                <a:ea typeface="华文楷体" panose="02010600040101010101" pitchFamily="2" charset="-122"/>
              </a:rPr>
              <a:t>ind</a:t>
            </a:r>
            <a:r>
              <a:rPr lang="en-US" altLang="zh-CN" sz="2200" dirty="0">
                <a:solidFill>
                  <a:srgbClr val="0070C0"/>
                </a:solidFill>
                <a:latin typeface="华文楷体" panose="02010600040101010101" pitchFamily="2" charset="-122"/>
                <a:ea typeface="华文楷体" panose="02010600040101010101" pitchFamily="2" charset="-122"/>
              </a:rPr>
              <a:t>=A</a:t>
            </a:r>
            <a:r>
              <a:rPr lang="en-US" altLang="zh-CN" sz="2200" b="1" dirty="0">
                <a:solidFill>
                  <a:srgbClr val="FF0000"/>
                </a:solidFill>
                <a:latin typeface="华文楷体" panose="02010600040101010101" pitchFamily="2" charset="-122"/>
                <a:ea typeface="华文楷体" panose="02010600040101010101" pitchFamily="2" charset="-122"/>
              </a:rPr>
              <a:t>. </a:t>
            </a:r>
            <a:r>
              <a:rPr lang="en-US" altLang="zh-CN" sz="2200" dirty="0">
                <a:solidFill>
                  <a:srgbClr val="0070C0"/>
                </a:solidFill>
                <a:latin typeface="华文楷体" panose="02010600040101010101" pitchFamily="2" charset="-122"/>
                <a:ea typeface="华文楷体" panose="02010600040101010101" pitchFamily="2" charset="-122"/>
              </a:rPr>
              <a:t>&gt;5</a:t>
            </a:r>
            <a:endParaRPr lang="zh-CN" altLang="en-US" sz="2200" dirty="0">
              <a:solidFill>
                <a:srgbClr val="002060"/>
              </a:solidFill>
              <a:latin typeface="华文楷体" panose="02010600040101010101" pitchFamily="2" charset="-122"/>
              <a:ea typeface="华文楷体" panose="02010600040101010101" pitchFamily="2" charset="-122"/>
            </a:endParaRPr>
          </a:p>
        </p:txBody>
      </p:sp>
      <p:cxnSp>
        <p:nvCxnSpPr>
          <p:cNvPr id="29" name="直接箭头连接符 28">
            <a:extLst>
              <a:ext uri="{FF2B5EF4-FFF2-40B4-BE49-F238E27FC236}">
                <a16:creationId xmlns:a16="http://schemas.microsoft.com/office/drawing/2014/main" id="{651F4DCE-EC36-4662-9C0C-E58FC1A92D87}"/>
              </a:ext>
            </a:extLst>
          </p:cNvPr>
          <p:cNvCxnSpPr>
            <a:cxnSpLocks/>
          </p:cNvCxnSpPr>
          <p:nvPr/>
        </p:nvCxnSpPr>
        <p:spPr bwMode="auto">
          <a:xfrm flipH="1">
            <a:off x="2018995" y="2283718"/>
            <a:ext cx="4987" cy="920340"/>
          </a:xfrm>
          <a:prstGeom prst="straightConnector1">
            <a:avLst/>
          </a:prstGeom>
          <a:ln>
            <a:solidFill>
              <a:srgbClr val="FF0000"/>
            </a:solidFill>
            <a:headEnd type="none" w="med" len="med"/>
            <a:tailEnd type="triangle"/>
          </a:ln>
        </p:spPr>
        <p:style>
          <a:lnRef idx="2">
            <a:schemeClr val="accent2"/>
          </a:lnRef>
          <a:fillRef idx="0">
            <a:schemeClr val="accent2"/>
          </a:fillRef>
          <a:effectRef idx="1">
            <a:schemeClr val="accent2"/>
          </a:effectRef>
          <a:fontRef idx="minor">
            <a:schemeClr val="tx1"/>
          </a:fontRef>
        </p:style>
      </p:cxnSp>
      <p:cxnSp>
        <p:nvCxnSpPr>
          <p:cNvPr id="30" name="直接箭头连接符 29">
            <a:extLst>
              <a:ext uri="{FF2B5EF4-FFF2-40B4-BE49-F238E27FC236}">
                <a16:creationId xmlns:a16="http://schemas.microsoft.com/office/drawing/2014/main" id="{BFB468FA-87FC-4565-B2C2-718706C149E9}"/>
              </a:ext>
            </a:extLst>
          </p:cNvPr>
          <p:cNvCxnSpPr>
            <a:cxnSpLocks/>
          </p:cNvCxnSpPr>
          <p:nvPr/>
        </p:nvCxnSpPr>
        <p:spPr bwMode="auto">
          <a:xfrm>
            <a:off x="3355151" y="2262794"/>
            <a:ext cx="0" cy="892216"/>
          </a:xfrm>
          <a:prstGeom prst="straightConnector1">
            <a:avLst/>
          </a:prstGeom>
          <a:ln>
            <a:solidFill>
              <a:srgbClr val="FF0000"/>
            </a:solidFill>
            <a:headEnd type="none" w="med" len="med"/>
            <a:tailEnd type="triangle"/>
          </a:ln>
        </p:spPr>
        <p:style>
          <a:lnRef idx="2">
            <a:schemeClr val="accent2"/>
          </a:lnRef>
          <a:fillRef idx="0">
            <a:schemeClr val="accent2"/>
          </a:fillRef>
          <a:effectRef idx="1">
            <a:schemeClr val="accent2"/>
          </a:effectRef>
          <a:fontRef idx="minor">
            <a:schemeClr val="tx1"/>
          </a:fontRef>
        </p:style>
      </p:cxnSp>
      <p:sp>
        <p:nvSpPr>
          <p:cNvPr id="33" name="矩形 32">
            <a:extLst>
              <a:ext uri="{FF2B5EF4-FFF2-40B4-BE49-F238E27FC236}">
                <a16:creationId xmlns:a16="http://schemas.microsoft.com/office/drawing/2014/main" id="{B8775076-679D-4680-AB0B-957F1DC2C5D9}"/>
              </a:ext>
            </a:extLst>
          </p:cNvPr>
          <p:cNvSpPr/>
          <p:nvPr/>
        </p:nvSpPr>
        <p:spPr>
          <a:xfrm>
            <a:off x="2863673" y="3751543"/>
            <a:ext cx="2058926" cy="338554"/>
          </a:xfrm>
          <a:prstGeom prst="rect">
            <a:avLst/>
          </a:prstGeom>
          <a:noFill/>
          <a:ln>
            <a:noFill/>
          </a:ln>
        </p:spPr>
        <p:style>
          <a:lnRef idx="3">
            <a:schemeClr val="lt1"/>
          </a:lnRef>
          <a:fillRef idx="1">
            <a:schemeClr val="accent1"/>
          </a:fillRef>
          <a:effectRef idx="1">
            <a:schemeClr val="accent1"/>
          </a:effectRef>
          <a:fontRef idx="minor">
            <a:schemeClr val="lt1"/>
          </a:fontRef>
        </p:style>
        <p:txBody>
          <a:bodyPr wrap="square">
            <a:spAutoFit/>
          </a:bodyPr>
          <a:lstStyle/>
          <a:p>
            <a:pPr algn="ctr"/>
            <a:r>
              <a:rPr lang="en-US" altLang="zh-CN" sz="1600" kern="0" dirty="0" err="1">
                <a:solidFill>
                  <a:schemeClr val="bg1"/>
                </a:solidFill>
                <a:highlight>
                  <a:srgbClr val="FF0000"/>
                </a:highlight>
              </a:rPr>
              <a:t>aind</a:t>
            </a:r>
            <a:r>
              <a:rPr lang="en-US" altLang="zh-CN" sz="1600" kern="0" dirty="0">
                <a:solidFill>
                  <a:schemeClr val="bg1"/>
                </a:solidFill>
                <a:highlight>
                  <a:srgbClr val="FF0000"/>
                </a:highlight>
              </a:rPr>
              <a:t>=A[</a:t>
            </a:r>
            <a:r>
              <a:rPr lang="zh-CN" altLang="en-US" sz="1600" kern="0" dirty="0">
                <a:solidFill>
                  <a:schemeClr val="bg1"/>
                </a:solidFill>
                <a:highlight>
                  <a:srgbClr val="FF0000"/>
                </a:highlight>
              </a:rPr>
              <a:t>逻辑关系式</a:t>
            </a:r>
            <a:r>
              <a:rPr lang="en-US" altLang="zh-CN" sz="1600" kern="0" dirty="0">
                <a:solidFill>
                  <a:schemeClr val="bg1"/>
                </a:solidFill>
                <a:highlight>
                  <a:srgbClr val="FF0000"/>
                </a:highlight>
              </a:rPr>
              <a:t>]</a:t>
            </a:r>
            <a:endParaRPr lang="zh-CN" altLang="en-US" sz="1600" kern="0" dirty="0">
              <a:solidFill>
                <a:schemeClr val="bg1"/>
              </a:solidFill>
              <a:highlight>
                <a:srgbClr val="FF0000"/>
              </a:highlight>
            </a:endParaRPr>
          </a:p>
        </p:txBody>
      </p:sp>
      <p:sp>
        <p:nvSpPr>
          <p:cNvPr id="34" name="文本框 33">
            <a:extLst>
              <a:ext uri="{FF2B5EF4-FFF2-40B4-BE49-F238E27FC236}">
                <a16:creationId xmlns:a16="http://schemas.microsoft.com/office/drawing/2014/main" id="{A3F03100-A68F-4142-826E-CAEE07C22995}"/>
              </a:ext>
            </a:extLst>
          </p:cNvPr>
          <p:cNvSpPr txBox="1"/>
          <p:nvPr/>
        </p:nvSpPr>
        <p:spPr>
          <a:xfrm>
            <a:off x="117254" y="3757026"/>
            <a:ext cx="2954327" cy="369332"/>
          </a:xfrm>
          <a:prstGeom prst="rect">
            <a:avLst/>
          </a:prstGeom>
          <a:noFill/>
        </p:spPr>
        <p:txBody>
          <a:bodyPr wrap="square">
            <a:spAutoFit/>
          </a:bodyPr>
          <a:lstStyle>
            <a:defPPr>
              <a:defRPr lang="zh-CN"/>
            </a:defPPr>
            <a:lvl1pPr>
              <a:defRPr>
                <a:solidFill>
                  <a:srgbClr val="0070C0"/>
                </a:solidFill>
                <a:latin typeface="微软雅黑" panose="020B0503020204020204" pitchFamily="34" charset="-122"/>
                <a:ea typeface="微软雅黑" panose="020B0503020204020204" pitchFamily="34" charset="-122"/>
              </a:defRPr>
            </a:lvl1pPr>
          </a:lstStyle>
          <a:p>
            <a:r>
              <a:rPr lang="zh-CN" altLang="en-US" dirty="0"/>
              <a:t>访问满足逻辑关系式的元素</a:t>
            </a:r>
          </a:p>
        </p:txBody>
      </p:sp>
      <p:sp>
        <p:nvSpPr>
          <p:cNvPr id="35" name="文本框 34">
            <a:extLst>
              <a:ext uri="{FF2B5EF4-FFF2-40B4-BE49-F238E27FC236}">
                <a16:creationId xmlns:a16="http://schemas.microsoft.com/office/drawing/2014/main" id="{D6C14BA8-3D52-41E5-ADD9-6DDD8ADD9739}"/>
              </a:ext>
            </a:extLst>
          </p:cNvPr>
          <p:cNvSpPr txBox="1"/>
          <p:nvPr/>
        </p:nvSpPr>
        <p:spPr>
          <a:xfrm>
            <a:off x="4850585" y="3677209"/>
            <a:ext cx="1528508" cy="430887"/>
          </a:xfrm>
          <a:prstGeom prst="rect">
            <a:avLst/>
          </a:prstGeom>
          <a:noFill/>
        </p:spPr>
        <p:txBody>
          <a:bodyPr wrap="square">
            <a:spAutoFit/>
          </a:bodyPr>
          <a:lstStyle/>
          <a:p>
            <a:r>
              <a:rPr lang="en-US" altLang="zh-CN" sz="2200" dirty="0">
                <a:solidFill>
                  <a:srgbClr val="0070C0"/>
                </a:solidFill>
                <a:latin typeface="华文楷体" panose="02010600040101010101" pitchFamily="2" charset="-122"/>
                <a:ea typeface="华文楷体" panose="02010600040101010101" pitchFamily="2" charset="-122"/>
              </a:rPr>
              <a:t>a5=A[A.&gt;5]</a:t>
            </a:r>
            <a:endParaRPr lang="zh-CN" altLang="en-US" sz="2200" dirty="0"/>
          </a:p>
        </p:txBody>
      </p:sp>
      <p:sp>
        <p:nvSpPr>
          <p:cNvPr id="3" name="思想气泡: 云 2">
            <a:extLst>
              <a:ext uri="{FF2B5EF4-FFF2-40B4-BE49-F238E27FC236}">
                <a16:creationId xmlns:a16="http://schemas.microsoft.com/office/drawing/2014/main" id="{F01B8CC6-B4A2-4EAE-9BCC-0CB17E637459}"/>
              </a:ext>
            </a:extLst>
          </p:cNvPr>
          <p:cNvSpPr/>
          <p:nvPr/>
        </p:nvSpPr>
        <p:spPr bwMode="auto">
          <a:xfrm>
            <a:off x="8248361" y="3044346"/>
            <a:ext cx="867878" cy="1200328"/>
          </a:xfrm>
          <a:prstGeom prst="cloudCallout">
            <a:avLst>
              <a:gd name="adj1" fmla="val -68819"/>
              <a:gd name="adj2" fmla="val -9972"/>
            </a:avLst>
          </a:prstGeom>
          <a:ln>
            <a:solidFill>
              <a:srgbClr val="FF0000"/>
            </a:solid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spAutoFit/>
          </a:bodyPr>
          <a:lstStyle/>
          <a:p>
            <a:pPr marL="177800" marR="0" indent="-177800" algn="ctr" defTabSz="914400" rtl="0" eaLnBrk="0" fontAlgn="base" latinLnBrk="0" hangingPunct="0">
              <a:lnSpc>
                <a:spcPct val="110000"/>
              </a:lnSpc>
              <a:spcBef>
                <a:spcPct val="0"/>
              </a:spcBef>
              <a:spcAft>
                <a:spcPct val="0"/>
              </a:spcAft>
              <a:buClrTx/>
              <a:buSzTx/>
              <a:buFontTx/>
              <a:buNone/>
              <a:tabLst/>
            </a:pPr>
            <a:endParaRPr kumimoji="0" lang="zh-CN" altLang="en-US" sz="1600" b="1" i="0" u="none" strike="noStrike" cap="none" normalizeH="0" baseline="0">
              <a:ln>
                <a:noFill/>
              </a:ln>
              <a:solidFill>
                <a:schemeClr val="tx1"/>
              </a:solidFill>
              <a:effectLst/>
              <a:latin typeface="Times New Roman" pitchFamily="18" charset="0"/>
            </a:endParaRPr>
          </a:p>
        </p:txBody>
      </p:sp>
      <p:sp>
        <p:nvSpPr>
          <p:cNvPr id="31" name="文本框 30">
            <a:extLst>
              <a:ext uri="{FF2B5EF4-FFF2-40B4-BE49-F238E27FC236}">
                <a16:creationId xmlns:a16="http://schemas.microsoft.com/office/drawing/2014/main" id="{049917C4-B695-4CEF-B8F0-535319C8493E}"/>
              </a:ext>
            </a:extLst>
          </p:cNvPr>
          <p:cNvSpPr txBox="1"/>
          <p:nvPr/>
        </p:nvSpPr>
        <p:spPr>
          <a:xfrm>
            <a:off x="8373495" y="3094140"/>
            <a:ext cx="813209" cy="1015663"/>
          </a:xfrm>
          <a:prstGeom prst="rect">
            <a:avLst/>
          </a:prstGeom>
          <a:noFill/>
          <a:ln>
            <a:noFill/>
          </a:ln>
        </p:spPr>
        <p:txBody>
          <a:bodyPr wrap="square">
            <a:spAutoFit/>
          </a:bodyPr>
          <a:lstStyle/>
          <a:p>
            <a:r>
              <a:rPr lang="zh-CN" altLang="en-US" sz="1000" b="1" dirty="0">
                <a:solidFill>
                  <a:srgbClr val="FF0000"/>
                </a:solidFill>
              </a:rPr>
              <a:t>逐元素比较，加点逻辑结果</a:t>
            </a:r>
            <a:endParaRPr lang="en-US" altLang="zh-CN" sz="1000" b="1" dirty="0">
              <a:solidFill>
                <a:srgbClr val="FF0000"/>
              </a:solidFill>
            </a:endParaRPr>
          </a:p>
          <a:p>
            <a:r>
              <a:rPr lang="en-US" altLang="zh-CN" sz="1000" b="1" dirty="0">
                <a:solidFill>
                  <a:srgbClr val="FF0000"/>
                </a:solidFill>
              </a:rPr>
              <a:t>0</a:t>
            </a:r>
            <a:r>
              <a:rPr lang="zh-CN" altLang="en-US" sz="1000" b="1" dirty="0">
                <a:solidFill>
                  <a:srgbClr val="FF0000"/>
                </a:solidFill>
              </a:rPr>
              <a:t>  0  </a:t>
            </a:r>
            <a:r>
              <a:rPr lang="en-US" altLang="zh-CN" sz="1000" b="1" dirty="0">
                <a:solidFill>
                  <a:srgbClr val="FF0000"/>
                </a:solidFill>
              </a:rPr>
              <a:t>0</a:t>
            </a:r>
            <a:endParaRPr lang="zh-CN" altLang="en-US" sz="1000" b="1" dirty="0">
              <a:solidFill>
                <a:srgbClr val="FF0000"/>
              </a:solidFill>
            </a:endParaRPr>
          </a:p>
          <a:p>
            <a:r>
              <a:rPr lang="zh-CN" altLang="en-US" sz="1000" b="1" dirty="0">
                <a:solidFill>
                  <a:srgbClr val="FF0000"/>
                </a:solidFill>
              </a:rPr>
              <a:t>0  </a:t>
            </a:r>
            <a:r>
              <a:rPr lang="en-US" altLang="zh-CN" sz="1000" b="1" dirty="0">
                <a:solidFill>
                  <a:srgbClr val="FF0000"/>
                </a:solidFill>
              </a:rPr>
              <a:t>0</a:t>
            </a:r>
            <a:r>
              <a:rPr lang="zh-CN" altLang="en-US" sz="1000" b="1" dirty="0">
                <a:solidFill>
                  <a:srgbClr val="FF0000"/>
                </a:solidFill>
              </a:rPr>
              <a:t>  </a:t>
            </a:r>
            <a:r>
              <a:rPr lang="en-US" altLang="zh-CN" sz="1000" b="1" dirty="0">
                <a:solidFill>
                  <a:srgbClr val="FF0000"/>
                </a:solidFill>
              </a:rPr>
              <a:t>0</a:t>
            </a:r>
            <a:endParaRPr lang="zh-CN" altLang="en-US" sz="1000" b="1" dirty="0">
              <a:solidFill>
                <a:srgbClr val="FF0000"/>
              </a:solidFill>
            </a:endParaRPr>
          </a:p>
          <a:p>
            <a:r>
              <a:rPr lang="zh-CN" altLang="en-US" sz="1000" b="1" dirty="0">
                <a:solidFill>
                  <a:srgbClr val="FF0000"/>
                </a:solidFill>
              </a:rPr>
              <a:t>0  1  0</a:t>
            </a:r>
          </a:p>
        </p:txBody>
      </p:sp>
      <p:sp>
        <p:nvSpPr>
          <p:cNvPr id="36" name="文本框 35">
            <a:extLst>
              <a:ext uri="{FF2B5EF4-FFF2-40B4-BE49-F238E27FC236}">
                <a16:creationId xmlns:a16="http://schemas.microsoft.com/office/drawing/2014/main" id="{BC228119-9BB5-4467-9EAB-B057EB41955D}"/>
              </a:ext>
            </a:extLst>
          </p:cNvPr>
          <p:cNvSpPr txBox="1"/>
          <p:nvPr/>
        </p:nvSpPr>
        <p:spPr>
          <a:xfrm>
            <a:off x="6341589" y="3676065"/>
            <a:ext cx="1670690" cy="430887"/>
          </a:xfrm>
          <a:prstGeom prst="rect">
            <a:avLst/>
          </a:prstGeom>
          <a:noFill/>
        </p:spPr>
        <p:txBody>
          <a:bodyPr wrap="square">
            <a:spAutoFit/>
          </a:bodyPr>
          <a:lstStyle/>
          <a:p>
            <a:r>
              <a:rPr lang="en-US" altLang="zh-CN" sz="2200" dirty="0">
                <a:solidFill>
                  <a:srgbClr val="0070C0"/>
                </a:solidFill>
                <a:latin typeface="华文楷体" panose="02010600040101010101" pitchFamily="2" charset="-122"/>
                <a:ea typeface="华文楷体" panose="02010600040101010101" pitchFamily="2" charset="-122"/>
              </a:rPr>
              <a:t>#</a:t>
            </a:r>
            <a:r>
              <a:rPr lang="zh-CN" altLang="en-US" sz="2200" dirty="0">
                <a:solidFill>
                  <a:srgbClr val="0070C0"/>
                </a:solidFill>
                <a:latin typeface="华文楷体" panose="02010600040101010101" pitchFamily="2" charset="-122"/>
                <a:ea typeface="华文楷体" panose="02010600040101010101" pitchFamily="2" charset="-122"/>
              </a:rPr>
              <a:t>结果为</a:t>
            </a:r>
            <a:r>
              <a:rPr lang="en-US" altLang="zh-CN" sz="2200" dirty="0">
                <a:solidFill>
                  <a:srgbClr val="0070C0"/>
                </a:solidFill>
                <a:latin typeface="华文楷体" panose="02010600040101010101" pitchFamily="2" charset="-122"/>
                <a:ea typeface="华文楷体" panose="02010600040101010101" pitchFamily="2" charset="-122"/>
              </a:rPr>
              <a:t>6</a:t>
            </a:r>
            <a:endParaRPr lang="zh-CN" altLang="en-US" sz="2200" dirty="0"/>
          </a:p>
        </p:txBody>
      </p:sp>
      <p:sp>
        <p:nvSpPr>
          <p:cNvPr id="37" name="AutoShape 13">
            <a:extLst>
              <a:ext uri="{FF2B5EF4-FFF2-40B4-BE49-F238E27FC236}">
                <a16:creationId xmlns:a16="http://schemas.microsoft.com/office/drawing/2014/main" id="{5F832D3C-B600-4B06-8685-4ED9E7F887ED}"/>
              </a:ext>
            </a:extLst>
          </p:cNvPr>
          <p:cNvSpPr>
            <a:spLocks noChangeArrowheads="1"/>
          </p:cNvSpPr>
          <p:nvPr/>
        </p:nvSpPr>
        <p:spPr bwMode="auto">
          <a:xfrm>
            <a:off x="-42769" y="4113498"/>
            <a:ext cx="1669008" cy="520697"/>
          </a:xfrm>
          <a:prstGeom prst="irregularSeal2">
            <a:avLst/>
          </a:prstGeom>
          <a:solidFill>
            <a:srgbClr val="C00000"/>
          </a:solidFill>
          <a:ln w="57150">
            <a:solidFill>
              <a:srgbClr val="00FF00"/>
            </a:solidFill>
            <a:miter lim="800000"/>
          </a:ln>
          <a:scene3d>
            <a:camera prst="orthographicFront"/>
            <a:lightRig rig="threePt" dir="t"/>
          </a:scene3d>
          <a:sp3d>
            <a:bevelT prst="angle"/>
          </a:sp3d>
        </p:spPr>
        <p:txBody>
          <a:bodyPr wrap="none" anchor="ctr"/>
          <a:lstStyle/>
          <a:p>
            <a:r>
              <a:rPr lang="zh-CN" altLang="en-US" b="1" kern="0" dirty="0">
                <a:solidFill>
                  <a:srgbClr val="FFFF00"/>
                </a:solidFill>
                <a:latin typeface="微软雅黑" panose="020B0503020204020204" pitchFamily="34" charset="-122"/>
                <a:ea typeface="微软雅黑" panose="020B0503020204020204" pitchFamily="34" charset="-122"/>
              </a:rPr>
              <a:t> 注意</a:t>
            </a:r>
          </a:p>
        </p:txBody>
      </p:sp>
      <p:sp>
        <p:nvSpPr>
          <p:cNvPr id="39" name="文本框 38">
            <a:extLst>
              <a:ext uri="{FF2B5EF4-FFF2-40B4-BE49-F238E27FC236}">
                <a16:creationId xmlns:a16="http://schemas.microsoft.com/office/drawing/2014/main" id="{7204859D-00CF-4D92-BD86-8A3F3EBCE876}"/>
              </a:ext>
            </a:extLst>
          </p:cNvPr>
          <p:cNvSpPr txBox="1"/>
          <p:nvPr/>
        </p:nvSpPr>
        <p:spPr>
          <a:xfrm>
            <a:off x="183920" y="675276"/>
            <a:ext cx="8780846" cy="369332"/>
          </a:xfrm>
          <a:prstGeom prst="rect">
            <a:avLst/>
          </a:prstGeom>
          <a:solidFill>
            <a:schemeClr val="bg1"/>
          </a:solidFill>
        </p:spPr>
        <p:txBody>
          <a:bodyPr wrap="square">
            <a:spAutoFit/>
          </a:bodyPr>
          <a:lstStyle/>
          <a:p>
            <a:pPr algn="dist"/>
            <a:r>
              <a:rPr lang="zh-CN" altLang="en-US" b="1" kern="0" dirty="0">
                <a:solidFill>
                  <a:srgbClr val="0070C0"/>
                </a:solidFill>
                <a:latin typeface="微软雅黑" panose="020B0503020204020204" pitchFamily="34" charset="-122"/>
                <a:ea typeface="微软雅黑" panose="020B0503020204020204" pitchFamily="34" charset="-122"/>
              </a:rPr>
              <a:t>三种索引方式：位置索引</a:t>
            </a:r>
            <a:r>
              <a:rPr lang="en-US" altLang="zh-CN" b="1" kern="0" dirty="0">
                <a:solidFill>
                  <a:srgbClr val="0070C0"/>
                </a:solidFill>
                <a:latin typeface="微软雅黑" panose="020B0503020204020204" pitchFamily="34" charset="-122"/>
                <a:ea typeface="微软雅黑" panose="020B0503020204020204" pitchFamily="34" charset="-122"/>
              </a:rPr>
              <a:t>【</a:t>
            </a:r>
            <a:r>
              <a:rPr lang="zh-CN" altLang="en-US" b="1" kern="0" dirty="0">
                <a:solidFill>
                  <a:srgbClr val="0070C0"/>
                </a:solidFill>
                <a:latin typeface="微软雅黑" panose="020B0503020204020204" pitchFamily="34" charset="-122"/>
                <a:ea typeface="微软雅黑" panose="020B0503020204020204" pitchFamily="34" charset="-122"/>
              </a:rPr>
              <a:t>双下标索引</a:t>
            </a:r>
            <a:r>
              <a:rPr lang="en-US" altLang="zh-CN" b="1" kern="0" dirty="0">
                <a:solidFill>
                  <a:srgbClr val="0070C0"/>
                </a:solidFill>
                <a:latin typeface="微软雅黑" panose="020B0503020204020204" pitchFamily="34" charset="-122"/>
                <a:ea typeface="微软雅黑" panose="020B0503020204020204" pitchFamily="34" charset="-122"/>
              </a:rPr>
              <a:t>】</a:t>
            </a:r>
            <a:r>
              <a:rPr lang="zh-CN" altLang="en-US" b="1" kern="0" dirty="0">
                <a:solidFill>
                  <a:srgbClr val="0070C0"/>
                </a:solidFill>
                <a:latin typeface="微软雅黑" panose="020B0503020204020204" pitchFamily="34" charset="-122"/>
                <a:ea typeface="微软雅黑" panose="020B0503020204020204" pitchFamily="34" charset="-122"/>
              </a:rPr>
              <a:t>、线性索引</a:t>
            </a:r>
            <a:r>
              <a:rPr lang="en-US" altLang="zh-CN" b="1" kern="0" dirty="0">
                <a:solidFill>
                  <a:srgbClr val="0070C0"/>
                </a:solidFill>
                <a:latin typeface="微软雅黑" panose="020B0503020204020204" pitchFamily="34" charset="-122"/>
                <a:ea typeface="微软雅黑" panose="020B0503020204020204" pitchFamily="34" charset="-122"/>
              </a:rPr>
              <a:t>【</a:t>
            </a:r>
            <a:r>
              <a:rPr lang="zh-CN" altLang="en-US" b="1" kern="0" dirty="0">
                <a:solidFill>
                  <a:srgbClr val="0070C0"/>
                </a:solidFill>
                <a:latin typeface="微软雅黑" panose="020B0503020204020204" pitchFamily="34" charset="-122"/>
                <a:ea typeface="微软雅黑" panose="020B0503020204020204" pitchFamily="34" charset="-122"/>
              </a:rPr>
              <a:t>单下标索引</a:t>
            </a:r>
            <a:r>
              <a:rPr lang="en-US" altLang="zh-CN" b="1" kern="0" dirty="0">
                <a:solidFill>
                  <a:srgbClr val="0070C0"/>
                </a:solidFill>
                <a:latin typeface="微软雅黑" panose="020B0503020204020204" pitchFamily="34" charset="-122"/>
                <a:ea typeface="微软雅黑" panose="020B0503020204020204" pitchFamily="34" charset="-122"/>
              </a:rPr>
              <a:t>】</a:t>
            </a:r>
            <a:r>
              <a:rPr lang="zh-CN" altLang="en-US" b="1" kern="0" dirty="0">
                <a:solidFill>
                  <a:srgbClr val="0070C0"/>
                </a:solidFill>
                <a:latin typeface="微软雅黑" panose="020B0503020204020204" pitchFamily="34" charset="-122"/>
                <a:ea typeface="微软雅黑" panose="020B0503020204020204" pitchFamily="34" charset="-122"/>
              </a:rPr>
              <a:t>和逻辑索引</a:t>
            </a:r>
            <a:endParaRPr lang="zh-CN" altLang="en-US" b="1" dirty="0">
              <a:solidFill>
                <a:srgbClr val="0070C0"/>
              </a:solidFill>
            </a:endParaRPr>
          </a:p>
        </p:txBody>
      </p:sp>
      <p:sp>
        <p:nvSpPr>
          <p:cNvPr id="41" name="文本框 40">
            <a:extLst>
              <a:ext uri="{FF2B5EF4-FFF2-40B4-BE49-F238E27FC236}">
                <a16:creationId xmlns:a16="http://schemas.microsoft.com/office/drawing/2014/main" id="{BE8F068D-94D3-4F27-8322-DF1218A48718}"/>
              </a:ext>
            </a:extLst>
          </p:cNvPr>
          <p:cNvSpPr txBox="1"/>
          <p:nvPr/>
        </p:nvSpPr>
        <p:spPr>
          <a:xfrm>
            <a:off x="7502218" y="1529695"/>
            <a:ext cx="1010863" cy="369332"/>
          </a:xfrm>
          <a:prstGeom prst="rect">
            <a:avLst/>
          </a:prstGeom>
          <a:noFill/>
        </p:spPr>
        <p:txBody>
          <a:bodyPr wrap="square">
            <a:spAutoFit/>
          </a:bodyPr>
          <a:lstStyle>
            <a:defPPr>
              <a:defRPr lang="zh-CN"/>
            </a:defPPr>
            <a:lvl1pPr>
              <a:defRPr sz="1600" b="1">
                <a:solidFill>
                  <a:srgbClr val="00B0F0"/>
                </a:solidFill>
              </a:defRPr>
            </a:lvl1pPr>
          </a:lstStyle>
          <a:p>
            <a:r>
              <a:rPr lang="en-US" altLang="zh-CN" dirty="0"/>
              <a:t>a=A[2,3]</a:t>
            </a:r>
            <a:endParaRPr lang="zh-CN" altLang="en-US" dirty="0"/>
          </a:p>
        </p:txBody>
      </p:sp>
      <p:sp>
        <p:nvSpPr>
          <p:cNvPr id="40" name="文本框 39">
            <a:extLst>
              <a:ext uri="{FF2B5EF4-FFF2-40B4-BE49-F238E27FC236}">
                <a16:creationId xmlns:a16="http://schemas.microsoft.com/office/drawing/2014/main" id="{E444DB84-5297-44C1-BD30-5B0CD3A55421}"/>
              </a:ext>
            </a:extLst>
          </p:cNvPr>
          <p:cNvSpPr txBox="1"/>
          <p:nvPr/>
        </p:nvSpPr>
        <p:spPr>
          <a:xfrm>
            <a:off x="1506640" y="4264863"/>
            <a:ext cx="7637359" cy="369332"/>
          </a:xfrm>
          <a:prstGeom prst="rect">
            <a:avLst/>
          </a:prstGeom>
          <a:solidFill>
            <a:schemeClr val="bg1"/>
          </a:solidFill>
        </p:spPr>
        <p:txBody>
          <a:bodyPr wrap="square">
            <a:spAutoFit/>
          </a:bodyPr>
          <a:lstStyle/>
          <a:p>
            <a:pPr algn="dist"/>
            <a:r>
              <a:rPr lang="zh-CN" altLang="en-US" b="1" kern="0" dirty="0">
                <a:solidFill>
                  <a:srgbClr val="0070C0"/>
                </a:solidFill>
                <a:latin typeface="微软雅黑" panose="020B0503020204020204" pitchFamily="34" charset="-122"/>
                <a:ea typeface="微软雅黑" panose="020B0503020204020204" pitchFamily="34" charset="-122"/>
              </a:rPr>
              <a:t>不同于</a:t>
            </a:r>
            <a:r>
              <a:rPr lang="en-US" altLang="zh-CN" b="1" kern="0" dirty="0">
                <a:solidFill>
                  <a:srgbClr val="0070C0"/>
                </a:solidFill>
                <a:latin typeface="微软雅黑" panose="020B0503020204020204" pitchFamily="34" charset="-122"/>
                <a:ea typeface="微软雅黑" panose="020B0503020204020204" pitchFamily="34" charset="-122"/>
              </a:rPr>
              <a:t>Julia</a:t>
            </a:r>
            <a:r>
              <a:rPr lang="zh-CN" altLang="en-US" b="1" kern="0" dirty="0">
                <a:solidFill>
                  <a:srgbClr val="0070C0"/>
                </a:solidFill>
                <a:latin typeface="微软雅黑" panose="020B0503020204020204" pitchFamily="34" charset="-122"/>
                <a:ea typeface="微软雅黑" panose="020B0503020204020204" pitchFamily="34" charset="-122"/>
              </a:rPr>
              <a:t>语言索引用方括号</a:t>
            </a:r>
            <a:r>
              <a:rPr lang="en-US" altLang="zh-CN" b="1" kern="0" dirty="0">
                <a:solidFill>
                  <a:srgbClr val="0070C0"/>
                </a:solidFill>
                <a:latin typeface="微软雅黑" panose="020B0503020204020204" pitchFamily="34" charset="-122"/>
                <a:ea typeface="微软雅黑" panose="020B0503020204020204" pitchFamily="34" charset="-122"/>
              </a:rPr>
              <a:t>[]</a:t>
            </a:r>
            <a:r>
              <a:rPr lang="zh-CN" altLang="en-US" b="1" kern="0" dirty="0">
                <a:solidFill>
                  <a:srgbClr val="0070C0"/>
                </a:solidFill>
                <a:latin typeface="微软雅黑" panose="020B0503020204020204" pitchFamily="34" charset="-122"/>
                <a:ea typeface="微软雅黑" panose="020B0503020204020204" pitchFamily="34" charset="-122"/>
              </a:rPr>
              <a:t>，</a:t>
            </a:r>
            <a:r>
              <a:rPr lang="en-US" altLang="zh-CN" b="1" kern="0" dirty="0">
                <a:solidFill>
                  <a:srgbClr val="0070C0"/>
                </a:solidFill>
                <a:latin typeface="微软雅黑" panose="020B0503020204020204" pitchFamily="34" charset="-122"/>
                <a:ea typeface="微软雅黑" panose="020B0503020204020204" pitchFamily="34" charset="-122"/>
              </a:rPr>
              <a:t>MATLAB</a:t>
            </a:r>
            <a:r>
              <a:rPr lang="zh-CN" altLang="en-US" b="1" kern="0" dirty="0">
                <a:solidFill>
                  <a:srgbClr val="0070C0"/>
                </a:solidFill>
                <a:latin typeface="微软雅黑" panose="020B0503020204020204" pitchFamily="34" charset="-122"/>
                <a:ea typeface="微软雅黑" panose="020B0503020204020204" pitchFamily="34" charset="-122"/>
              </a:rPr>
              <a:t>索引用圆括号</a:t>
            </a:r>
            <a:r>
              <a:rPr lang="en-US" altLang="zh-CN" b="1" kern="0" dirty="0">
                <a:solidFill>
                  <a:srgbClr val="0070C0"/>
                </a:solidFill>
                <a:latin typeface="微软雅黑" panose="020B0503020204020204" pitchFamily="34" charset="-122"/>
                <a:ea typeface="微软雅黑" panose="020B0503020204020204" pitchFamily="34" charset="-122"/>
              </a:rPr>
              <a:t>()</a:t>
            </a:r>
            <a:endParaRPr lang="zh-CN" altLang="en-US" b="1" dirty="0">
              <a:solidFill>
                <a:srgbClr val="0070C0"/>
              </a:solidFill>
            </a:endParaRPr>
          </a:p>
        </p:txBody>
      </p:sp>
      <p:sp>
        <p:nvSpPr>
          <p:cNvPr id="43" name="文本框 42">
            <a:extLst>
              <a:ext uri="{FF2B5EF4-FFF2-40B4-BE49-F238E27FC236}">
                <a16:creationId xmlns:a16="http://schemas.microsoft.com/office/drawing/2014/main" id="{4F89555C-D2CD-495B-87B2-5CC605BDA2F0}"/>
              </a:ext>
            </a:extLst>
          </p:cNvPr>
          <p:cNvSpPr txBox="1"/>
          <p:nvPr/>
        </p:nvSpPr>
        <p:spPr>
          <a:xfrm>
            <a:off x="6953895" y="1127367"/>
            <a:ext cx="2046090" cy="584775"/>
          </a:xfrm>
          <a:prstGeom prst="rect">
            <a:avLst/>
          </a:prstGeom>
          <a:noFill/>
        </p:spPr>
        <p:txBody>
          <a:bodyPr wrap="square">
            <a:spAutoFit/>
          </a:bodyPr>
          <a:lstStyle/>
          <a:p>
            <a:r>
              <a:rPr lang="zh-CN" altLang="en-US" sz="1600" b="1" dirty="0">
                <a:solidFill>
                  <a:srgbClr val="00B0F0"/>
                </a:solidFill>
              </a:rPr>
              <a:t>A=[1 2 1;3 4 3;5 6 5]</a:t>
            </a:r>
          </a:p>
          <a:p>
            <a:endParaRPr lang="zh-CN" altLang="en-US" sz="1600" b="1" dirty="0">
              <a:solidFill>
                <a:srgbClr val="00B0F0"/>
              </a:solidFill>
            </a:endParaRPr>
          </a:p>
        </p:txBody>
      </p:sp>
      <p:sp>
        <p:nvSpPr>
          <p:cNvPr id="44" name="文本框 43">
            <a:extLst>
              <a:ext uri="{FF2B5EF4-FFF2-40B4-BE49-F238E27FC236}">
                <a16:creationId xmlns:a16="http://schemas.microsoft.com/office/drawing/2014/main" id="{9C9F84A6-A240-4EE2-9240-FB0DC9D2EDB5}"/>
              </a:ext>
            </a:extLst>
          </p:cNvPr>
          <p:cNvSpPr txBox="1"/>
          <p:nvPr/>
        </p:nvSpPr>
        <p:spPr>
          <a:xfrm>
            <a:off x="8430228" y="1546058"/>
            <a:ext cx="813209" cy="338554"/>
          </a:xfrm>
          <a:prstGeom prst="rect">
            <a:avLst/>
          </a:prstGeom>
          <a:noFill/>
        </p:spPr>
        <p:txBody>
          <a:bodyPr wrap="square">
            <a:spAutoFit/>
          </a:bodyPr>
          <a:lstStyle>
            <a:defPPr>
              <a:defRPr lang="zh-CN"/>
            </a:defPPr>
            <a:lvl1pPr>
              <a:defRPr sz="1600" b="1">
                <a:solidFill>
                  <a:srgbClr val="00B0F0"/>
                </a:solidFill>
              </a:defRPr>
            </a:lvl1pPr>
          </a:lstStyle>
          <a:p>
            <a:r>
              <a:rPr lang="zh-CN" altLang="en-US" dirty="0"/>
              <a:t>结果</a:t>
            </a:r>
            <a:r>
              <a:rPr lang="en-US" altLang="zh-CN" dirty="0"/>
              <a:t>3</a:t>
            </a:r>
            <a:endParaRPr lang="zh-CN" altLang="en-US" dirty="0"/>
          </a:p>
        </p:txBody>
      </p:sp>
      <p:sp>
        <p:nvSpPr>
          <p:cNvPr id="45" name="文本框 44">
            <a:extLst>
              <a:ext uri="{FF2B5EF4-FFF2-40B4-BE49-F238E27FC236}">
                <a16:creationId xmlns:a16="http://schemas.microsoft.com/office/drawing/2014/main" id="{528F27F4-55EC-461F-BDB5-24248C095132}"/>
              </a:ext>
            </a:extLst>
          </p:cNvPr>
          <p:cNvSpPr txBox="1"/>
          <p:nvPr/>
        </p:nvSpPr>
        <p:spPr>
          <a:xfrm>
            <a:off x="7208049" y="2860346"/>
            <a:ext cx="1010863" cy="338554"/>
          </a:xfrm>
          <a:prstGeom prst="rect">
            <a:avLst/>
          </a:prstGeom>
          <a:noFill/>
        </p:spPr>
        <p:txBody>
          <a:bodyPr wrap="square">
            <a:spAutoFit/>
          </a:bodyPr>
          <a:lstStyle>
            <a:defPPr>
              <a:defRPr lang="zh-CN"/>
            </a:defPPr>
            <a:lvl1pPr>
              <a:defRPr sz="1600" b="1">
                <a:solidFill>
                  <a:srgbClr val="00B0F0"/>
                </a:solidFill>
              </a:defRPr>
            </a:lvl1pPr>
          </a:lstStyle>
          <a:p>
            <a:r>
              <a:rPr lang="en-US" altLang="zh-CN" dirty="0"/>
              <a:t>a=A[end]</a:t>
            </a:r>
            <a:endParaRPr lang="zh-CN" altLang="en-US" dirty="0"/>
          </a:p>
        </p:txBody>
      </p:sp>
      <p:sp>
        <p:nvSpPr>
          <p:cNvPr id="46" name="文本框 45">
            <a:extLst>
              <a:ext uri="{FF2B5EF4-FFF2-40B4-BE49-F238E27FC236}">
                <a16:creationId xmlns:a16="http://schemas.microsoft.com/office/drawing/2014/main" id="{2731339F-D922-4FCA-ABFB-EC4CE95F0F2A}"/>
              </a:ext>
            </a:extLst>
          </p:cNvPr>
          <p:cNvSpPr txBox="1"/>
          <p:nvPr/>
        </p:nvSpPr>
        <p:spPr>
          <a:xfrm>
            <a:off x="8204274" y="2866456"/>
            <a:ext cx="760492" cy="338554"/>
          </a:xfrm>
          <a:prstGeom prst="rect">
            <a:avLst/>
          </a:prstGeom>
          <a:noFill/>
        </p:spPr>
        <p:txBody>
          <a:bodyPr wrap="square">
            <a:spAutoFit/>
          </a:bodyPr>
          <a:lstStyle>
            <a:defPPr>
              <a:defRPr lang="zh-CN"/>
            </a:defPPr>
            <a:lvl1pPr>
              <a:defRPr sz="1600" b="1">
                <a:solidFill>
                  <a:srgbClr val="00B0F0"/>
                </a:solidFill>
              </a:defRPr>
            </a:lvl1pPr>
          </a:lstStyle>
          <a:p>
            <a:r>
              <a:rPr lang="zh-CN" altLang="en-US" dirty="0"/>
              <a:t>结果</a:t>
            </a:r>
            <a:r>
              <a:rPr lang="en-US" altLang="zh-CN" dirty="0"/>
              <a:t>5</a:t>
            </a:r>
            <a:endParaRPr lang="zh-CN" altLang="en-US" dirty="0"/>
          </a:p>
        </p:txBody>
      </p:sp>
      <p:sp>
        <p:nvSpPr>
          <p:cNvPr id="47" name="文本框 46">
            <a:extLst>
              <a:ext uri="{FF2B5EF4-FFF2-40B4-BE49-F238E27FC236}">
                <a16:creationId xmlns:a16="http://schemas.microsoft.com/office/drawing/2014/main" id="{65BE1AF0-192C-4CBA-8C52-14D6A13A8F00}"/>
              </a:ext>
            </a:extLst>
          </p:cNvPr>
          <p:cNvSpPr txBox="1"/>
          <p:nvPr/>
        </p:nvSpPr>
        <p:spPr>
          <a:xfrm>
            <a:off x="3548040" y="1152676"/>
            <a:ext cx="2860948" cy="369332"/>
          </a:xfrm>
          <a:prstGeom prst="rect">
            <a:avLst/>
          </a:prstGeom>
          <a:noFill/>
        </p:spPr>
        <p:txBody>
          <a:bodyPr wrap="square">
            <a:spAutoFit/>
          </a:bodyPr>
          <a:lstStyle/>
          <a:p>
            <a:pPr marL="457200" indent="-457200">
              <a:buFont typeface="+mj-ea"/>
              <a:buAutoNum type="circleNumDbPlain"/>
            </a:pPr>
            <a:r>
              <a:rPr lang="zh-CN" altLang="en-US" b="1" dirty="0">
                <a:solidFill>
                  <a:srgbClr val="00B0F0"/>
                </a:solidFill>
                <a:latin typeface="微软雅黑" panose="020B0503020204020204" pitchFamily="34" charset="-122"/>
                <a:ea typeface="微软雅黑" panose="020B0503020204020204" pitchFamily="34" charset="-122"/>
              </a:rPr>
              <a:t>位置索引</a:t>
            </a:r>
            <a:r>
              <a:rPr lang="en-US" altLang="zh-CN" b="1" dirty="0">
                <a:solidFill>
                  <a:srgbClr val="00B0F0"/>
                </a:solidFill>
                <a:latin typeface="微软雅黑" panose="020B0503020204020204" pitchFamily="34" charset="-122"/>
                <a:ea typeface="微软雅黑" panose="020B0503020204020204" pitchFamily="34" charset="-122"/>
              </a:rPr>
              <a:t>(</a:t>
            </a:r>
            <a:r>
              <a:rPr lang="zh-CN" altLang="en-US" b="1" dirty="0">
                <a:solidFill>
                  <a:srgbClr val="00B0F0"/>
                </a:solidFill>
                <a:latin typeface="微软雅黑" panose="020B0503020204020204" pitchFamily="34" charset="-122"/>
                <a:ea typeface="微软雅黑" panose="020B0503020204020204" pitchFamily="34" charset="-122"/>
              </a:rPr>
              <a:t>双下标索引</a:t>
            </a:r>
            <a:r>
              <a:rPr lang="en-US" altLang="zh-CN" b="1" dirty="0">
                <a:solidFill>
                  <a:srgbClr val="00B0F0"/>
                </a:solidFill>
                <a:latin typeface="微软雅黑" panose="020B0503020204020204" pitchFamily="34" charset="-122"/>
                <a:ea typeface="微软雅黑" panose="020B0503020204020204" pitchFamily="34" charset="-122"/>
              </a:rPr>
              <a:t>)</a:t>
            </a:r>
          </a:p>
        </p:txBody>
      </p:sp>
      <p:sp>
        <p:nvSpPr>
          <p:cNvPr id="48" name="文本框 47">
            <a:extLst>
              <a:ext uri="{FF2B5EF4-FFF2-40B4-BE49-F238E27FC236}">
                <a16:creationId xmlns:a16="http://schemas.microsoft.com/office/drawing/2014/main" id="{E6FB0646-53AF-4C9F-A7BE-C0D4272C9337}"/>
              </a:ext>
            </a:extLst>
          </p:cNvPr>
          <p:cNvSpPr txBox="1"/>
          <p:nvPr/>
        </p:nvSpPr>
        <p:spPr>
          <a:xfrm>
            <a:off x="3532344" y="2036421"/>
            <a:ext cx="2860948" cy="369332"/>
          </a:xfrm>
          <a:prstGeom prst="rect">
            <a:avLst/>
          </a:prstGeom>
          <a:noFill/>
        </p:spPr>
        <p:txBody>
          <a:bodyPr wrap="square">
            <a:spAutoFit/>
          </a:bodyPr>
          <a:lstStyle/>
          <a:p>
            <a:pPr marL="457200" indent="-457200">
              <a:buFont typeface="+mj-ea"/>
              <a:buAutoNum type="circleNumDbPlain" startAt="2"/>
            </a:pPr>
            <a:r>
              <a:rPr lang="zh-CN" altLang="en-US" b="1" dirty="0">
                <a:solidFill>
                  <a:srgbClr val="00B0F0"/>
                </a:solidFill>
                <a:latin typeface="微软雅黑" panose="020B0503020204020204" pitchFamily="34" charset="-122"/>
                <a:ea typeface="微软雅黑" panose="020B0503020204020204" pitchFamily="34" charset="-122"/>
              </a:rPr>
              <a:t>线性索引</a:t>
            </a:r>
            <a:r>
              <a:rPr lang="en-US" altLang="zh-CN" b="1" dirty="0">
                <a:solidFill>
                  <a:srgbClr val="00B0F0"/>
                </a:solidFill>
                <a:latin typeface="微软雅黑" panose="020B0503020204020204" pitchFamily="34" charset="-122"/>
                <a:ea typeface="微软雅黑" panose="020B0503020204020204" pitchFamily="34" charset="-122"/>
              </a:rPr>
              <a:t>(</a:t>
            </a:r>
            <a:r>
              <a:rPr lang="zh-CN" altLang="en-US" b="1" dirty="0">
                <a:solidFill>
                  <a:srgbClr val="00B0F0"/>
                </a:solidFill>
                <a:latin typeface="微软雅黑" panose="020B0503020204020204" pitchFamily="34" charset="-122"/>
                <a:ea typeface="微软雅黑" panose="020B0503020204020204" pitchFamily="34" charset="-122"/>
              </a:rPr>
              <a:t>单下标索引</a:t>
            </a:r>
            <a:r>
              <a:rPr lang="en-US" altLang="zh-CN" b="1" dirty="0">
                <a:solidFill>
                  <a:srgbClr val="00B0F0"/>
                </a:solidFill>
                <a:latin typeface="微软雅黑" panose="020B0503020204020204" pitchFamily="34" charset="-122"/>
                <a:ea typeface="微软雅黑" panose="020B0503020204020204" pitchFamily="34" charset="-122"/>
              </a:rPr>
              <a:t>)</a:t>
            </a:r>
          </a:p>
        </p:txBody>
      </p:sp>
      <p:sp>
        <p:nvSpPr>
          <p:cNvPr id="49" name="文本框 48">
            <a:extLst>
              <a:ext uri="{FF2B5EF4-FFF2-40B4-BE49-F238E27FC236}">
                <a16:creationId xmlns:a16="http://schemas.microsoft.com/office/drawing/2014/main" id="{CE95A5CC-132E-4512-9069-4F54A7B7B2AD}"/>
              </a:ext>
            </a:extLst>
          </p:cNvPr>
          <p:cNvSpPr txBox="1"/>
          <p:nvPr/>
        </p:nvSpPr>
        <p:spPr>
          <a:xfrm>
            <a:off x="79084" y="3339516"/>
            <a:ext cx="1669008" cy="400110"/>
          </a:xfrm>
          <a:prstGeom prst="rect">
            <a:avLst/>
          </a:prstGeom>
          <a:noFill/>
        </p:spPr>
        <p:txBody>
          <a:bodyPr wrap="square">
            <a:spAutoFit/>
          </a:bodyPr>
          <a:lstStyle/>
          <a:p>
            <a:pPr marL="457200" indent="-457200">
              <a:buFont typeface="+mj-ea"/>
              <a:buAutoNum type="circleNumDbPlain" startAt="3"/>
            </a:pPr>
            <a:r>
              <a:rPr lang="zh-CN" altLang="en-US" sz="2000" b="1" dirty="0">
                <a:solidFill>
                  <a:srgbClr val="00B0F0"/>
                </a:solidFill>
                <a:latin typeface="微软雅黑" panose="020B0503020204020204" pitchFamily="34" charset="-122"/>
                <a:ea typeface="微软雅黑" panose="020B0503020204020204" pitchFamily="34" charset="-122"/>
              </a:rPr>
              <a:t>逻辑索引</a:t>
            </a:r>
            <a:endParaRPr lang="en-US" altLang="zh-CN" sz="2000" b="1" dirty="0">
              <a:solidFill>
                <a:srgbClr val="00B0F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9408610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8">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20">
                                            <p:txEl>
                                              <p:pRg st="0" end="0"/>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3"/>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30"/>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0"/>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48"/>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7"/>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19">
                                            <p:txEl>
                                              <p:pRg st="0" end="0"/>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7"/>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49"/>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45"/>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46"/>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24"/>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25"/>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26"/>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3"/>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31"/>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nodeType="clickEffect">
                                  <p:stCondLst>
                                    <p:cond delay="0"/>
                                  </p:stCondLst>
                                  <p:childTnLst>
                                    <p:set>
                                      <p:cBhvr>
                                        <p:cTn id="94" dur="1" fill="hold">
                                          <p:stCondLst>
                                            <p:cond delay="0"/>
                                          </p:stCondLst>
                                        </p:cTn>
                                        <p:tgtEl>
                                          <p:spTgt spid="34">
                                            <p:txEl>
                                              <p:pRg st="0" end="0"/>
                                            </p:txEl>
                                          </p:spTgt>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0" nodeType="clickEffect">
                                  <p:stCondLst>
                                    <p:cond delay="0"/>
                                  </p:stCondLst>
                                  <p:childTnLst>
                                    <p:set>
                                      <p:cBhvr>
                                        <p:cTn id="98" dur="1" fill="hold">
                                          <p:stCondLst>
                                            <p:cond delay="0"/>
                                          </p:stCondLst>
                                        </p:cTn>
                                        <p:tgtEl>
                                          <p:spTgt spid="33"/>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grpId="0" nodeType="clickEffect">
                                  <p:stCondLst>
                                    <p:cond delay="0"/>
                                  </p:stCondLst>
                                  <p:childTnLst>
                                    <p:set>
                                      <p:cBhvr>
                                        <p:cTn id="102" dur="1" fill="hold">
                                          <p:stCondLst>
                                            <p:cond delay="0"/>
                                          </p:stCondLst>
                                        </p:cTn>
                                        <p:tgtEl>
                                          <p:spTgt spid="35"/>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grpId="0" nodeType="clickEffect">
                                  <p:stCondLst>
                                    <p:cond delay="0"/>
                                  </p:stCondLst>
                                  <p:childTnLst>
                                    <p:set>
                                      <p:cBhvr>
                                        <p:cTn id="106" dur="1" fill="hold">
                                          <p:stCondLst>
                                            <p:cond delay="0"/>
                                          </p:stCondLst>
                                        </p:cTn>
                                        <p:tgtEl>
                                          <p:spTgt spid="36"/>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grpId="0" nodeType="clickEffect">
                                  <p:stCondLst>
                                    <p:cond delay="0"/>
                                  </p:stCondLst>
                                  <p:childTnLst>
                                    <p:set>
                                      <p:cBhvr>
                                        <p:cTn id="110" dur="1" fill="hold">
                                          <p:stCondLst>
                                            <p:cond delay="0"/>
                                          </p:stCondLst>
                                        </p:cTn>
                                        <p:tgtEl>
                                          <p:spTgt spid="37"/>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grpId="0" nodeType="clickEffect">
                                  <p:stCondLst>
                                    <p:cond delay="0"/>
                                  </p:stCondLst>
                                  <p:childTnLst>
                                    <p:set>
                                      <p:cBhvr>
                                        <p:cTn id="114"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P spid="10" grpId="0" animBg="1"/>
      <p:bldP spid="11" grpId="0" animBg="1"/>
      <p:bldP spid="15" grpId="0" animBg="1"/>
      <p:bldP spid="17" grpId="0" animBg="1"/>
      <p:bldP spid="24" grpId="0" animBg="1"/>
      <p:bldP spid="25" grpId="0"/>
      <p:bldP spid="26" grpId="0"/>
      <p:bldP spid="33" grpId="0" animBg="1"/>
      <p:bldP spid="35" grpId="0"/>
      <p:bldP spid="3" grpId="0" animBg="1"/>
      <p:bldP spid="31" grpId="0"/>
      <p:bldP spid="36" grpId="0"/>
      <p:bldP spid="37" grpId="0" animBg="1"/>
      <p:bldP spid="41" grpId="0"/>
      <p:bldP spid="40" grpId="0" animBg="1"/>
      <p:bldP spid="44" grpId="0"/>
      <p:bldP spid="45" grpId="0"/>
      <p:bldP spid="46" grpId="0"/>
      <p:bldP spid="47" grpId="0"/>
      <p:bldP spid="48" grpId="0"/>
      <p:bldP spid="49"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7C59CCDE-BD97-4154-B3CD-A3D288B11ABB}"/>
              </a:ext>
            </a:extLst>
          </p:cNvPr>
          <p:cNvSpPr/>
          <p:nvPr/>
        </p:nvSpPr>
        <p:spPr>
          <a:xfrm>
            <a:off x="4664655" y="1166457"/>
            <a:ext cx="1059473" cy="369332"/>
          </a:xfrm>
          <a:prstGeom prst="rect">
            <a:avLst/>
          </a:prstGeom>
          <a:solidFill>
            <a:srgbClr val="0070C0"/>
          </a:solidFill>
          <a:ln>
            <a:noFill/>
          </a:ln>
        </p:spPr>
        <p:style>
          <a:lnRef idx="3">
            <a:schemeClr val="lt1"/>
          </a:lnRef>
          <a:fillRef idx="1">
            <a:schemeClr val="accent1"/>
          </a:fillRef>
          <a:effectRef idx="1">
            <a:schemeClr val="accent1"/>
          </a:effectRef>
          <a:fontRef idx="minor">
            <a:schemeClr val="lt1"/>
          </a:fontRef>
        </p:style>
        <p:txBody>
          <a:bodyPr wrap="square">
            <a:spAutoFit/>
          </a:bodyPr>
          <a:lstStyle/>
          <a:p>
            <a:r>
              <a:rPr lang="en-US" altLang="zh-CN" kern="0" dirty="0" err="1">
                <a:solidFill>
                  <a:schemeClr val="bg1"/>
                </a:solidFill>
                <a:latin typeface="微软雅黑" panose="020B0503020204020204" pitchFamily="34" charset="-122"/>
                <a:ea typeface="微软雅黑" panose="020B0503020204020204" pitchFamily="34" charset="-122"/>
              </a:rPr>
              <a:t>aij</a:t>
            </a:r>
            <a:r>
              <a:rPr lang="en-US" altLang="zh-CN" kern="0" dirty="0">
                <a:solidFill>
                  <a:schemeClr val="bg1"/>
                </a:solidFill>
                <a:latin typeface="微软雅黑" panose="020B0503020204020204" pitchFamily="34" charset="-122"/>
                <a:ea typeface="微软雅黑" panose="020B0503020204020204" pitchFamily="34" charset="-122"/>
              </a:rPr>
              <a:t>=A[</a:t>
            </a:r>
            <a:r>
              <a:rPr lang="en-US" altLang="zh-CN" kern="0" dirty="0" err="1">
                <a:solidFill>
                  <a:schemeClr val="bg1"/>
                </a:solidFill>
                <a:latin typeface="微软雅黑" panose="020B0503020204020204" pitchFamily="34" charset="-122"/>
                <a:ea typeface="微软雅黑" panose="020B0503020204020204" pitchFamily="34" charset="-122"/>
              </a:rPr>
              <a:t>i</a:t>
            </a:r>
            <a:r>
              <a:rPr lang="en-US" altLang="zh-CN" kern="0" dirty="0">
                <a:solidFill>
                  <a:schemeClr val="bg1"/>
                </a:solidFill>
                <a:latin typeface="微软雅黑" panose="020B0503020204020204" pitchFamily="34" charset="-122"/>
                <a:ea typeface="微软雅黑" panose="020B0503020204020204" pitchFamily="34" charset="-122"/>
              </a:rPr>
              <a:t>,</a:t>
            </a:r>
            <a:r>
              <a:rPr lang="en-US" altLang="zh-CN" kern="0" dirty="0">
                <a:solidFill>
                  <a:schemeClr val="bg1"/>
                </a:solidFill>
                <a:highlight>
                  <a:srgbClr val="FF0000"/>
                </a:highlight>
                <a:latin typeface="微软雅黑" panose="020B0503020204020204" pitchFamily="34" charset="-122"/>
                <a:ea typeface="微软雅黑" panose="020B0503020204020204" pitchFamily="34" charset="-122"/>
              </a:rPr>
              <a:t>:</a:t>
            </a:r>
            <a:r>
              <a:rPr lang="en-US" altLang="zh-CN" kern="0" dirty="0">
                <a:solidFill>
                  <a:schemeClr val="bg1"/>
                </a:solidFill>
                <a:latin typeface="微软雅黑" panose="020B0503020204020204" pitchFamily="34" charset="-122"/>
                <a:ea typeface="微软雅黑" panose="020B0503020204020204" pitchFamily="34" charset="-122"/>
              </a:rPr>
              <a:t>]</a:t>
            </a:r>
            <a:endParaRPr lang="zh-CN" altLang="en-US"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 name="文本框 4">
            <a:extLst>
              <a:ext uri="{FF2B5EF4-FFF2-40B4-BE49-F238E27FC236}">
                <a16:creationId xmlns:a16="http://schemas.microsoft.com/office/drawing/2014/main" id="{578A57CA-2012-4E62-B099-5DF21F929B1E}"/>
              </a:ext>
            </a:extLst>
          </p:cNvPr>
          <p:cNvSpPr txBox="1"/>
          <p:nvPr/>
        </p:nvSpPr>
        <p:spPr>
          <a:xfrm>
            <a:off x="493048" y="1173981"/>
            <a:ext cx="4583007" cy="369332"/>
          </a:xfrm>
          <a:prstGeom prst="rect">
            <a:avLst/>
          </a:prstGeom>
          <a:noFill/>
        </p:spPr>
        <p:txBody>
          <a:bodyPr wrap="square">
            <a:spAutoFit/>
          </a:bodyPr>
          <a:lstStyle/>
          <a:p>
            <a:pPr marL="457200" indent="-457200">
              <a:buFont typeface="+mj-ea"/>
              <a:buAutoNum type="circleNumDbPlain"/>
            </a:pPr>
            <a:r>
              <a:rPr lang="zh-CN" altLang="en-US" b="1" dirty="0">
                <a:solidFill>
                  <a:srgbClr val="0070C0"/>
                </a:solidFill>
                <a:latin typeface="微软雅黑" panose="020B0503020204020204" pitchFamily="34" charset="-122"/>
                <a:ea typeface="微软雅黑" panose="020B0503020204020204" pitchFamily="34" charset="-122"/>
              </a:rPr>
              <a:t>访问矩阵</a:t>
            </a:r>
            <a:r>
              <a:rPr lang="en-US" altLang="zh-CN" b="1" dirty="0">
                <a:solidFill>
                  <a:srgbClr val="0070C0"/>
                </a:solidFill>
                <a:latin typeface="微软雅黑" panose="020B0503020204020204" pitchFamily="34" charset="-122"/>
                <a:ea typeface="微软雅黑" panose="020B0503020204020204" pitchFamily="34" charset="-122"/>
              </a:rPr>
              <a:t>A</a:t>
            </a:r>
            <a:r>
              <a:rPr lang="zh-CN" altLang="en-US" b="1" dirty="0">
                <a:solidFill>
                  <a:srgbClr val="0070C0"/>
                </a:solidFill>
                <a:latin typeface="微软雅黑" panose="020B0503020204020204" pitchFamily="34" charset="-122"/>
                <a:ea typeface="微软雅黑" panose="020B0503020204020204" pitchFamily="34" charset="-122"/>
              </a:rPr>
              <a:t>第</a:t>
            </a:r>
            <a:r>
              <a:rPr lang="en-US" altLang="zh-CN" b="1" dirty="0" err="1">
                <a:solidFill>
                  <a:srgbClr val="0070C0"/>
                </a:solidFill>
                <a:latin typeface="微软雅黑" panose="020B0503020204020204" pitchFamily="34" charset="-122"/>
                <a:ea typeface="微软雅黑" panose="020B0503020204020204" pitchFamily="34" charset="-122"/>
              </a:rPr>
              <a:t>i</a:t>
            </a:r>
            <a:r>
              <a:rPr lang="zh-CN" altLang="en-US" b="1" dirty="0">
                <a:solidFill>
                  <a:srgbClr val="0070C0"/>
                </a:solidFill>
                <a:latin typeface="微软雅黑" panose="020B0503020204020204" pitchFamily="34" charset="-122"/>
                <a:ea typeface="微软雅黑" panose="020B0503020204020204" pitchFamily="34" charset="-122"/>
              </a:rPr>
              <a:t>行所有列元素</a:t>
            </a:r>
            <a:r>
              <a:rPr lang="zh-CN" altLang="en-US" b="1" dirty="0">
                <a:solidFill>
                  <a:srgbClr val="00B0F0"/>
                </a:solidFill>
                <a:latin typeface="微软雅黑" panose="020B0503020204020204" pitchFamily="34" charset="-122"/>
                <a:ea typeface="微软雅黑" panose="020B0503020204020204" pitchFamily="34" charset="-122"/>
              </a:rPr>
              <a:t>“：” </a:t>
            </a:r>
            <a:endParaRPr lang="en-US" altLang="zh-CN" b="1" dirty="0">
              <a:solidFill>
                <a:srgbClr val="00B0F0"/>
              </a:solidFill>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3DD698A2-647D-458A-86D8-23458D9CC654}"/>
              </a:ext>
            </a:extLst>
          </p:cNvPr>
          <p:cNvSpPr txBox="1"/>
          <p:nvPr/>
        </p:nvSpPr>
        <p:spPr>
          <a:xfrm>
            <a:off x="506030" y="2103690"/>
            <a:ext cx="4688969" cy="369332"/>
          </a:xfrm>
          <a:prstGeom prst="rect">
            <a:avLst/>
          </a:prstGeom>
          <a:noFill/>
        </p:spPr>
        <p:txBody>
          <a:bodyPr wrap="square">
            <a:spAutoFit/>
          </a:bodyPr>
          <a:lstStyle/>
          <a:p>
            <a:pPr marL="457200" indent="-457200">
              <a:buFont typeface="+mj-ea"/>
              <a:buAutoNum type="circleNumDbPlain" startAt="2"/>
            </a:pPr>
            <a:r>
              <a:rPr lang="zh-CN" altLang="en-US" b="1" dirty="0">
                <a:solidFill>
                  <a:srgbClr val="0070C0"/>
                </a:solidFill>
                <a:latin typeface="微软雅黑" panose="020B0503020204020204" pitchFamily="34" charset="-122"/>
                <a:ea typeface="微软雅黑" panose="020B0503020204020204" pitchFamily="34" charset="-122"/>
              </a:rPr>
              <a:t>访问矩阵</a:t>
            </a:r>
            <a:r>
              <a:rPr lang="en-US" altLang="zh-CN" b="1" dirty="0">
                <a:solidFill>
                  <a:srgbClr val="0070C0"/>
                </a:solidFill>
                <a:latin typeface="微软雅黑" panose="020B0503020204020204" pitchFamily="34" charset="-122"/>
                <a:ea typeface="微软雅黑" panose="020B0503020204020204" pitchFamily="34" charset="-122"/>
              </a:rPr>
              <a:t>A</a:t>
            </a:r>
            <a:r>
              <a:rPr lang="zh-CN" altLang="en-US" b="1" dirty="0">
                <a:solidFill>
                  <a:srgbClr val="0070C0"/>
                </a:solidFill>
                <a:latin typeface="微软雅黑" panose="020B0503020204020204" pitchFamily="34" charset="-122"/>
                <a:ea typeface="微软雅黑" panose="020B0503020204020204" pitchFamily="34" charset="-122"/>
              </a:rPr>
              <a:t>第</a:t>
            </a:r>
            <a:r>
              <a:rPr lang="en-US" altLang="zh-CN" b="1" dirty="0">
                <a:solidFill>
                  <a:srgbClr val="0070C0"/>
                </a:solidFill>
                <a:latin typeface="微软雅黑" panose="020B0503020204020204" pitchFamily="34" charset="-122"/>
                <a:ea typeface="微软雅黑" panose="020B0503020204020204" pitchFamily="34" charset="-122"/>
              </a:rPr>
              <a:t>j</a:t>
            </a:r>
            <a:r>
              <a:rPr lang="zh-CN" altLang="en-US" b="1" dirty="0">
                <a:solidFill>
                  <a:srgbClr val="0070C0"/>
                </a:solidFill>
                <a:latin typeface="微软雅黑" panose="020B0503020204020204" pitchFamily="34" charset="-122"/>
                <a:ea typeface="微软雅黑" panose="020B0503020204020204" pitchFamily="34" charset="-122"/>
              </a:rPr>
              <a:t>列所有行元素</a:t>
            </a:r>
            <a:r>
              <a:rPr lang="zh-CN" altLang="en-US" b="1" dirty="0">
                <a:solidFill>
                  <a:srgbClr val="00B0F0"/>
                </a:solidFill>
                <a:latin typeface="微软雅黑" panose="020B0503020204020204" pitchFamily="34" charset="-122"/>
                <a:ea typeface="微软雅黑" panose="020B0503020204020204" pitchFamily="34" charset="-122"/>
              </a:rPr>
              <a:t>“：” </a:t>
            </a:r>
            <a:endParaRPr lang="en-US" altLang="zh-CN" b="1" dirty="0">
              <a:solidFill>
                <a:srgbClr val="00B0F0"/>
              </a:solidFill>
              <a:latin typeface="微软雅黑" panose="020B0503020204020204" pitchFamily="34" charset="-122"/>
              <a:ea typeface="微软雅黑" panose="020B0503020204020204" pitchFamily="34" charset="-122"/>
            </a:endParaRPr>
          </a:p>
        </p:txBody>
      </p:sp>
      <p:sp>
        <p:nvSpPr>
          <p:cNvPr id="7" name="矩形 6">
            <a:extLst>
              <a:ext uri="{FF2B5EF4-FFF2-40B4-BE49-F238E27FC236}">
                <a16:creationId xmlns:a16="http://schemas.microsoft.com/office/drawing/2014/main" id="{25635A8D-14EE-4612-9720-D507143D10AF}"/>
              </a:ext>
            </a:extLst>
          </p:cNvPr>
          <p:cNvSpPr/>
          <p:nvPr/>
        </p:nvSpPr>
        <p:spPr>
          <a:xfrm>
            <a:off x="4664656" y="2024954"/>
            <a:ext cx="1059472" cy="369332"/>
          </a:xfrm>
          <a:prstGeom prst="rect">
            <a:avLst/>
          </a:prstGeom>
          <a:solidFill>
            <a:srgbClr val="0070C0"/>
          </a:solidFill>
          <a:ln>
            <a:noFill/>
          </a:ln>
        </p:spPr>
        <p:style>
          <a:lnRef idx="3">
            <a:schemeClr val="lt1"/>
          </a:lnRef>
          <a:fillRef idx="1">
            <a:schemeClr val="accent1"/>
          </a:fillRef>
          <a:effectRef idx="1">
            <a:schemeClr val="accent1"/>
          </a:effectRef>
          <a:fontRef idx="minor">
            <a:schemeClr val="lt1"/>
          </a:fontRef>
        </p:style>
        <p:txBody>
          <a:bodyPr wrap="square">
            <a:spAutoFit/>
          </a:bodyPr>
          <a:lstStyle/>
          <a:p>
            <a:r>
              <a:rPr lang="en-US" altLang="zh-CN" kern="0" dirty="0" err="1">
                <a:solidFill>
                  <a:schemeClr val="bg1"/>
                </a:solidFill>
                <a:latin typeface="微软雅黑" panose="020B0503020204020204" pitchFamily="34" charset="-122"/>
                <a:ea typeface="微软雅黑" panose="020B0503020204020204" pitchFamily="34" charset="-122"/>
              </a:rPr>
              <a:t>aij</a:t>
            </a:r>
            <a:r>
              <a:rPr lang="en-US" altLang="zh-CN" kern="0" dirty="0">
                <a:solidFill>
                  <a:schemeClr val="bg1"/>
                </a:solidFill>
                <a:latin typeface="微软雅黑" panose="020B0503020204020204" pitchFamily="34" charset="-122"/>
                <a:ea typeface="微软雅黑" panose="020B0503020204020204" pitchFamily="34" charset="-122"/>
              </a:rPr>
              <a:t>=A[</a:t>
            </a:r>
            <a:r>
              <a:rPr lang="en-US" altLang="zh-CN" kern="0" dirty="0">
                <a:solidFill>
                  <a:schemeClr val="bg1"/>
                </a:solidFill>
                <a:highlight>
                  <a:srgbClr val="FF0000"/>
                </a:highlight>
                <a:latin typeface="微软雅黑" panose="020B0503020204020204" pitchFamily="34" charset="-122"/>
                <a:ea typeface="微软雅黑" panose="020B0503020204020204" pitchFamily="34" charset="-122"/>
              </a:rPr>
              <a:t>:</a:t>
            </a:r>
            <a:r>
              <a:rPr lang="en-US" altLang="zh-CN" kern="0" dirty="0">
                <a:solidFill>
                  <a:schemeClr val="bg1"/>
                </a:solidFill>
                <a:latin typeface="微软雅黑" panose="020B0503020204020204" pitchFamily="34" charset="-122"/>
                <a:ea typeface="微软雅黑" panose="020B0503020204020204" pitchFamily="34" charset="-122"/>
              </a:rPr>
              <a:t>,j]</a:t>
            </a:r>
            <a:endParaRPr lang="zh-CN" altLang="en-US" kern="0" dirty="0">
              <a:solidFill>
                <a:schemeClr val="bg1"/>
              </a:solidFill>
              <a:latin typeface="微软雅黑" panose="020B0503020204020204" pitchFamily="34" charset="-122"/>
              <a:ea typeface="微软雅黑" panose="020B0503020204020204" pitchFamily="34" charset="-122"/>
            </a:endParaRPr>
          </a:p>
        </p:txBody>
      </p:sp>
      <p:pic>
        <p:nvPicPr>
          <p:cNvPr id="8" name="图片 7">
            <a:extLst>
              <a:ext uri="{FF2B5EF4-FFF2-40B4-BE49-F238E27FC236}">
                <a16:creationId xmlns:a16="http://schemas.microsoft.com/office/drawing/2014/main" id="{887F15B9-334E-4025-9E5F-2009D2F6E3F8}"/>
              </a:ext>
            </a:extLst>
          </p:cNvPr>
          <p:cNvPicPr>
            <a:picLocks noChangeAspect="1"/>
          </p:cNvPicPr>
          <p:nvPr/>
        </p:nvPicPr>
        <p:blipFill rotWithShape="1">
          <a:blip r:embed="rId3" cstate="print">
            <a:extLst>
              <a:ext uri="{BEBA8EAE-BF5A-486C-A8C5-ECC9F3942E4B}">
                <a14:imgProps xmlns:a14="http://schemas.microsoft.com/office/drawing/2010/main">
                  <a14:imgLayer r:embed="rId4">
                    <a14:imgEffect>
                      <a14:sharpenSoften amount="-50000"/>
                    </a14:imgEffect>
                    <a14:imgEffect>
                      <a14:saturation sat="0"/>
                    </a14:imgEffect>
                    <a14:imgEffect>
                      <a14:brightnessContrast bright="40000" contrast="40000"/>
                    </a14:imgEffect>
                  </a14:imgLayer>
                </a14:imgProps>
              </a:ext>
              <a:ext uri="{28A0092B-C50C-407E-A947-70E740481C1C}">
                <a14:useLocalDpi xmlns:a14="http://schemas.microsoft.com/office/drawing/2010/main" val="0"/>
              </a:ext>
            </a:extLst>
          </a:blip>
          <a:srcRect l="6296" t="23496" r="7475" b="5360"/>
          <a:stretch>
            <a:fillRect/>
          </a:stretch>
        </p:blipFill>
        <p:spPr>
          <a:xfrm>
            <a:off x="6710678" y="1463787"/>
            <a:ext cx="2119264" cy="1101309"/>
          </a:xfrm>
          <a:prstGeom prst="rect">
            <a:avLst/>
          </a:prstGeom>
        </p:spPr>
      </p:pic>
      <p:cxnSp>
        <p:nvCxnSpPr>
          <p:cNvPr id="9" name="直接箭头连接符 8">
            <a:extLst>
              <a:ext uri="{FF2B5EF4-FFF2-40B4-BE49-F238E27FC236}">
                <a16:creationId xmlns:a16="http://schemas.microsoft.com/office/drawing/2014/main" id="{2871C769-6129-4551-80DE-AB663325D6E0}"/>
              </a:ext>
            </a:extLst>
          </p:cNvPr>
          <p:cNvCxnSpPr>
            <a:cxnSpLocks/>
          </p:cNvCxnSpPr>
          <p:nvPr/>
        </p:nvCxnSpPr>
        <p:spPr bwMode="auto">
          <a:xfrm>
            <a:off x="7236296" y="2216339"/>
            <a:ext cx="1446819" cy="0"/>
          </a:xfrm>
          <a:prstGeom prst="straightConnector1">
            <a:avLst/>
          </a:prstGeom>
          <a:ln>
            <a:solidFill>
              <a:srgbClr val="FF0000"/>
            </a:solidFill>
            <a:headEnd type="none" w="med" len="med"/>
            <a:tailEnd type="triangle"/>
          </a:ln>
        </p:spPr>
        <p:style>
          <a:lnRef idx="3">
            <a:schemeClr val="accent2"/>
          </a:lnRef>
          <a:fillRef idx="0">
            <a:schemeClr val="accent2"/>
          </a:fillRef>
          <a:effectRef idx="2">
            <a:schemeClr val="accent2"/>
          </a:effectRef>
          <a:fontRef idx="minor">
            <a:schemeClr val="tx1"/>
          </a:fontRef>
        </p:style>
      </p:cxnSp>
      <p:sp>
        <p:nvSpPr>
          <p:cNvPr id="11" name="文本框 10">
            <a:extLst>
              <a:ext uri="{FF2B5EF4-FFF2-40B4-BE49-F238E27FC236}">
                <a16:creationId xmlns:a16="http://schemas.microsoft.com/office/drawing/2014/main" id="{62AF4FC8-484C-4A2A-ADFF-C121AF0A2179}"/>
              </a:ext>
            </a:extLst>
          </p:cNvPr>
          <p:cNvSpPr txBox="1"/>
          <p:nvPr/>
        </p:nvSpPr>
        <p:spPr>
          <a:xfrm>
            <a:off x="741327" y="2553722"/>
            <a:ext cx="1598425" cy="430887"/>
          </a:xfrm>
          <a:prstGeom prst="rect">
            <a:avLst/>
          </a:prstGeom>
          <a:noFill/>
        </p:spPr>
        <p:txBody>
          <a:bodyPr wrap="square">
            <a:spAutoFit/>
          </a:bodyPr>
          <a:lstStyle/>
          <a:p>
            <a:r>
              <a:rPr lang="zh-CN" altLang="en-US" sz="2200" b="1" dirty="0">
                <a:solidFill>
                  <a:srgbClr val="00B0F0"/>
                </a:solidFill>
                <a:latin typeface="华文楷体" panose="02010600040101010101" pitchFamily="2" charset="-122"/>
                <a:ea typeface="华文楷体" panose="02010600040101010101" pitchFamily="2" charset="-122"/>
              </a:rPr>
              <a:t>如</a:t>
            </a:r>
            <a:r>
              <a:rPr lang="en-US" altLang="zh-CN" sz="2200" b="1" dirty="0">
                <a:solidFill>
                  <a:srgbClr val="00B0F0"/>
                </a:solidFill>
                <a:latin typeface="华文楷体" panose="02010600040101010101" pitchFamily="2" charset="-122"/>
                <a:ea typeface="华文楷体" panose="02010600040101010101" pitchFamily="2" charset="-122"/>
              </a:rPr>
              <a:t>a=A[:,3]</a:t>
            </a:r>
            <a:endParaRPr lang="zh-CN" altLang="en-US" sz="2200" b="1" dirty="0">
              <a:solidFill>
                <a:srgbClr val="00B0F0"/>
              </a:solidFill>
              <a:latin typeface="华文楷体" panose="02010600040101010101" pitchFamily="2" charset="-122"/>
              <a:ea typeface="华文楷体" panose="02010600040101010101" pitchFamily="2" charset="-122"/>
            </a:endParaRPr>
          </a:p>
        </p:txBody>
      </p:sp>
      <p:sp>
        <p:nvSpPr>
          <p:cNvPr id="13" name="文本框 12">
            <a:extLst>
              <a:ext uri="{FF2B5EF4-FFF2-40B4-BE49-F238E27FC236}">
                <a16:creationId xmlns:a16="http://schemas.microsoft.com/office/drawing/2014/main" id="{55F3DF2B-701B-46F1-8D8C-502171478513}"/>
              </a:ext>
            </a:extLst>
          </p:cNvPr>
          <p:cNvSpPr txBox="1"/>
          <p:nvPr/>
        </p:nvSpPr>
        <p:spPr>
          <a:xfrm>
            <a:off x="480608" y="4202407"/>
            <a:ext cx="7403759" cy="400110"/>
          </a:xfrm>
          <a:prstGeom prst="rect">
            <a:avLst/>
          </a:prstGeom>
          <a:noFill/>
        </p:spPr>
        <p:txBody>
          <a:bodyPr wrap="square">
            <a:spAutoFit/>
          </a:bodyPr>
          <a:lstStyle>
            <a:defPPr>
              <a:defRPr lang="zh-CN"/>
            </a:defPPr>
            <a:lvl1pPr marL="342900" indent="-342900">
              <a:buFont typeface="Wingdings" panose="05000000000000000000" pitchFamily="2" charset="2"/>
              <a:buChar char="Ø"/>
              <a:defRPr sz="2200">
                <a:solidFill>
                  <a:srgbClr val="002060"/>
                </a:solidFill>
                <a:latin typeface="华文楷体" panose="02010600040101010101" pitchFamily="2" charset="-122"/>
                <a:ea typeface="华文楷体" panose="02010600040101010101" pitchFamily="2" charset="-122"/>
              </a:defRPr>
            </a:lvl1pPr>
          </a:lstStyle>
          <a:p>
            <a:pPr marL="457200" indent="-457200">
              <a:buFont typeface="+mj-ea"/>
              <a:buAutoNum type="circleNumDbPlain" startAt="4"/>
            </a:pPr>
            <a:r>
              <a:rPr lang="zh-CN" altLang="en-US" sz="2000" b="1" dirty="0">
                <a:solidFill>
                  <a:srgbClr val="0070C0"/>
                </a:solidFill>
                <a:latin typeface="微软雅黑" panose="020B0503020204020204" pitchFamily="34" charset="-122"/>
                <a:ea typeface="微软雅黑" panose="020B0503020204020204" pitchFamily="34" charset="-122"/>
              </a:rPr>
              <a:t>用线性索引访问</a:t>
            </a:r>
            <a:r>
              <a:rPr lang="en-US" altLang="zh-CN" sz="2000" b="1" dirty="0">
                <a:solidFill>
                  <a:srgbClr val="0070C0"/>
                </a:solidFill>
                <a:latin typeface="微软雅黑" panose="020B0503020204020204" pitchFamily="34" charset="-122"/>
                <a:ea typeface="微软雅黑" panose="020B0503020204020204" pitchFamily="34" charset="-122"/>
              </a:rPr>
              <a:t>A</a:t>
            </a:r>
            <a:r>
              <a:rPr lang="zh-CN" altLang="en-US" sz="2000" b="1" dirty="0">
                <a:solidFill>
                  <a:srgbClr val="0070C0"/>
                </a:solidFill>
                <a:latin typeface="微软雅黑" panose="020B0503020204020204" pitchFamily="34" charset="-122"/>
                <a:ea typeface="微软雅黑" panose="020B0503020204020204" pitchFamily="34" charset="-122"/>
              </a:rPr>
              <a:t>从第</a:t>
            </a:r>
            <a:r>
              <a:rPr lang="en-US" altLang="zh-CN" sz="2000" b="1" dirty="0">
                <a:solidFill>
                  <a:srgbClr val="0070C0"/>
                </a:solidFill>
                <a:latin typeface="微软雅黑" panose="020B0503020204020204" pitchFamily="34" charset="-122"/>
                <a:ea typeface="微软雅黑" panose="020B0503020204020204" pitchFamily="34" charset="-122"/>
              </a:rPr>
              <a:t>k</a:t>
            </a:r>
            <a:r>
              <a:rPr lang="zh-CN" altLang="en-US" sz="2000" b="1" dirty="0">
                <a:solidFill>
                  <a:srgbClr val="0070C0"/>
                </a:solidFill>
                <a:latin typeface="微软雅黑" panose="020B0503020204020204" pitchFamily="34" charset="-122"/>
                <a:ea typeface="微软雅黑" panose="020B0503020204020204" pitchFamily="34" charset="-122"/>
              </a:rPr>
              <a:t>个元素到第</a:t>
            </a:r>
            <a:r>
              <a:rPr lang="en-US" altLang="zh-CN" sz="2000" b="1" dirty="0">
                <a:solidFill>
                  <a:srgbClr val="0070C0"/>
                </a:solidFill>
                <a:latin typeface="微软雅黑" panose="020B0503020204020204" pitchFamily="34" charset="-122"/>
                <a:ea typeface="微软雅黑" panose="020B0503020204020204" pitchFamily="34" charset="-122"/>
              </a:rPr>
              <a:t>w</a:t>
            </a:r>
            <a:r>
              <a:rPr lang="zh-CN" altLang="en-US" sz="2000" b="1" dirty="0">
                <a:solidFill>
                  <a:srgbClr val="0070C0"/>
                </a:solidFill>
                <a:latin typeface="微软雅黑" panose="020B0503020204020204" pitchFamily="34" charset="-122"/>
                <a:ea typeface="微软雅黑" panose="020B0503020204020204" pitchFamily="34" charset="-122"/>
              </a:rPr>
              <a:t>元素，生成向量</a:t>
            </a:r>
          </a:p>
        </p:txBody>
      </p:sp>
      <p:sp>
        <p:nvSpPr>
          <p:cNvPr id="14" name="矩形 13">
            <a:extLst>
              <a:ext uri="{FF2B5EF4-FFF2-40B4-BE49-F238E27FC236}">
                <a16:creationId xmlns:a16="http://schemas.microsoft.com/office/drawing/2014/main" id="{191FB81A-E736-4FB3-95BF-67D78AC99200}"/>
              </a:ext>
            </a:extLst>
          </p:cNvPr>
          <p:cNvSpPr/>
          <p:nvPr/>
        </p:nvSpPr>
        <p:spPr>
          <a:xfrm>
            <a:off x="6008691" y="3081852"/>
            <a:ext cx="1587645" cy="369332"/>
          </a:xfrm>
          <a:prstGeom prst="rect">
            <a:avLst/>
          </a:prstGeom>
          <a:solidFill>
            <a:srgbClr val="0070C0"/>
          </a:solidFill>
          <a:ln>
            <a:noFill/>
          </a:ln>
        </p:spPr>
        <p:style>
          <a:lnRef idx="3">
            <a:schemeClr val="lt1"/>
          </a:lnRef>
          <a:fillRef idx="1">
            <a:schemeClr val="accent1"/>
          </a:fillRef>
          <a:effectRef idx="1">
            <a:schemeClr val="accent1"/>
          </a:effectRef>
          <a:fontRef idx="minor">
            <a:schemeClr val="lt1"/>
          </a:fontRef>
        </p:style>
        <p:txBody>
          <a:bodyPr wrap="square">
            <a:spAutoFit/>
          </a:bodyPr>
          <a:lstStyle/>
          <a:p>
            <a:r>
              <a:rPr lang="en-US" altLang="zh-CN" kern="0" dirty="0" err="1">
                <a:solidFill>
                  <a:schemeClr val="bg1"/>
                </a:solidFill>
                <a:latin typeface="微软雅黑" panose="020B0503020204020204" pitchFamily="34" charset="-122"/>
                <a:ea typeface="微软雅黑" panose="020B0503020204020204" pitchFamily="34" charset="-122"/>
              </a:rPr>
              <a:t>aij</a:t>
            </a:r>
            <a:r>
              <a:rPr lang="en-US" altLang="zh-CN" kern="0" dirty="0">
                <a:solidFill>
                  <a:schemeClr val="bg1"/>
                </a:solidFill>
                <a:latin typeface="微软雅黑" panose="020B0503020204020204" pitchFamily="34" charset="-122"/>
                <a:ea typeface="微软雅黑" panose="020B0503020204020204" pitchFamily="34" charset="-122"/>
              </a:rPr>
              <a:t>=A[</a:t>
            </a:r>
            <a:r>
              <a:rPr lang="en-US" altLang="zh-CN" kern="0" dirty="0" err="1">
                <a:solidFill>
                  <a:schemeClr val="bg1"/>
                </a:solidFill>
                <a:latin typeface="微软雅黑" panose="020B0503020204020204" pitchFamily="34" charset="-122"/>
                <a:ea typeface="微软雅黑" panose="020B0503020204020204" pitchFamily="34" charset="-122"/>
              </a:rPr>
              <a:t>i:j,n:m</a:t>
            </a:r>
            <a:r>
              <a:rPr lang="en-US" altLang="zh-CN" kern="0" dirty="0">
                <a:solidFill>
                  <a:schemeClr val="bg1"/>
                </a:solidFill>
                <a:latin typeface="微软雅黑" panose="020B0503020204020204" pitchFamily="34" charset="-122"/>
                <a:ea typeface="微软雅黑" panose="020B0503020204020204" pitchFamily="34" charset="-122"/>
              </a:rPr>
              <a:t>]</a:t>
            </a:r>
            <a:endParaRPr lang="zh-CN" altLang="en-US" kern="0" dirty="0">
              <a:solidFill>
                <a:schemeClr val="bg1"/>
              </a:solidFill>
              <a:latin typeface="微软雅黑" panose="020B0503020204020204" pitchFamily="34" charset="-122"/>
              <a:ea typeface="微软雅黑" panose="020B0503020204020204" pitchFamily="34" charset="-122"/>
            </a:endParaRPr>
          </a:p>
        </p:txBody>
      </p:sp>
      <p:sp>
        <p:nvSpPr>
          <p:cNvPr id="15" name="文本框 14">
            <a:extLst>
              <a:ext uri="{FF2B5EF4-FFF2-40B4-BE49-F238E27FC236}">
                <a16:creationId xmlns:a16="http://schemas.microsoft.com/office/drawing/2014/main" id="{A14AD1B6-3656-4E90-9379-A175BFF3C2A0}"/>
              </a:ext>
            </a:extLst>
          </p:cNvPr>
          <p:cNvSpPr txBox="1"/>
          <p:nvPr/>
        </p:nvSpPr>
        <p:spPr>
          <a:xfrm>
            <a:off x="793836" y="3451184"/>
            <a:ext cx="4365561" cy="769441"/>
          </a:xfrm>
          <a:prstGeom prst="rect">
            <a:avLst/>
          </a:prstGeom>
          <a:noFill/>
        </p:spPr>
        <p:txBody>
          <a:bodyPr wrap="square">
            <a:spAutoFit/>
          </a:bodyPr>
          <a:lstStyle/>
          <a:p>
            <a:r>
              <a:rPr lang="zh-CN" altLang="en-US" sz="2200" b="1" dirty="0">
                <a:solidFill>
                  <a:srgbClr val="00B0F0"/>
                </a:solidFill>
                <a:latin typeface="华文楷体" panose="02010600040101010101" pitchFamily="2" charset="-122"/>
                <a:ea typeface="华文楷体" panose="02010600040101010101" pitchFamily="2" charset="-122"/>
              </a:rPr>
              <a:t>如</a:t>
            </a:r>
            <a:r>
              <a:rPr lang="en-US" altLang="zh-CN" sz="2200" b="1" dirty="0">
                <a:solidFill>
                  <a:srgbClr val="00B0F0"/>
                </a:solidFill>
                <a:latin typeface="华文楷体" panose="02010600040101010101" pitchFamily="2" charset="-122"/>
                <a:ea typeface="华文楷体" panose="02010600040101010101" pitchFamily="2" charset="-122"/>
              </a:rPr>
              <a:t>a=A[2:3,1:2]  #</a:t>
            </a:r>
            <a:r>
              <a:rPr lang="zh-CN" altLang="en-US" sz="2200" b="1" dirty="0">
                <a:solidFill>
                  <a:srgbClr val="00B0F0"/>
                </a:solidFill>
                <a:latin typeface="华文楷体" panose="02010600040101010101" pitchFamily="2" charset="-122"/>
                <a:ea typeface="华文楷体" panose="02010600040101010101" pitchFamily="2" charset="-122"/>
              </a:rPr>
              <a:t>结果为</a:t>
            </a:r>
            <a:r>
              <a:rPr lang="en-US" altLang="zh-CN" sz="2200" b="1" dirty="0">
                <a:solidFill>
                  <a:srgbClr val="00B0F0"/>
                </a:solidFill>
                <a:latin typeface="华文楷体" panose="02010600040101010101" pitchFamily="2" charset="-122"/>
                <a:ea typeface="华文楷体" panose="02010600040101010101" pitchFamily="2" charset="-122"/>
              </a:rPr>
              <a:t> 3 4</a:t>
            </a:r>
          </a:p>
          <a:p>
            <a:r>
              <a:rPr lang="en-US" altLang="zh-CN" sz="2200" b="1" dirty="0">
                <a:solidFill>
                  <a:srgbClr val="00B0F0"/>
                </a:solidFill>
                <a:latin typeface="华文楷体" panose="02010600040101010101" pitchFamily="2" charset="-122"/>
                <a:ea typeface="华文楷体" panose="02010600040101010101" pitchFamily="2" charset="-122"/>
              </a:rPr>
              <a:t>                                         5 6 </a:t>
            </a:r>
            <a:r>
              <a:rPr lang="zh-CN" altLang="en-US" sz="2200" b="1" dirty="0">
                <a:solidFill>
                  <a:srgbClr val="00B0F0"/>
                </a:solidFill>
                <a:latin typeface="华文楷体" panose="02010600040101010101" pitchFamily="2" charset="-122"/>
                <a:ea typeface="华文楷体" panose="02010600040101010101" pitchFamily="2" charset="-122"/>
              </a:rPr>
              <a:t>矩阵</a:t>
            </a:r>
          </a:p>
        </p:txBody>
      </p:sp>
      <p:sp>
        <p:nvSpPr>
          <p:cNvPr id="16" name="标题 1">
            <a:extLst>
              <a:ext uri="{FF2B5EF4-FFF2-40B4-BE49-F238E27FC236}">
                <a16:creationId xmlns:a16="http://schemas.microsoft.com/office/drawing/2014/main" id="{DA5E7759-0487-436C-8805-8E26EB6F2FDE}"/>
              </a:ext>
            </a:extLst>
          </p:cNvPr>
          <p:cNvSpPr txBox="1">
            <a:spLocks noGrp="1"/>
          </p:cNvSpPr>
          <p:nvPr>
            <p:ph type="title"/>
          </p:nvPr>
        </p:nvSpPr>
        <p:spPr bwMode="auto">
          <a:xfrm>
            <a:off x="1387611" y="185637"/>
            <a:ext cx="6651217" cy="438150"/>
          </a:xfrm>
          <a:prstGeom prst="rect">
            <a:avLst/>
          </a:prstGeom>
          <a:noFill/>
          <a:ln w="9525">
            <a:noFill/>
            <a:miter lim="800000"/>
            <a:headEnd/>
            <a:tailEnd/>
          </a:ln>
        </p:spPr>
        <p:txBody>
          <a:bodyPr vert="horz" wrap="none" lIns="91440" tIns="45720" rIns="91440" bIns="45720" numCol="1" anchor="b" anchorCtr="0" compatLnSpc="1">
            <a:prstTxWarp prst="textNoShape">
              <a:avLst/>
            </a:prstTxWarp>
          </a:bodyPr>
          <a:lstStyle>
            <a:lvl1pPr algn="l" rtl="0" eaLnBrk="0" fontAlgn="base" hangingPunct="0">
              <a:lnSpc>
                <a:spcPct val="85000"/>
              </a:lnSpc>
              <a:spcBef>
                <a:spcPct val="0"/>
              </a:spcBef>
              <a:spcAft>
                <a:spcPct val="0"/>
              </a:spcAft>
              <a:defRPr sz="3400" b="0">
                <a:solidFill>
                  <a:srgbClr val="002060"/>
                </a:solidFill>
                <a:latin typeface="华文楷体" panose="02010600040101010101" pitchFamily="2" charset="-122"/>
                <a:ea typeface="华文楷体" panose="02010600040101010101" pitchFamily="2" charset="-122"/>
                <a:cs typeface="+mj-cs"/>
              </a:defRPr>
            </a:lvl1pPr>
            <a:lvl2pPr algn="l" rtl="0" eaLnBrk="0" fontAlgn="base" hangingPunct="0">
              <a:lnSpc>
                <a:spcPct val="85000"/>
              </a:lnSpc>
              <a:spcBef>
                <a:spcPct val="0"/>
              </a:spcBef>
              <a:spcAft>
                <a:spcPct val="0"/>
              </a:spcAft>
              <a:defRPr sz="3400" b="1">
                <a:solidFill>
                  <a:srgbClr val="002E5C"/>
                </a:solidFill>
                <a:latin typeface="Helvetica" pitchFamily="34" charset="0"/>
              </a:defRPr>
            </a:lvl2pPr>
            <a:lvl3pPr algn="l" rtl="0" eaLnBrk="0" fontAlgn="base" hangingPunct="0">
              <a:lnSpc>
                <a:spcPct val="85000"/>
              </a:lnSpc>
              <a:spcBef>
                <a:spcPct val="0"/>
              </a:spcBef>
              <a:spcAft>
                <a:spcPct val="0"/>
              </a:spcAft>
              <a:defRPr sz="3400" b="1">
                <a:solidFill>
                  <a:srgbClr val="002E5C"/>
                </a:solidFill>
                <a:latin typeface="Helvetica" pitchFamily="34" charset="0"/>
              </a:defRPr>
            </a:lvl3pPr>
            <a:lvl4pPr algn="l" rtl="0" eaLnBrk="0" fontAlgn="base" hangingPunct="0">
              <a:lnSpc>
                <a:spcPct val="85000"/>
              </a:lnSpc>
              <a:spcBef>
                <a:spcPct val="0"/>
              </a:spcBef>
              <a:spcAft>
                <a:spcPct val="0"/>
              </a:spcAft>
              <a:defRPr sz="3400" b="1">
                <a:solidFill>
                  <a:srgbClr val="002E5C"/>
                </a:solidFill>
                <a:latin typeface="Helvetica" pitchFamily="34" charset="0"/>
              </a:defRPr>
            </a:lvl4pPr>
            <a:lvl5pPr algn="l" rtl="0" eaLnBrk="0" fontAlgn="base" hangingPunct="0">
              <a:lnSpc>
                <a:spcPct val="85000"/>
              </a:lnSpc>
              <a:spcBef>
                <a:spcPct val="0"/>
              </a:spcBef>
              <a:spcAft>
                <a:spcPct val="0"/>
              </a:spcAft>
              <a:defRPr sz="3400" b="1">
                <a:solidFill>
                  <a:srgbClr val="002E5C"/>
                </a:solidFill>
                <a:latin typeface="Helvetica" pitchFamily="34" charset="0"/>
              </a:defRPr>
            </a:lvl5pPr>
            <a:lvl6pPr marL="457200" algn="l" rtl="0" eaLnBrk="1" fontAlgn="base" hangingPunct="1">
              <a:lnSpc>
                <a:spcPct val="85000"/>
              </a:lnSpc>
              <a:spcBef>
                <a:spcPct val="0"/>
              </a:spcBef>
              <a:spcAft>
                <a:spcPct val="0"/>
              </a:spcAft>
              <a:defRPr sz="3400" b="1">
                <a:solidFill>
                  <a:srgbClr val="002E5C"/>
                </a:solidFill>
                <a:latin typeface="Helvetica" pitchFamily="34" charset="0"/>
              </a:defRPr>
            </a:lvl6pPr>
            <a:lvl7pPr marL="914400" algn="l" rtl="0" eaLnBrk="1" fontAlgn="base" hangingPunct="1">
              <a:lnSpc>
                <a:spcPct val="85000"/>
              </a:lnSpc>
              <a:spcBef>
                <a:spcPct val="0"/>
              </a:spcBef>
              <a:spcAft>
                <a:spcPct val="0"/>
              </a:spcAft>
              <a:defRPr sz="3400" b="1">
                <a:solidFill>
                  <a:srgbClr val="002E5C"/>
                </a:solidFill>
                <a:latin typeface="Helvetica" pitchFamily="34" charset="0"/>
              </a:defRPr>
            </a:lvl7pPr>
            <a:lvl8pPr marL="1371600" algn="l" rtl="0" eaLnBrk="1" fontAlgn="base" hangingPunct="1">
              <a:lnSpc>
                <a:spcPct val="85000"/>
              </a:lnSpc>
              <a:spcBef>
                <a:spcPct val="0"/>
              </a:spcBef>
              <a:spcAft>
                <a:spcPct val="0"/>
              </a:spcAft>
              <a:defRPr sz="3400" b="1">
                <a:solidFill>
                  <a:srgbClr val="002E5C"/>
                </a:solidFill>
                <a:latin typeface="Helvetica" pitchFamily="34" charset="0"/>
              </a:defRPr>
            </a:lvl8pPr>
            <a:lvl9pPr marL="1828800" algn="l" rtl="0" eaLnBrk="1" fontAlgn="base" hangingPunct="1">
              <a:lnSpc>
                <a:spcPct val="85000"/>
              </a:lnSpc>
              <a:spcBef>
                <a:spcPct val="0"/>
              </a:spcBef>
              <a:spcAft>
                <a:spcPct val="0"/>
              </a:spcAft>
              <a:defRPr sz="3400" b="1">
                <a:solidFill>
                  <a:srgbClr val="002E5C"/>
                </a:solidFill>
                <a:latin typeface="Helvetica" pitchFamily="34" charset="0"/>
              </a:defRPr>
            </a:lvl9pPr>
          </a:lstStyle>
          <a:p>
            <a:br>
              <a:rPr lang="en-US" altLang="zh-CN" sz="2800" kern="0" dirty="0">
                <a:latin typeface="Helvetica Neue"/>
              </a:rPr>
            </a:br>
            <a:r>
              <a:rPr lang="en-US" altLang="zh-CN" sz="2800" dirty="0">
                <a:latin typeface="Helvetica Neue"/>
              </a:rPr>
              <a:t>§</a:t>
            </a:r>
            <a:r>
              <a:rPr lang="en-US" altLang="zh-CN" sz="2800" kern="1200" dirty="0"/>
              <a:t>1.4.1.4 </a:t>
            </a:r>
            <a:r>
              <a:rPr lang="zh-CN" altLang="en-US" sz="2800" kern="1200" dirty="0"/>
              <a:t>数组索引</a:t>
            </a:r>
            <a:r>
              <a:rPr lang="en-US" altLang="zh-CN" sz="2800" kern="0" dirty="0">
                <a:solidFill>
                  <a:srgbClr val="FF0000"/>
                </a:solidFill>
              </a:rPr>
              <a:t>——</a:t>
            </a:r>
            <a:r>
              <a:rPr lang="zh-CN" altLang="en-US" sz="2800" kern="0" dirty="0">
                <a:solidFill>
                  <a:srgbClr val="FF0000"/>
                </a:solidFill>
              </a:rPr>
              <a:t>冒号在</a:t>
            </a:r>
            <a:r>
              <a:rPr lang="zh-CN" altLang="en-US" sz="2800" dirty="0">
                <a:solidFill>
                  <a:srgbClr val="FF0000"/>
                </a:solidFill>
              </a:rPr>
              <a:t>数组索引应用</a:t>
            </a:r>
          </a:p>
        </p:txBody>
      </p:sp>
      <p:sp>
        <p:nvSpPr>
          <p:cNvPr id="2" name="文本框 1">
            <a:extLst>
              <a:ext uri="{FF2B5EF4-FFF2-40B4-BE49-F238E27FC236}">
                <a16:creationId xmlns:a16="http://schemas.microsoft.com/office/drawing/2014/main" id="{FBD18311-E93C-CE33-B827-2F6D51423DC6}"/>
              </a:ext>
            </a:extLst>
          </p:cNvPr>
          <p:cNvSpPr txBox="1"/>
          <p:nvPr/>
        </p:nvSpPr>
        <p:spPr>
          <a:xfrm>
            <a:off x="741327" y="1610937"/>
            <a:ext cx="1598425" cy="430887"/>
          </a:xfrm>
          <a:prstGeom prst="rect">
            <a:avLst/>
          </a:prstGeom>
          <a:noFill/>
        </p:spPr>
        <p:txBody>
          <a:bodyPr wrap="square">
            <a:spAutoFit/>
          </a:bodyPr>
          <a:lstStyle/>
          <a:p>
            <a:r>
              <a:rPr lang="zh-CN" altLang="en-US" sz="2200" b="1" dirty="0">
                <a:solidFill>
                  <a:srgbClr val="00B0F0"/>
                </a:solidFill>
                <a:latin typeface="华文楷体" panose="02010600040101010101" pitchFamily="2" charset="-122"/>
                <a:ea typeface="华文楷体" panose="02010600040101010101" pitchFamily="2" charset="-122"/>
              </a:rPr>
              <a:t>如</a:t>
            </a:r>
            <a:r>
              <a:rPr lang="en-US" altLang="zh-CN" sz="2200" b="1" dirty="0">
                <a:solidFill>
                  <a:srgbClr val="00B0F0"/>
                </a:solidFill>
                <a:latin typeface="华文楷体" panose="02010600040101010101" pitchFamily="2" charset="-122"/>
                <a:ea typeface="华文楷体" panose="02010600040101010101" pitchFamily="2" charset="-122"/>
              </a:rPr>
              <a:t>a=A[2,:]</a:t>
            </a:r>
            <a:endParaRPr lang="zh-CN" altLang="en-US" sz="2200" b="1" dirty="0">
              <a:solidFill>
                <a:srgbClr val="00B0F0"/>
              </a:solidFill>
              <a:latin typeface="华文楷体" panose="02010600040101010101" pitchFamily="2" charset="-122"/>
              <a:ea typeface="华文楷体" panose="02010600040101010101" pitchFamily="2" charset="-122"/>
            </a:endParaRPr>
          </a:p>
        </p:txBody>
      </p:sp>
      <p:sp>
        <p:nvSpPr>
          <p:cNvPr id="17" name="文本框 16">
            <a:extLst>
              <a:ext uri="{FF2B5EF4-FFF2-40B4-BE49-F238E27FC236}">
                <a16:creationId xmlns:a16="http://schemas.microsoft.com/office/drawing/2014/main" id="{0D275D47-DE6E-4C11-9DA8-85367DC09BC0}"/>
              </a:ext>
            </a:extLst>
          </p:cNvPr>
          <p:cNvSpPr txBox="1"/>
          <p:nvPr/>
        </p:nvSpPr>
        <p:spPr>
          <a:xfrm>
            <a:off x="6794777" y="1114551"/>
            <a:ext cx="2336284" cy="369332"/>
          </a:xfrm>
          <a:prstGeom prst="rect">
            <a:avLst/>
          </a:prstGeom>
          <a:noFill/>
        </p:spPr>
        <p:txBody>
          <a:bodyPr wrap="square">
            <a:spAutoFit/>
          </a:bodyPr>
          <a:lstStyle/>
          <a:p>
            <a:r>
              <a:rPr lang="zh-CN" altLang="en-US" sz="1800" b="1" dirty="0">
                <a:solidFill>
                  <a:srgbClr val="FF0000"/>
                </a:solidFill>
                <a:latin typeface="微软雅黑" panose="020B0503020204020204" pitchFamily="34" charset="-122"/>
                <a:ea typeface="微软雅黑" panose="020B0503020204020204" pitchFamily="34" charset="-122"/>
              </a:rPr>
              <a:t>“：”代表所有元素</a:t>
            </a:r>
            <a:endParaRPr lang="zh-CN" altLang="en-US" b="1" dirty="0">
              <a:solidFill>
                <a:srgbClr val="FF0000"/>
              </a:solidFill>
              <a:latin typeface="微软雅黑" panose="020B0503020204020204" pitchFamily="34" charset="-122"/>
              <a:ea typeface="微软雅黑" panose="020B0503020204020204" pitchFamily="34" charset="-122"/>
            </a:endParaRPr>
          </a:p>
        </p:txBody>
      </p:sp>
      <p:sp>
        <p:nvSpPr>
          <p:cNvPr id="18" name="文本框 17">
            <a:extLst>
              <a:ext uri="{FF2B5EF4-FFF2-40B4-BE49-F238E27FC236}">
                <a16:creationId xmlns:a16="http://schemas.microsoft.com/office/drawing/2014/main" id="{E0478F7D-6448-4F22-A786-9F5FBB50B7DB}"/>
              </a:ext>
            </a:extLst>
          </p:cNvPr>
          <p:cNvSpPr txBox="1"/>
          <p:nvPr/>
        </p:nvSpPr>
        <p:spPr>
          <a:xfrm>
            <a:off x="2275323" y="1630082"/>
            <a:ext cx="2521443" cy="430887"/>
          </a:xfrm>
          <a:prstGeom prst="rect">
            <a:avLst/>
          </a:prstGeom>
          <a:noFill/>
        </p:spPr>
        <p:txBody>
          <a:bodyPr wrap="square">
            <a:spAutoFit/>
          </a:bodyPr>
          <a:lstStyle/>
          <a:p>
            <a:r>
              <a:rPr lang="en-US" altLang="zh-CN" sz="2200" b="1" dirty="0">
                <a:solidFill>
                  <a:srgbClr val="00B0F0"/>
                </a:solidFill>
                <a:latin typeface="华文楷体" panose="02010600040101010101" pitchFamily="2" charset="-122"/>
                <a:ea typeface="华文楷体" panose="02010600040101010101" pitchFamily="2" charset="-122"/>
              </a:rPr>
              <a:t>#</a:t>
            </a:r>
            <a:r>
              <a:rPr lang="zh-CN" altLang="en-US" sz="2200" b="1" dirty="0">
                <a:solidFill>
                  <a:srgbClr val="00B0F0"/>
                </a:solidFill>
                <a:latin typeface="华文楷体" panose="02010600040101010101" pitchFamily="2" charset="-122"/>
                <a:ea typeface="华文楷体" panose="02010600040101010101" pitchFamily="2" charset="-122"/>
              </a:rPr>
              <a:t>结果为</a:t>
            </a:r>
            <a:r>
              <a:rPr lang="en-US" altLang="zh-CN" sz="2200" b="1" dirty="0">
                <a:solidFill>
                  <a:srgbClr val="00B0F0"/>
                </a:solidFill>
                <a:latin typeface="华文楷体" panose="02010600040101010101" pitchFamily="2" charset="-122"/>
                <a:ea typeface="华文楷体" panose="02010600040101010101" pitchFamily="2" charset="-122"/>
              </a:rPr>
              <a:t>3 4 3</a:t>
            </a:r>
            <a:r>
              <a:rPr lang="zh-CN" altLang="en-US" sz="2200" b="1" dirty="0">
                <a:solidFill>
                  <a:srgbClr val="00B0F0"/>
                </a:solidFill>
                <a:latin typeface="华文楷体" panose="02010600040101010101" pitchFamily="2" charset="-122"/>
                <a:ea typeface="华文楷体" panose="02010600040101010101" pitchFamily="2" charset="-122"/>
              </a:rPr>
              <a:t>向量</a:t>
            </a:r>
          </a:p>
        </p:txBody>
      </p:sp>
      <p:sp>
        <p:nvSpPr>
          <p:cNvPr id="19" name="文本框 18">
            <a:extLst>
              <a:ext uri="{FF2B5EF4-FFF2-40B4-BE49-F238E27FC236}">
                <a16:creationId xmlns:a16="http://schemas.microsoft.com/office/drawing/2014/main" id="{77A11056-76F6-4D60-ADC2-BD731EF8A4FC}"/>
              </a:ext>
            </a:extLst>
          </p:cNvPr>
          <p:cNvSpPr txBox="1"/>
          <p:nvPr/>
        </p:nvSpPr>
        <p:spPr>
          <a:xfrm>
            <a:off x="8683115" y="1873416"/>
            <a:ext cx="467284" cy="523220"/>
          </a:xfrm>
          <a:prstGeom prst="rect">
            <a:avLst/>
          </a:prstGeom>
          <a:noFill/>
        </p:spPr>
        <p:txBody>
          <a:bodyPr wrap="square">
            <a:spAutoFit/>
          </a:bodyPr>
          <a:lstStyle/>
          <a:p>
            <a:r>
              <a:rPr lang="en-US" altLang="zh-CN" sz="2800" b="1" dirty="0" err="1">
                <a:solidFill>
                  <a:srgbClr val="FFFF00"/>
                </a:solidFill>
                <a:highlight>
                  <a:srgbClr val="003B76"/>
                </a:highlight>
                <a:latin typeface="华文楷体" panose="02010600040101010101" pitchFamily="2" charset="-122"/>
                <a:ea typeface="华文楷体" panose="02010600040101010101" pitchFamily="2" charset="-122"/>
              </a:rPr>
              <a:t>i</a:t>
            </a:r>
            <a:endParaRPr lang="zh-CN" altLang="en-US" sz="2800" b="1" dirty="0">
              <a:solidFill>
                <a:srgbClr val="FFFF00"/>
              </a:solidFill>
              <a:highlight>
                <a:srgbClr val="003B76"/>
              </a:highlight>
            </a:endParaRPr>
          </a:p>
        </p:txBody>
      </p:sp>
      <p:sp>
        <p:nvSpPr>
          <p:cNvPr id="10" name="矩形: 圆角 9">
            <a:extLst>
              <a:ext uri="{FF2B5EF4-FFF2-40B4-BE49-F238E27FC236}">
                <a16:creationId xmlns:a16="http://schemas.microsoft.com/office/drawing/2014/main" id="{ABBA4029-789F-440D-8138-0B98D9BAFF17}"/>
              </a:ext>
            </a:extLst>
          </p:cNvPr>
          <p:cNvSpPr/>
          <p:nvPr/>
        </p:nvSpPr>
        <p:spPr bwMode="auto">
          <a:xfrm>
            <a:off x="7403563" y="1878958"/>
            <a:ext cx="708817" cy="674763"/>
          </a:xfrm>
          <a:prstGeom prst="roundRect">
            <a:avLst/>
          </a:prstGeom>
          <a:noFill/>
          <a:ln>
            <a:solidFill>
              <a:srgbClr val="FF0000"/>
            </a:solid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spAutoFit/>
          </a:bodyPr>
          <a:lstStyle/>
          <a:p>
            <a:pPr marL="177800" marR="0" indent="-177800" algn="ctr" defTabSz="914400" rtl="0" eaLnBrk="0" fontAlgn="base" latinLnBrk="0" hangingPunct="0">
              <a:lnSpc>
                <a:spcPct val="110000"/>
              </a:lnSpc>
              <a:spcBef>
                <a:spcPct val="0"/>
              </a:spcBef>
              <a:spcAft>
                <a:spcPct val="0"/>
              </a:spcAft>
              <a:buClrTx/>
              <a:buSzTx/>
              <a:buFontTx/>
              <a:buNone/>
              <a:tabLst/>
            </a:pPr>
            <a:endParaRPr kumimoji="0" lang="zh-CN" altLang="en-US" sz="1600" b="1" i="0" u="none" strike="noStrike" cap="none" normalizeH="0" baseline="0">
              <a:ln>
                <a:noFill/>
              </a:ln>
              <a:solidFill>
                <a:schemeClr val="tx1"/>
              </a:solidFill>
              <a:effectLst/>
              <a:latin typeface="Times New Roman" pitchFamily="18" charset="0"/>
            </a:endParaRPr>
          </a:p>
        </p:txBody>
      </p:sp>
      <p:sp>
        <p:nvSpPr>
          <p:cNvPr id="20" name="文本框 19">
            <a:extLst>
              <a:ext uri="{FF2B5EF4-FFF2-40B4-BE49-F238E27FC236}">
                <a16:creationId xmlns:a16="http://schemas.microsoft.com/office/drawing/2014/main" id="{0FC74328-7606-4140-811E-3A4686DC7A8F}"/>
              </a:ext>
            </a:extLst>
          </p:cNvPr>
          <p:cNvSpPr txBox="1"/>
          <p:nvPr/>
        </p:nvSpPr>
        <p:spPr>
          <a:xfrm>
            <a:off x="484980" y="3104048"/>
            <a:ext cx="6503350" cy="400110"/>
          </a:xfrm>
          <a:prstGeom prst="rect">
            <a:avLst/>
          </a:prstGeom>
          <a:noFill/>
        </p:spPr>
        <p:txBody>
          <a:bodyPr wrap="square">
            <a:spAutoFit/>
          </a:bodyPr>
          <a:lstStyle>
            <a:defPPr>
              <a:defRPr lang="zh-CN"/>
            </a:defPPr>
            <a:lvl1pPr marL="342900" indent="-342900">
              <a:buFont typeface="Wingdings" panose="05000000000000000000" pitchFamily="2" charset="2"/>
              <a:buChar char="Ø"/>
              <a:defRPr sz="2200">
                <a:solidFill>
                  <a:srgbClr val="002060"/>
                </a:solidFill>
                <a:latin typeface="华文楷体" panose="02010600040101010101" pitchFamily="2" charset="-122"/>
                <a:ea typeface="华文楷体" panose="02010600040101010101" pitchFamily="2" charset="-122"/>
              </a:defRPr>
            </a:lvl1pPr>
          </a:lstStyle>
          <a:p>
            <a:pPr marL="457200" indent="-457200">
              <a:buFont typeface="+mj-ea"/>
              <a:buAutoNum type="circleNumDbPlain" startAt="3"/>
            </a:pPr>
            <a:r>
              <a:rPr lang="zh-CN" altLang="en-US" sz="2000" b="1" dirty="0">
                <a:solidFill>
                  <a:srgbClr val="0070C0"/>
                </a:solidFill>
                <a:latin typeface="微软雅黑" panose="020B0503020204020204" pitchFamily="34" charset="-122"/>
                <a:ea typeface="微软雅黑" panose="020B0503020204020204" pitchFamily="34" charset="-122"/>
              </a:rPr>
              <a:t>访问</a:t>
            </a:r>
            <a:r>
              <a:rPr lang="en-US" altLang="zh-CN" sz="2000" b="1" dirty="0">
                <a:solidFill>
                  <a:srgbClr val="0070C0"/>
                </a:solidFill>
                <a:latin typeface="微软雅黑" panose="020B0503020204020204" pitchFamily="34" charset="-122"/>
                <a:ea typeface="微软雅黑" panose="020B0503020204020204" pitchFamily="34" charset="-122"/>
              </a:rPr>
              <a:t>A</a:t>
            </a:r>
            <a:r>
              <a:rPr lang="zh-CN" altLang="en-US" sz="2000" b="1" dirty="0">
                <a:solidFill>
                  <a:srgbClr val="0070C0"/>
                </a:solidFill>
                <a:latin typeface="微软雅黑" panose="020B0503020204020204" pitchFamily="34" charset="-122"/>
                <a:ea typeface="微软雅黑" panose="020B0503020204020204" pitchFamily="34" charset="-122"/>
              </a:rPr>
              <a:t>的第</a:t>
            </a:r>
            <a:r>
              <a:rPr lang="en-US" altLang="zh-CN" sz="2000" b="1" dirty="0" err="1">
                <a:solidFill>
                  <a:srgbClr val="0070C0"/>
                </a:solidFill>
                <a:latin typeface="微软雅黑" panose="020B0503020204020204" pitchFamily="34" charset="-122"/>
                <a:ea typeface="微软雅黑" panose="020B0503020204020204" pitchFamily="34" charset="-122"/>
              </a:rPr>
              <a:t>i</a:t>
            </a:r>
            <a:r>
              <a:rPr lang="zh-CN" altLang="en-US" sz="2000" b="1" dirty="0">
                <a:solidFill>
                  <a:srgbClr val="0070C0"/>
                </a:solidFill>
                <a:latin typeface="微软雅黑" panose="020B0503020204020204" pitchFamily="34" charset="-122"/>
                <a:ea typeface="微软雅黑" panose="020B0503020204020204" pitchFamily="34" charset="-122"/>
              </a:rPr>
              <a:t>行到第</a:t>
            </a:r>
            <a:r>
              <a:rPr lang="en-US" altLang="zh-CN" sz="2000" b="1" dirty="0">
                <a:solidFill>
                  <a:srgbClr val="0070C0"/>
                </a:solidFill>
                <a:latin typeface="微软雅黑" panose="020B0503020204020204" pitchFamily="34" charset="-122"/>
                <a:ea typeface="微软雅黑" panose="020B0503020204020204" pitchFamily="34" charset="-122"/>
              </a:rPr>
              <a:t>j</a:t>
            </a:r>
            <a:r>
              <a:rPr lang="zh-CN" altLang="en-US" sz="2000" b="1" dirty="0">
                <a:solidFill>
                  <a:srgbClr val="0070C0"/>
                </a:solidFill>
                <a:latin typeface="微软雅黑" panose="020B0503020204020204" pitchFamily="34" charset="-122"/>
                <a:ea typeface="微软雅黑" panose="020B0503020204020204" pitchFamily="34" charset="-122"/>
              </a:rPr>
              <a:t>行，第</a:t>
            </a:r>
            <a:r>
              <a:rPr lang="en-US" altLang="zh-CN" sz="2000" b="1" dirty="0">
                <a:solidFill>
                  <a:srgbClr val="0070C0"/>
                </a:solidFill>
                <a:latin typeface="微软雅黑" panose="020B0503020204020204" pitchFamily="34" charset="-122"/>
                <a:ea typeface="微软雅黑" panose="020B0503020204020204" pitchFamily="34" charset="-122"/>
              </a:rPr>
              <a:t>n</a:t>
            </a:r>
            <a:r>
              <a:rPr lang="zh-CN" altLang="en-US" sz="2000" b="1" dirty="0">
                <a:solidFill>
                  <a:srgbClr val="0070C0"/>
                </a:solidFill>
                <a:latin typeface="微软雅黑" panose="020B0503020204020204" pitchFamily="34" charset="-122"/>
                <a:ea typeface="微软雅黑" panose="020B0503020204020204" pitchFamily="34" charset="-122"/>
              </a:rPr>
              <a:t>列到第</a:t>
            </a:r>
            <a:r>
              <a:rPr lang="en-US" altLang="zh-CN" sz="2000" b="1" dirty="0">
                <a:solidFill>
                  <a:srgbClr val="0070C0"/>
                </a:solidFill>
                <a:latin typeface="微软雅黑" panose="020B0503020204020204" pitchFamily="34" charset="-122"/>
                <a:ea typeface="微软雅黑" panose="020B0503020204020204" pitchFamily="34" charset="-122"/>
              </a:rPr>
              <a:t>m</a:t>
            </a:r>
            <a:r>
              <a:rPr lang="zh-CN" altLang="en-US" sz="2000" b="1" dirty="0">
                <a:solidFill>
                  <a:srgbClr val="0070C0"/>
                </a:solidFill>
                <a:latin typeface="微软雅黑" panose="020B0503020204020204" pitchFamily="34" charset="-122"/>
                <a:ea typeface="微软雅黑" panose="020B0503020204020204" pitchFamily="34" charset="-122"/>
              </a:rPr>
              <a:t>列元素</a:t>
            </a:r>
          </a:p>
        </p:txBody>
      </p:sp>
      <p:sp>
        <p:nvSpPr>
          <p:cNvPr id="21" name="矩形 20">
            <a:extLst>
              <a:ext uri="{FF2B5EF4-FFF2-40B4-BE49-F238E27FC236}">
                <a16:creationId xmlns:a16="http://schemas.microsoft.com/office/drawing/2014/main" id="{E2AC76A3-EDAB-4180-BDE6-164EC0CD2EBA}"/>
              </a:ext>
            </a:extLst>
          </p:cNvPr>
          <p:cNvSpPr/>
          <p:nvPr/>
        </p:nvSpPr>
        <p:spPr>
          <a:xfrm>
            <a:off x="7079693" y="4199341"/>
            <a:ext cx="1339147" cy="369332"/>
          </a:xfrm>
          <a:prstGeom prst="rect">
            <a:avLst/>
          </a:prstGeom>
          <a:solidFill>
            <a:srgbClr val="0070C0"/>
          </a:solidFill>
          <a:ln>
            <a:noFill/>
          </a:ln>
        </p:spPr>
        <p:style>
          <a:lnRef idx="3">
            <a:schemeClr val="lt1"/>
          </a:lnRef>
          <a:fillRef idx="1">
            <a:schemeClr val="accent1"/>
          </a:fillRef>
          <a:effectRef idx="1">
            <a:schemeClr val="accent1"/>
          </a:effectRef>
          <a:fontRef idx="minor">
            <a:schemeClr val="lt1"/>
          </a:fontRef>
        </p:style>
        <p:txBody>
          <a:bodyPr wrap="square">
            <a:spAutoFit/>
          </a:bodyPr>
          <a:lstStyle/>
          <a:p>
            <a:r>
              <a:rPr lang="en-US" altLang="zh-CN" kern="0" dirty="0" err="1">
                <a:solidFill>
                  <a:schemeClr val="bg1"/>
                </a:solidFill>
                <a:latin typeface="微软雅黑" panose="020B0503020204020204" pitchFamily="34" charset="-122"/>
                <a:ea typeface="微软雅黑" panose="020B0503020204020204" pitchFamily="34" charset="-122"/>
              </a:rPr>
              <a:t>aij</a:t>
            </a:r>
            <a:r>
              <a:rPr lang="en-US" altLang="zh-CN" kern="0" dirty="0">
                <a:solidFill>
                  <a:schemeClr val="bg1"/>
                </a:solidFill>
                <a:latin typeface="微软雅黑" panose="020B0503020204020204" pitchFamily="34" charset="-122"/>
                <a:ea typeface="微软雅黑" panose="020B0503020204020204" pitchFamily="34" charset="-122"/>
              </a:rPr>
              <a:t>=A[</a:t>
            </a:r>
            <a:r>
              <a:rPr lang="en-US" altLang="zh-CN" kern="0" dirty="0" err="1">
                <a:solidFill>
                  <a:schemeClr val="bg1"/>
                </a:solidFill>
                <a:latin typeface="微软雅黑" panose="020B0503020204020204" pitchFamily="34" charset="-122"/>
                <a:ea typeface="微软雅黑" panose="020B0503020204020204" pitchFamily="34" charset="-122"/>
              </a:rPr>
              <a:t>k:w</a:t>
            </a:r>
            <a:r>
              <a:rPr lang="en-US" altLang="zh-CN" kern="0" dirty="0">
                <a:solidFill>
                  <a:schemeClr val="bg1"/>
                </a:solidFill>
                <a:latin typeface="微软雅黑" panose="020B0503020204020204" pitchFamily="34" charset="-122"/>
                <a:ea typeface="微软雅黑" panose="020B0503020204020204" pitchFamily="34" charset="-122"/>
              </a:rPr>
              <a:t>]</a:t>
            </a:r>
            <a:endParaRPr lang="zh-CN" altLang="en-US" kern="0" dirty="0">
              <a:solidFill>
                <a:schemeClr val="bg1"/>
              </a:solidFill>
              <a:latin typeface="微软雅黑" panose="020B0503020204020204" pitchFamily="34" charset="-122"/>
              <a:ea typeface="微软雅黑" panose="020B0503020204020204" pitchFamily="34" charset="-122"/>
            </a:endParaRPr>
          </a:p>
        </p:txBody>
      </p:sp>
      <p:sp>
        <p:nvSpPr>
          <p:cNvPr id="22" name="文本框 21">
            <a:extLst>
              <a:ext uri="{FF2B5EF4-FFF2-40B4-BE49-F238E27FC236}">
                <a16:creationId xmlns:a16="http://schemas.microsoft.com/office/drawing/2014/main" id="{9A006F36-C927-4AA8-8F42-3A596EA71BA6}"/>
              </a:ext>
            </a:extLst>
          </p:cNvPr>
          <p:cNvSpPr txBox="1"/>
          <p:nvPr/>
        </p:nvSpPr>
        <p:spPr>
          <a:xfrm>
            <a:off x="5652168" y="3437332"/>
            <a:ext cx="3146665" cy="769441"/>
          </a:xfrm>
          <a:prstGeom prst="rect">
            <a:avLst/>
          </a:prstGeom>
          <a:noFill/>
        </p:spPr>
        <p:txBody>
          <a:bodyPr wrap="square">
            <a:spAutoFit/>
          </a:bodyPr>
          <a:lstStyle/>
          <a:p>
            <a:r>
              <a:rPr lang="zh-CN" altLang="en-US" sz="2200" b="1" dirty="0">
                <a:solidFill>
                  <a:srgbClr val="00B0F0"/>
                </a:solidFill>
                <a:latin typeface="华文楷体" panose="02010600040101010101" pitchFamily="2" charset="-122"/>
                <a:ea typeface="华文楷体" panose="02010600040101010101" pitchFamily="2" charset="-122"/>
              </a:rPr>
              <a:t>如</a:t>
            </a:r>
            <a:r>
              <a:rPr lang="en-US" altLang="zh-CN" sz="2200" b="1" dirty="0">
                <a:solidFill>
                  <a:srgbClr val="00B0F0"/>
                </a:solidFill>
                <a:latin typeface="华文楷体" panose="02010600040101010101" pitchFamily="2" charset="-122"/>
                <a:ea typeface="华文楷体" panose="02010600040101010101" pitchFamily="2" charset="-122"/>
              </a:rPr>
              <a:t>a=A[2:3]  #</a:t>
            </a:r>
            <a:r>
              <a:rPr lang="zh-CN" altLang="en-US" sz="2200" b="1" dirty="0">
                <a:solidFill>
                  <a:srgbClr val="00B0F0"/>
                </a:solidFill>
                <a:latin typeface="华文楷体" panose="02010600040101010101" pitchFamily="2" charset="-122"/>
                <a:ea typeface="华文楷体" panose="02010600040101010101" pitchFamily="2" charset="-122"/>
              </a:rPr>
              <a:t>结果为</a:t>
            </a:r>
            <a:r>
              <a:rPr lang="en-US" altLang="zh-CN" sz="2200" b="1" dirty="0">
                <a:solidFill>
                  <a:srgbClr val="00B0F0"/>
                </a:solidFill>
                <a:latin typeface="华文楷体" panose="02010600040101010101" pitchFamily="2" charset="-122"/>
                <a:ea typeface="华文楷体" panose="02010600040101010101" pitchFamily="2" charset="-122"/>
              </a:rPr>
              <a:t> 3</a:t>
            </a:r>
          </a:p>
          <a:p>
            <a:r>
              <a:rPr lang="en-US" altLang="zh-CN" sz="2200" b="1" dirty="0">
                <a:solidFill>
                  <a:srgbClr val="00B0F0"/>
                </a:solidFill>
                <a:latin typeface="华文楷体" panose="02010600040101010101" pitchFamily="2" charset="-122"/>
                <a:ea typeface="华文楷体" panose="02010600040101010101" pitchFamily="2" charset="-122"/>
              </a:rPr>
              <a:t>                                   5</a:t>
            </a:r>
            <a:endParaRPr lang="zh-CN" altLang="en-US" sz="2200" b="1" dirty="0">
              <a:solidFill>
                <a:srgbClr val="00B0F0"/>
              </a:solidFill>
              <a:latin typeface="华文楷体" panose="02010600040101010101" pitchFamily="2" charset="-122"/>
              <a:ea typeface="华文楷体" panose="02010600040101010101" pitchFamily="2" charset="-122"/>
            </a:endParaRPr>
          </a:p>
        </p:txBody>
      </p:sp>
      <p:sp>
        <p:nvSpPr>
          <p:cNvPr id="23" name="内容占位符 2">
            <a:extLst>
              <a:ext uri="{FF2B5EF4-FFF2-40B4-BE49-F238E27FC236}">
                <a16:creationId xmlns:a16="http://schemas.microsoft.com/office/drawing/2014/main" id="{4F99DF91-CB1B-418A-A920-1A9480189059}"/>
              </a:ext>
            </a:extLst>
          </p:cNvPr>
          <p:cNvSpPr>
            <a:spLocks noGrp="1"/>
          </p:cNvSpPr>
          <p:nvPr>
            <p:ph idx="1"/>
          </p:nvPr>
        </p:nvSpPr>
        <p:spPr>
          <a:xfrm>
            <a:off x="541294" y="670984"/>
            <a:ext cx="8423194" cy="407291"/>
          </a:xfrm>
          <a:no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indent="0" algn="dist">
              <a:buNone/>
            </a:pPr>
            <a:r>
              <a:rPr lang="zh-CN" altLang="en-US" sz="2000" b="1" kern="1200" dirty="0">
                <a:solidFill>
                  <a:srgbClr val="0070C0"/>
                </a:solidFill>
                <a:latin typeface="微软雅黑" panose="020B0503020204020204" pitchFamily="34" charset="-122"/>
                <a:ea typeface="微软雅黑" panose="020B0503020204020204" pitchFamily="34" charset="-122"/>
              </a:rPr>
              <a:t>掌握数组索引，根据元素在数组中的位置（索引）访问抽取数组元素</a:t>
            </a:r>
            <a:endParaRPr lang="en-US" altLang="zh-CN" sz="2000" b="1" kern="1200" dirty="0">
              <a:solidFill>
                <a:srgbClr val="0070C0"/>
              </a:solidFill>
              <a:latin typeface="微软雅黑" panose="020B0503020204020204" pitchFamily="34" charset="-122"/>
              <a:ea typeface="微软雅黑" panose="020B0503020204020204" pitchFamily="34" charset="-122"/>
            </a:endParaRPr>
          </a:p>
        </p:txBody>
      </p:sp>
      <p:sp>
        <p:nvSpPr>
          <p:cNvPr id="25" name="文本框 24">
            <a:extLst>
              <a:ext uri="{FF2B5EF4-FFF2-40B4-BE49-F238E27FC236}">
                <a16:creationId xmlns:a16="http://schemas.microsoft.com/office/drawing/2014/main" id="{E2B3DB8D-1486-47B9-AD1B-E12AFFC71D0F}"/>
              </a:ext>
            </a:extLst>
          </p:cNvPr>
          <p:cNvSpPr txBox="1"/>
          <p:nvPr/>
        </p:nvSpPr>
        <p:spPr>
          <a:xfrm>
            <a:off x="2403445" y="2597217"/>
            <a:ext cx="2672610" cy="430887"/>
          </a:xfrm>
          <a:prstGeom prst="rect">
            <a:avLst/>
          </a:prstGeom>
          <a:noFill/>
        </p:spPr>
        <p:txBody>
          <a:bodyPr wrap="square">
            <a:spAutoFit/>
          </a:bodyPr>
          <a:lstStyle>
            <a:defPPr>
              <a:defRPr lang="zh-CN"/>
            </a:defPPr>
            <a:lvl1pPr>
              <a:defRPr sz="2200" b="1">
                <a:solidFill>
                  <a:srgbClr val="0070C0"/>
                </a:solidFill>
                <a:latin typeface="华文楷体" panose="02010600040101010101" pitchFamily="2" charset="-122"/>
                <a:ea typeface="华文楷体" panose="02010600040101010101" pitchFamily="2" charset="-122"/>
              </a:defRPr>
            </a:lvl1pPr>
          </a:lstStyle>
          <a:p>
            <a:r>
              <a:rPr lang="en-US" altLang="zh-CN" dirty="0">
                <a:solidFill>
                  <a:srgbClr val="00B0F0"/>
                </a:solidFill>
              </a:rPr>
              <a:t>#</a:t>
            </a:r>
            <a:r>
              <a:rPr lang="zh-CN" altLang="en-US" dirty="0">
                <a:solidFill>
                  <a:srgbClr val="00B0F0"/>
                </a:solidFill>
              </a:rPr>
              <a:t>结果为</a:t>
            </a:r>
            <a:r>
              <a:rPr lang="en-US" altLang="zh-CN" dirty="0">
                <a:solidFill>
                  <a:srgbClr val="00B0F0"/>
                </a:solidFill>
              </a:rPr>
              <a:t>1 3 5</a:t>
            </a:r>
            <a:r>
              <a:rPr lang="zh-CN" altLang="en-US" dirty="0">
                <a:solidFill>
                  <a:srgbClr val="00B0F0"/>
                </a:solidFill>
              </a:rPr>
              <a:t>向量</a:t>
            </a:r>
          </a:p>
        </p:txBody>
      </p:sp>
    </p:spTree>
    <p:extLst>
      <p:ext uri="{BB962C8B-B14F-4D97-AF65-F5344CB8AC3E}">
        <p14:creationId xmlns:p14="http://schemas.microsoft.com/office/powerpoint/2010/main" val="37829698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0"/>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4"/>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5">
                                            <p:txEl>
                                              <p:pRg st="0" end="0"/>
                                            </p:txEl>
                                          </p:spTgt>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15">
                                            <p:txEl>
                                              <p:pRg st="1" end="1"/>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3"/>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21"/>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22">
                                            <p:txEl>
                                              <p:pRg st="0" end="0"/>
                                            </p:txEl>
                                          </p:spTgt>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nodeType="clickEffect">
                                  <p:stCondLst>
                                    <p:cond delay="0"/>
                                  </p:stCondLst>
                                  <p:childTnLst>
                                    <p:set>
                                      <p:cBhvr>
                                        <p:cTn id="68" dur="1" fill="hold">
                                          <p:stCondLst>
                                            <p:cond delay="0"/>
                                          </p:stCondLst>
                                        </p:cTn>
                                        <p:tgtEl>
                                          <p:spTgt spid="2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P spid="6" grpId="0"/>
      <p:bldP spid="7" grpId="0" animBg="1"/>
      <p:bldP spid="11" grpId="0"/>
      <p:bldP spid="13" grpId="0"/>
      <p:bldP spid="14" grpId="0" animBg="1"/>
      <p:bldP spid="2" grpId="0"/>
      <p:bldP spid="18" grpId="0"/>
      <p:bldP spid="10" grpId="0" animBg="1"/>
      <p:bldP spid="20" grpId="0"/>
      <p:bldP spid="21" grpId="0" animBg="1"/>
      <p:bldP spid="2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D3C04488-9825-4A8D-806E-2DF2CD750037}"/>
              </a:ext>
            </a:extLst>
          </p:cNvPr>
          <p:cNvSpPr txBox="1"/>
          <p:nvPr/>
        </p:nvSpPr>
        <p:spPr>
          <a:xfrm>
            <a:off x="683568" y="1230420"/>
            <a:ext cx="4621306" cy="646331"/>
          </a:xfrm>
          <a:prstGeom prst="rect">
            <a:avLst/>
          </a:prstGeom>
          <a:noFill/>
        </p:spPr>
        <p:txBody>
          <a:bodyPr wrap="square">
            <a:spAutoFit/>
          </a:bodyPr>
          <a:lstStyle/>
          <a:p>
            <a:r>
              <a:rPr lang="zh-CN" altLang="en-US" dirty="0"/>
              <a:t>     a=[1 2 3;4 5 6</a:t>
            </a:r>
          </a:p>
          <a:p>
            <a:r>
              <a:rPr lang="zh-CN" altLang="en-US" dirty="0"/>
              <a:t>              6 7 8]</a:t>
            </a:r>
          </a:p>
        </p:txBody>
      </p:sp>
      <p:sp>
        <p:nvSpPr>
          <p:cNvPr id="7" name="文本框 6">
            <a:extLst>
              <a:ext uri="{FF2B5EF4-FFF2-40B4-BE49-F238E27FC236}">
                <a16:creationId xmlns:a16="http://schemas.microsoft.com/office/drawing/2014/main" id="{5F5C5306-BDBE-44D7-ADFF-95291E8D53D7}"/>
              </a:ext>
            </a:extLst>
          </p:cNvPr>
          <p:cNvSpPr txBox="1"/>
          <p:nvPr/>
        </p:nvSpPr>
        <p:spPr>
          <a:xfrm>
            <a:off x="395536" y="2931496"/>
            <a:ext cx="1873274" cy="923330"/>
          </a:xfrm>
          <a:prstGeom prst="rect">
            <a:avLst/>
          </a:prstGeom>
          <a:noFill/>
        </p:spPr>
        <p:txBody>
          <a:bodyPr wrap="square">
            <a:spAutoFit/>
          </a:bodyPr>
          <a:lstStyle/>
          <a:p>
            <a:r>
              <a:rPr lang="en-US" altLang="zh-CN" dirty="0">
                <a:solidFill>
                  <a:srgbClr val="FF0000"/>
                </a:solidFill>
              </a:rPr>
              <a:t>#</a:t>
            </a:r>
            <a:r>
              <a:rPr lang="zh-CN" altLang="en-US" dirty="0">
                <a:solidFill>
                  <a:srgbClr val="FF0000"/>
                </a:solidFill>
              </a:rPr>
              <a:t>访问第</a:t>
            </a:r>
            <a:r>
              <a:rPr lang="en-US" altLang="zh-CN" dirty="0">
                <a:solidFill>
                  <a:srgbClr val="FF0000"/>
                </a:solidFill>
              </a:rPr>
              <a:t>3</a:t>
            </a:r>
            <a:r>
              <a:rPr lang="zh-CN" altLang="en-US" dirty="0">
                <a:solidFill>
                  <a:srgbClr val="FF0000"/>
                </a:solidFill>
              </a:rPr>
              <a:t>个元素</a:t>
            </a:r>
            <a:endParaRPr lang="en-US" altLang="zh-CN" dirty="0">
              <a:solidFill>
                <a:srgbClr val="FF0000"/>
              </a:solidFill>
            </a:endParaRPr>
          </a:p>
          <a:p>
            <a:r>
              <a:rPr lang="zh-CN" altLang="en-US" dirty="0"/>
              <a:t>julia&gt; a[3]</a:t>
            </a:r>
          </a:p>
          <a:p>
            <a:r>
              <a:rPr lang="zh-CN" altLang="en-US" dirty="0">
                <a:solidFill>
                  <a:srgbClr val="00B0F0"/>
                </a:solidFill>
              </a:rPr>
              <a:t>6</a:t>
            </a:r>
          </a:p>
        </p:txBody>
      </p:sp>
      <p:sp>
        <p:nvSpPr>
          <p:cNvPr id="9" name="文本框 8">
            <a:extLst>
              <a:ext uri="{FF2B5EF4-FFF2-40B4-BE49-F238E27FC236}">
                <a16:creationId xmlns:a16="http://schemas.microsoft.com/office/drawing/2014/main" id="{B5F7F53B-DAA0-464E-BA9C-2B1FE261142E}"/>
              </a:ext>
            </a:extLst>
          </p:cNvPr>
          <p:cNvSpPr txBox="1"/>
          <p:nvPr/>
        </p:nvSpPr>
        <p:spPr>
          <a:xfrm>
            <a:off x="373688" y="3709433"/>
            <a:ext cx="2465858" cy="923330"/>
          </a:xfrm>
          <a:prstGeom prst="rect">
            <a:avLst/>
          </a:prstGeom>
          <a:noFill/>
        </p:spPr>
        <p:txBody>
          <a:bodyPr wrap="square">
            <a:spAutoFit/>
          </a:bodyPr>
          <a:lstStyle/>
          <a:p>
            <a:r>
              <a:rPr lang="en-US" altLang="zh-CN" dirty="0">
                <a:solidFill>
                  <a:srgbClr val="FF0000"/>
                </a:solidFill>
              </a:rPr>
              <a:t>#</a:t>
            </a:r>
            <a:r>
              <a:rPr lang="zh-CN" altLang="en-US" dirty="0">
                <a:solidFill>
                  <a:srgbClr val="FF0000"/>
                </a:solidFill>
              </a:rPr>
              <a:t>访问第</a:t>
            </a:r>
            <a:r>
              <a:rPr lang="en-US" altLang="zh-CN" dirty="0">
                <a:solidFill>
                  <a:srgbClr val="FF0000"/>
                </a:solidFill>
              </a:rPr>
              <a:t>3</a:t>
            </a:r>
            <a:r>
              <a:rPr lang="zh-CN" altLang="en-US" dirty="0">
                <a:solidFill>
                  <a:srgbClr val="FF0000"/>
                </a:solidFill>
              </a:rPr>
              <a:t>行</a:t>
            </a:r>
            <a:r>
              <a:rPr lang="en-US" altLang="zh-CN" dirty="0">
                <a:solidFill>
                  <a:srgbClr val="FF0000"/>
                </a:solidFill>
              </a:rPr>
              <a:t>1</a:t>
            </a:r>
            <a:r>
              <a:rPr lang="zh-CN" altLang="en-US" dirty="0">
                <a:solidFill>
                  <a:srgbClr val="FF0000"/>
                </a:solidFill>
              </a:rPr>
              <a:t>列元素</a:t>
            </a:r>
            <a:endParaRPr lang="en-US" altLang="zh-CN" dirty="0">
              <a:solidFill>
                <a:srgbClr val="FF0000"/>
              </a:solidFill>
            </a:endParaRPr>
          </a:p>
          <a:p>
            <a:r>
              <a:rPr lang="zh-CN" altLang="en-US" dirty="0"/>
              <a:t>julia&gt; a[3,1]</a:t>
            </a:r>
          </a:p>
          <a:p>
            <a:r>
              <a:rPr lang="zh-CN" altLang="en-US" dirty="0">
                <a:solidFill>
                  <a:srgbClr val="00B0F0"/>
                </a:solidFill>
              </a:rPr>
              <a:t>6</a:t>
            </a:r>
          </a:p>
        </p:txBody>
      </p:sp>
      <p:sp>
        <p:nvSpPr>
          <p:cNvPr id="11" name="文本框 10">
            <a:extLst>
              <a:ext uri="{FF2B5EF4-FFF2-40B4-BE49-F238E27FC236}">
                <a16:creationId xmlns:a16="http://schemas.microsoft.com/office/drawing/2014/main" id="{FA2415B5-5033-46E7-A6EB-DE39EB094028}"/>
              </a:ext>
            </a:extLst>
          </p:cNvPr>
          <p:cNvSpPr txBox="1"/>
          <p:nvPr/>
        </p:nvSpPr>
        <p:spPr>
          <a:xfrm>
            <a:off x="2839546" y="1203598"/>
            <a:ext cx="3388638" cy="1754326"/>
          </a:xfrm>
          <a:prstGeom prst="rect">
            <a:avLst/>
          </a:prstGeom>
          <a:noFill/>
        </p:spPr>
        <p:txBody>
          <a:bodyPr wrap="square">
            <a:spAutoFit/>
          </a:bodyPr>
          <a:lstStyle/>
          <a:p>
            <a:r>
              <a:rPr lang="en-US" altLang="zh-CN" dirty="0">
                <a:solidFill>
                  <a:srgbClr val="FF0000"/>
                </a:solidFill>
              </a:rPr>
              <a:t>#</a:t>
            </a:r>
            <a:r>
              <a:rPr lang="zh-CN" altLang="en-US" dirty="0">
                <a:solidFill>
                  <a:srgbClr val="FF0000"/>
                </a:solidFill>
              </a:rPr>
              <a:t>访问从第</a:t>
            </a:r>
            <a:r>
              <a:rPr lang="en-US" altLang="zh-CN" dirty="0">
                <a:solidFill>
                  <a:srgbClr val="FF0000"/>
                </a:solidFill>
              </a:rPr>
              <a:t>7</a:t>
            </a:r>
            <a:r>
              <a:rPr lang="zh-CN" altLang="en-US" dirty="0">
                <a:solidFill>
                  <a:srgbClr val="FF0000"/>
                </a:solidFill>
              </a:rPr>
              <a:t>到最后元素的向量</a:t>
            </a:r>
            <a:endParaRPr lang="en-US" altLang="zh-CN" dirty="0">
              <a:solidFill>
                <a:srgbClr val="FF0000"/>
              </a:solidFill>
            </a:endParaRPr>
          </a:p>
          <a:p>
            <a:r>
              <a:rPr lang="zh-CN" altLang="en-US" dirty="0"/>
              <a:t>julia&gt; a[7:</a:t>
            </a:r>
            <a:r>
              <a:rPr lang="zh-CN" altLang="en-US" b="1" dirty="0">
                <a:solidFill>
                  <a:srgbClr val="FF0000"/>
                </a:solidFill>
              </a:rPr>
              <a:t>end</a:t>
            </a:r>
            <a:r>
              <a:rPr lang="zh-CN" altLang="en-US" dirty="0"/>
              <a:t>]</a:t>
            </a:r>
          </a:p>
          <a:p>
            <a:r>
              <a:rPr lang="zh-CN" altLang="en-US" dirty="0">
                <a:solidFill>
                  <a:srgbClr val="00B0F0"/>
                </a:solidFill>
              </a:rPr>
              <a:t>3-element Vector{Int64}:</a:t>
            </a:r>
          </a:p>
          <a:p>
            <a:r>
              <a:rPr lang="zh-CN" altLang="en-US" dirty="0">
                <a:solidFill>
                  <a:srgbClr val="00B0F0"/>
                </a:solidFill>
              </a:rPr>
              <a:t> 3</a:t>
            </a:r>
          </a:p>
          <a:p>
            <a:r>
              <a:rPr lang="zh-CN" altLang="en-US" dirty="0">
                <a:solidFill>
                  <a:srgbClr val="00B0F0"/>
                </a:solidFill>
              </a:rPr>
              <a:t> 6</a:t>
            </a:r>
          </a:p>
          <a:p>
            <a:r>
              <a:rPr lang="zh-CN" altLang="en-US" dirty="0">
                <a:solidFill>
                  <a:srgbClr val="00B0F0"/>
                </a:solidFill>
              </a:rPr>
              <a:t> 8</a:t>
            </a:r>
          </a:p>
        </p:txBody>
      </p:sp>
      <p:sp>
        <p:nvSpPr>
          <p:cNvPr id="13" name="文本框 12">
            <a:extLst>
              <a:ext uri="{FF2B5EF4-FFF2-40B4-BE49-F238E27FC236}">
                <a16:creationId xmlns:a16="http://schemas.microsoft.com/office/drawing/2014/main" id="{8E038293-98F3-4E80-AEA9-8C22C8EAF26D}"/>
              </a:ext>
            </a:extLst>
          </p:cNvPr>
          <p:cNvSpPr txBox="1"/>
          <p:nvPr/>
        </p:nvSpPr>
        <p:spPr>
          <a:xfrm>
            <a:off x="2303191" y="3034702"/>
            <a:ext cx="2952328" cy="1477328"/>
          </a:xfrm>
          <a:prstGeom prst="rect">
            <a:avLst/>
          </a:prstGeom>
          <a:noFill/>
        </p:spPr>
        <p:txBody>
          <a:bodyPr wrap="square">
            <a:spAutoFit/>
          </a:bodyPr>
          <a:lstStyle/>
          <a:p>
            <a:r>
              <a:rPr lang="zh-CN" altLang="en-US" dirty="0"/>
              <a:t>julia&gt; a[2,:]  </a:t>
            </a:r>
            <a:r>
              <a:rPr lang="en-US" altLang="zh-CN" dirty="0">
                <a:solidFill>
                  <a:srgbClr val="FF0000"/>
                </a:solidFill>
              </a:rPr>
              <a:t>#</a:t>
            </a:r>
            <a:r>
              <a:rPr lang="zh-CN" altLang="en-US" dirty="0">
                <a:solidFill>
                  <a:srgbClr val="FF0000"/>
                </a:solidFill>
              </a:rPr>
              <a:t>第</a:t>
            </a:r>
            <a:r>
              <a:rPr lang="en-US" altLang="zh-CN" dirty="0">
                <a:solidFill>
                  <a:srgbClr val="FF0000"/>
                </a:solidFill>
              </a:rPr>
              <a:t>2</a:t>
            </a:r>
            <a:r>
              <a:rPr lang="zh-CN" altLang="en-US" dirty="0">
                <a:solidFill>
                  <a:srgbClr val="FF0000"/>
                </a:solidFill>
              </a:rPr>
              <a:t>行元素</a:t>
            </a:r>
          </a:p>
          <a:p>
            <a:r>
              <a:rPr lang="zh-CN" altLang="en-US" dirty="0">
                <a:solidFill>
                  <a:srgbClr val="00B0F0"/>
                </a:solidFill>
              </a:rPr>
              <a:t>3-element Vector{Int64}:</a:t>
            </a:r>
          </a:p>
          <a:p>
            <a:r>
              <a:rPr lang="zh-CN" altLang="en-US" dirty="0">
                <a:solidFill>
                  <a:srgbClr val="00B0F0"/>
                </a:solidFill>
              </a:rPr>
              <a:t> 4</a:t>
            </a:r>
          </a:p>
          <a:p>
            <a:r>
              <a:rPr lang="zh-CN" altLang="en-US" dirty="0">
                <a:solidFill>
                  <a:srgbClr val="00B0F0"/>
                </a:solidFill>
              </a:rPr>
              <a:t> 5</a:t>
            </a:r>
          </a:p>
          <a:p>
            <a:r>
              <a:rPr lang="zh-CN" altLang="en-US" dirty="0">
                <a:solidFill>
                  <a:srgbClr val="00B0F0"/>
                </a:solidFill>
              </a:rPr>
              <a:t> 6</a:t>
            </a:r>
          </a:p>
        </p:txBody>
      </p:sp>
      <p:sp>
        <p:nvSpPr>
          <p:cNvPr id="15" name="文本框 14">
            <a:extLst>
              <a:ext uri="{FF2B5EF4-FFF2-40B4-BE49-F238E27FC236}">
                <a16:creationId xmlns:a16="http://schemas.microsoft.com/office/drawing/2014/main" id="{E1B6C7A9-E73A-43EC-9873-51B9E87960BC}"/>
              </a:ext>
            </a:extLst>
          </p:cNvPr>
          <p:cNvSpPr txBox="1"/>
          <p:nvPr/>
        </p:nvSpPr>
        <p:spPr>
          <a:xfrm>
            <a:off x="5120896" y="2973609"/>
            <a:ext cx="4128251" cy="1754326"/>
          </a:xfrm>
          <a:prstGeom prst="rect">
            <a:avLst/>
          </a:prstGeom>
          <a:noFill/>
        </p:spPr>
        <p:txBody>
          <a:bodyPr wrap="square">
            <a:spAutoFit/>
          </a:bodyPr>
          <a:lstStyle/>
          <a:p>
            <a:r>
              <a:rPr lang="en-US" altLang="zh-CN" b="1" dirty="0">
                <a:solidFill>
                  <a:srgbClr val="00B0F0"/>
                </a:solidFill>
              </a:rPr>
              <a:t>#</a:t>
            </a:r>
            <a:r>
              <a:rPr lang="zh-CN" altLang="en-US" b="1" dirty="0">
                <a:solidFill>
                  <a:srgbClr val="00B0F0"/>
                </a:solidFill>
              </a:rPr>
              <a:t>加点对每个元素比较，确定位置</a:t>
            </a:r>
          </a:p>
          <a:p>
            <a:r>
              <a:rPr lang="zh-CN" altLang="en-US" dirty="0"/>
              <a:t>julia&gt; aa=</a:t>
            </a:r>
            <a:r>
              <a:rPr lang="zh-CN" altLang="en-US" b="1" dirty="0">
                <a:solidFill>
                  <a:srgbClr val="FF0000"/>
                </a:solidFill>
              </a:rPr>
              <a:t>a.&gt;=7 </a:t>
            </a:r>
            <a:endParaRPr lang="en-US" altLang="zh-CN" b="1" dirty="0">
              <a:solidFill>
                <a:srgbClr val="FF0000"/>
              </a:solidFill>
            </a:endParaRPr>
          </a:p>
          <a:p>
            <a:r>
              <a:rPr lang="zh-CN" altLang="en-US" dirty="0">
                <a:solidFill>
                  <a:srgbClr val="00B0F0"/>
                </a:solidFill>
              </a:rPr>
              <a:t>3×3 BitMatrix:</a:t>
            </a:r>
          </a:p>
          <a:p>
            <a:r>
              <a:rPr lang="zh-CN" altLang="en-US" dirty="0">
                <a:solidFill>
                  <a:srgbClr val="00B0F0"/>
                </a:solidFill>
              </a:rPr>
              <a:t> 0  0  0</a:t>
            </a:r>
          </a:p>
          <a:p>
            <a:r>
              <a:rPr lang="zh-CN" altLang="en-US" dirty="0">
                <a:solidFill>
                  <a:srgbClr val="00B0F0"/>
                </a:solidFill>
              </a:rPr>
              <a:t> 0  0  0</a:t>
            </a:r>
          </a:p>
          <a:p>
            <a:r>
              <a:rPr lang="zh-CN" altLang="en-US" dirty="0">
                <a:solidFill>
                  <a:srgbClr val="00B0F0"/>
                </a:solidFill>
              </a:rPr>
              <a:t> 0  1  1</a:t>
            </a:r>
          </a:p>
        </p:txBody>
      </p:sp>
      <p:sp>
        <p:nvSpPr>
          <p:cNvPr id="16" name="标题 1">
            <a:extLst>
              <a:ext uri="{FF2B5EF4-FFF2-40B4-BE49-F238E27FC236}">
                <a16:creationId xmlns:a16="http://schemas.microsoft.com/office/drawing/2014/main" id="{CF7EDC3D-9644-49B0-9B19-D8C4C6A1C49A}"/>
              </a:ext>
            </a:extLst>
          </p:cNvPr>
          <p:cNvSpPr txBox="1">
            <a:spLocks noGrp="1"/>
          </p:cNvSpPr>
          <p:nvPr>
            <p:ph type="title"/>
          </p:nvPr>
        </p:nvSpPr>
        <p:spPr bwMode="auto">
          <a:xfrm>
            <a:off x="1475656" y="140954"/>
            <a:ext cx="6651217" cy="438150"/>
          </a:xfrm>
          <a:prstGeom prst="rect">
            <a:avLst/>
          </a:prstGeom>
          <a:noFill/>
          <a:ln w="9525">
            <a:noFill/>
            <a:miter lim="800000"/>
            <a:headEnd/>
            <a:tailEnd/>
          </a:ln>
        </p:spPr>
        <p:txBody>
          <a:bodyPr vert="horz" wrap="none" lIns="91440" tIns="45720" rIns="91440" bIns="45720" numCol="1" anchor="b" anchorCtr="0" compatLnSpc="1">
            <a:prstTxWarp prst="textNoShape">
              <a:avLst/>
            </a:prstTxWarp>
          </a:bodyPr>
          <a:lstStyle>
            <a:lvl1pPr algn="l" rtl="0" eaLnBrk="0" fontAlgn="base" hangingPunct="0">
              <a:lnSpc>
                <a:spcPct val="85000"/>
              </a:lnSpc>
              <a:spcBef>
                <a:spcPct val="0"/>
              </a:spcBef>
              <a:spcAft>
                <a:spcPct val="0"/>
              </a:spcAft>
              <a:defRPr sz="3400" b="0">
                <a:solidFill>
                  <a:srgbClr val="002060"/>
                </a:solidFill>
                <a:latin typeface="华文楷体" panose="02010600040101010101" pitchFamily="2" charset="-122"/>
                <a:ea typeface="华文楷体" panose="02010600040101010101" pitchFamily="2" charset="-122"/>
                <a:cs typeface="+mj-cs"/>
              </a:defRPr>
            </a:lvl1pPr>
            <a:lvl2pPr algn="l" rtl="0" eaLnBrk="0" fontAlgn="base" hangingPunct="0">
              <a:lnSpc>
                <a:spcPct val="85000"/>
              </a:lnSpc>
              <a:spcBef>
                <a:spcPct val="0"/>
              </a:spcBef>
              <a:spcAft>
                <a:spcPct val="0"/>
              </a:spcAft>
              <a:defRPr sz="3400" b="1">
                <a:solidFill>
                  <a:srgbClr val="002E5C"/>
                </a:solidFill>
                <a:latin typeface="Helvetica" pitchFamily="34" charset="0"/>
              </a:defRPr>
            </a:lvl2pPr>
            <a:lvl3pPr algn="l" rtl="0" eaLnBrk="0" fontAlgn="base" hangingPunct="0">
              <a:lnSpc>
                <a:spcPct val="85000"/>
              </a:lnSpc>
              <a:spcBef>
                <a:spcPct val="0"/>
              </a:spcBef>
              <a:spcAft>
                <a:spcPct val="0"/>
              </a:spcAft>
              <a:defRPr sz="3400" b="1">
                <a:solidFill>
                  <a:srgbClr val="002E5C"/>
                </a:solidFill>
                <a:latin typeface="Helvetica" pitchFamily="34" charset="0"/>
              </a:defRPr>
            </a:lvl3pPr>
            <a:lvl4pPr algn="l" rtl="0" eaLnBrk="0" fontAlgn="base" hangingPunct="0">
              <a:lnSpc>
                <a:spcPct val="85000"/>
              </a:lnSpc>
              <a:spcBef>
                <a:spcPct val="0"/>
              </a:spcBef>
              <a:spcAft>
                <a:spcPct val="0"/>
              </a:spcAft>
              <a:defRPr sz="3400" b="1">
                <a:solidFill>
                  <a:srgbClr val="002E5C"/>
                </a:solidFill>
                <a:latin typeface="Helvetica" pitchFamily="34" charset="0"/>
              </a:defRPr>
            </a:lvl4pPr>
            <a:lvl5pPr algn="l" rtl="0" eaLnBrk="0" fontAlgn="base" hangingPunct="0">
              <a:lnSpc>
                <a:spcPct val="85000"/>
              </a:lnSpc>
              <a:spcBef>
                <a:spcPct val="0"/>
              </a:spcBef>
              <a:spcAft>
                <a:spcPct val="0"/>
              </a:spcAft>
              <a:defRPr sz="3400" b="1">
                <a:solidFill>
                  <a:srgbClr val="002E5C"/>
                </a:solidFill>
                <a:latin typeface="Helvetica" pitchFamily="34" charset="0"/>
              </a:defRPr>
            </a:lvl5pPr>
            <a:lvl6pPr marL="457200" algn="l" rtl="0" eaLnBrk="1" fontAlgn="base" hangingPunct="1">
              <a:lnSpc>
                <a:spcPct val="85000"/>
              </a:lnSpc>
              <a:spcBef>
                <a:spcPct val="0"/>
              </a:spcBef>
              <a:spcAft>
                <a:spcPct val="0"/>
              </a:spcAft>
              <a:defRPr sz="3400" b="1">
                <a:solidFill>
                  <a:srgbClr val="002E5C"/>
                </a:solidFill>
                <a:latin typeface="Helvetica" pitchFamily="34" charset="0"/>
              </a:defRPr>
            </a:lvl6pPr>
            <a:lvl7pPr marL="914400" algn="l" rtl="0" eaLnBrk="1" fontAlgn="base" hangingPunct="1">
              <a:lnSpc>
                <a:spcPct val="85000"/>
              </a:lnSpc>
              <a:spcBef>
                <a:spcPct val="0"/>
              </a:spcBef>
              <a:spcAft>
                <a:spcPct val="0"/>
              </a:spcAft>
              <a:defRPr sz="3400" b="1">
                <a:solidFill>
                  <a:srgbClr val="002E5C"/>
                </a:solidFill>
                <a:latin typeface="Helvetica" pitchFamily="34" charset="0"/>
              </a:defRPr>
            </a:lvl7pPr>
            <a:lvl8pPr marL="1371600" algn="l" rtl="0" eaLnBrk="1" fontAlgn="base" hangingPunct="1">
              <a:lnSpc>
                <a:spcPct val="85000"/>
              </a:lnSpc>
              <a:spcBef>
                <a:spcPct val="0"/>
              </a:spcBef>
              <a:spcAft>
                <a:spcPct val="0"/>
              </a:spcAft>
              <a:defRPr sz="3400" b="1">
                <a:solidFill>
                  <a:srgbClr val="002E5C"/>
                </a:solidFill>
                <a:latin typeface="Helvetica" pitchFamily="34" charset="0"/>
              </a:defRPr>
            </a:lvl8pPr>
            <a:lvl9pPr marL="1828800" algn="l" rtl="0" eaLnBrk="1" fontAlgn="base" hangingPunct="1">
              <a:lnSpc>
                <a:spcPct val="85000"/>
              </a:lnSpc>
              <a:spcBef>
                <a:spcPct val="0"/>
              </a:spcBef>
              <a:spcAft>
                <a:spcPct val="0"/>
              </a:spcAft>
              <a:defRPr sz="3400" b="1">
                <a:solidFill>
                  <a:srgbClr val="002E5C"/>
                </a:solidFill>
                <a:latin typeface="Helvetica" pitchFamily="34" charset="0"/>
              </a:defRPr>
            </a:lvl9pPr>
          </a:lstStyle>
          <a:p>
            <a:br>
              <a:rPr lang="en-US" altLang="zh-CN" sz="2800" kern="0" dirty="0">
                <a:latin typeface="Helvetica Neue"/>
              </a:rPr>
            </a:br>
            <a:r>
              <a:rPr lang="en-US" altLang="zh-CN" sz="2800" dirty="0">
                <a:latin typeface="Helvetica Neue"/>
              </a:rPr>
              <a:t>§</a:t>
            </a:r>
            <a:r>
              <a:rPr lang="en-US" altLang="zh-CN" sz="2800" kern="1200" dirty="0"/>
              <a:t>1.4.1.4 </a:t>
            </a:r>
            <a:r>
              <a:rPr lang="zh-CN" altLang="en-US" sz="2800" kern="1200" dirty="0"/>
              <a:t>数组索引</a:t>
            </a:r>
            <a:r>
              <a:rPr lang="en-US" altLang="zh-CN" sz="2800" kern="0" dirty="0">
                <a:solidFill>
                  <a:srgbClr val="FF0000"/>
                </a:solidFill>
              </a:rPr>
              <a:t>——</a:t>
            </a:r>
            <a:r>
              <a:rPr lang="zh-CN" altLang="en-US" sz="2800" kern="0" dirty="0">
                <a:solidFill>
                  <a:srgbClr val="FF0000"/>
                </a:solidFill>
              </a:rPr>
              <a:t>修改矩阵</a:t>
            </a:r>
            <a:r>
              <a:rPr lang="zh-CN" altLang="en-US" sz="2800" dirty="0">
                <a:solidFill>
                  <a:srgbClr val="FF0000"/>
                </a:solidFill>
              </a:rPr>
              <a:t>中元素</a:t>
            </a:r>
          </a:p>
        </p:txBody>
      </p:sp>
      <p:sp>
        <p:nvSpPr>
          <p:cNvPr id="12" name="矩形 11">
            <a:extLst>
              <a:ext uri="{FF2B5EF4-FFF2-40B4-BE49-F238E27FC236}">
                <a16:creationId xmlns:a16="http://schemas.microsoft.com/office/drawing/2014/main" id="{0EBDCEDF-248B-4DC9-99CC-9049C1580E63}"/>
              </a:ext>
            </a:extLst>
          </p:cNvPr>
          <p:cNvSpPr/>
          <p:nvPr/>
        </p:nvSpPr>
        <p:spPr>
          <a:xfrm>
            <a:off x="7805999" y="744696"/>
            <a:ext cx="1120367" cy="369332"/>
          </a:xfrm>
          <a:prstGeom prst="rect">
            <a:avLst/>
          </a:prstGeom>
          <a:noFill/>
          <a:ln>
            <a:noFill/>
          </a:ln>
        </p:spPr>
        <p:style>
          <a:lnRef idx="3">
            <a:schemeClr val="lt1"/>
          </a:lnRef>
          <a:fillRef idx="1">
            <a:schemeClr val="accent1"/>
          </a:fillRef>
          <a:effectRef idx="1">
            <a:schemeClr val="accent1"/>
          </a:effectRef>
          <a:fontRef idx="minor">
            <a:schemeClr val="lt1"/>
          </a:fontRef>
        </p:style>
        <p:txBody>
          <a:bodyPr wrap="square">
            <a:spAutoFit/>
          </a:bodyPr>
          <a:lstStyle/>
          <a:p>
            <a:pPr algn="dist"/>
            <a:r>
              <a:rPr lang="en-US" altLang="zh-CN" b="1" kern="0" dirty="0">
                <a:solidFill>
                  <a:schemeClr val="bg1"/>
                </a:solidFill>
                <a:highlight>
                  <a:srgbClr val="003B76"/>
                </a:highlight>
              </a:rPr>
              <a:t>A[k]=</a:t>
            </a:r>
            <a:r>
              <a:rPr lang="zh-CN" altLang="en-US" b="1" kern="0" dirty="0">
                <a:solidFill>
                  <a:schemeClr val="bg1"/>
                </a:solidFill>
                <a:highlight>
                  <a:srgbClr val="003B76"/>
                </a:highlight>
              </a:rPr>
              <a:t>数</a:t>
            </a:r>
          </a:p>
        </p:txBody>
      </p:sp>
      <p:sp>
        <p:nvSpPr>
          <p:cNvPr id="14" name="文本框 13">
            <a:extLst>
              <a:ext uri="{FF2B5EF4-FFF2-40B4-BE49-F238E27FC236}">
                <a16:creationId xmlns:a16="http://schemas.microsoft.com/office/drawing/2014/main" id="{B7F5BE2D-62AA-46C7-B32F-4C187301A938}"/>
              </a:ext>
            </a:extLst>
          </p:cNvPr>
          <p:cNvSpPr txBox="1"/>
          <p:nvPr/>
        </p:nvSpPr>
        <p:spPr>
          <a:xfrm>
            <a:off x="390042" y="752190"/>
            <a:ext cx="3605894" cy="369332"/>
          </a:xfrm>
          <a:prstGeom prst="rect">
            <a:avLst/>
          </a:prstGeom>
          <a:solidFill>
            <a:schemeClr val="bg1"/>
          </a:solidFill>
        </p:spPr>
        <p:txBody>
          <a:bodyPr wrap="square">
            <a:spAutoFit/>
          </a:bodyPr>
          <a:lstStyle/>
          <a:p>
            <a:r>
              <a:rPr lang="zh-CN" altLang="en-US" b="1" dirty="0">
                <a:solidFill>
                  <a:srgbClr val="0070C0"/>
                </a:solidFill>
                <a:latin typeface="微软雅黑" panose="020B0503020204020204" pitchFamily="34" charset="-122"/>
                <a:ea typeface="微软雅黑" panose="020B0503020204020204" pitchFamily="34" charset="-122"/>
              </a:rPr>
              <a:t>修改矩阵</a:t>
            </a:r>
            <a:r>
              <a:rPr lang="en-US" altLang="zh-CN" b="1" dirty="0">
                <a:solidFill>
                  <a:srgbClr val="0070C0"/>
                </a:solidFill>
                <a:latin typeface="微软雅黑" panose="020B0503020204020204" pitchFamily="34" charset="-122"/>
                <a:ea typeface="微软雅黑" panose="020B0503020204020204" pitchFamily="34" charset="-122"/>
              </a:rPr>
              <a:t>A</a:t>
            </a:r>
            <a:r>
              <a:rPr lang="zh-CN" altLang="en-US" b="1" dirty="0">
                <a:solidFill>
                  <a:srgbClr val="0070C0"/>
                </a:solidFill>
                <a:latin typeface="微软雅黑" panose="020B0503020204020204" pitchFamily="34" charset="-122"/>
                <a:ea typeface="微软雅黑" panose="020B0503020204020204" pitchFamily="34" charset="-122"/>
              </a:rPr>
              <a:t>第</a:t>
            </a:r>
            <a:r>
              <a:rPr lang="en-US" altLang="zh-CN" b="1" dirty="0" err="1">
                <a:solidFill>
                  <a:srgbClr val="0070C0"/>
                </a:solidFill>
                <a:latin typeface="微软雅黑" panose="020B0503020204020204" pitchFamily="34" charset="-122"/>
                <a:ea typeface="微软雅黑" panose="020B0503020204020204" pitchFamily="34" charset="-122"/>
              </a:rPr>
              <a:t>i</a:t>
            </a:r>
            <a:r>
              <a:rPr lang="zh-CN" altLang="en-US" b="1" dirty="0">
                <a:solidFill>
                  <a:srgbClr val="0070C0"/>
                </a:solidFill>
                <a:latin typeface="微软雅黑" panose="020B0503020204020204" pitchFamily="34" charset="-122"/>
                <a:ea typeface="微软雅黑" panose="020B0503020204020204" pitchFamily="34" charset="-122"/>
              </a:rPr>
              <a:t>行第</a:t>
            </a:r>
            <a:r>
              <a:rPr lang="en-US" altLang="zh-CN" b="1" dirty="0">
                <a:solidFill>
                  <a:srgbClr val="0070C0"/>
                </a:solidFill>
                <a:latin typeface="微软雅黑" panose="020B0503020204020204" pitchFamily="34" charset="-122"/>
                <a:ea typeface="微软雅黑" panose="020B0503020204020204" pitchFamily="34" charset="-122"/>
              </a:rPr>
              <a:t>j</a:t>
            </a:r>
            <a:r>
              <a:rPr lang="zh-CN" altLang="en-US" b="1" dirty="0">
                <a:solidFill>
                  <a:srgbClr val="0070C0"/>
                </a:solidFill>
                <a:latin typeface="微软雅黑" panose="020B0503020204020204" pitchFamily="34" charset="-122"/>
                <a:ea typeface="微软雅黑" panose="020B0503020204020204" pitchFamily="34" charset="-122"/>
              </a:rPr>
              <a:t>列元素为新数</a:t>
            </a:r>
          </a:p>
        </p:txBody>
      </p:sp>
      <p:sp>
        <p:nvSpPr>
          <p:cNvPr id="17" name="文本框 16">
            <a:extLst>
              <a:ext uri="{FF2B5EF4-FFF2-40B4-BE49-F238E27FC236}">
                <a16:creationId xmlns:a16="http://schemas.microsoft.com/office/drawing/2014/main" id="{1AAF046E-6D1A-4C90-830F-C6F70475FCF1}"/>
              </a:ext>
            </a:extLst>
          </p:cNvPr>
          <p:cNvSpPr txBox="1"/>
          <p:nvPr/>
        </p:nvSpPr>
        <p:spPr>
          <a:xfrm>
            <a:off x="4913981" y="720587"/>
            <a:ext cx="3388638" cy="369332"/>
          </a:xfrm>
          <a:prstGeom prst="rect">
            <a:avLst/>
          </a:prstGeom>
          <a:noFill/>
        </p:spPr>
        <p:txBody>
          <a:bodyPr wrap="square">
            <a:spAutoFit/>
          </a:bodyPr>
          <a:lstStyle>
            <a:defPPr>
              <a:defRPr lang="zh-CN"/>
            </a:defPPr>
            <a:lvl1pPr>
              <a:defRPr sz="2000" b="1">
                <a:solidFill>
                  <a:srgbClr val="00B0F0"/>
                </a:solidFill>
                <a:latin typeface="微软雅黑" panose="020B0503020204020204" pitchFamily="34" charset="-122"/>
                <a:ea typeface="微软雅黑" panose="020B0503020204020204" pitchFamily="34" charset="-122"/>
              </a:defRPr>
            </a:lvl1pPr>
          </a:lstStyle>
          <a:p>
            <a:r>
              <a:rPr lang="zh-CN" altLang="en-US" sz="1800" dirty="0">
                <a:solidFill>
                  <a:srgbClr val="0070C0"/>
                </a:solidFill>
              </a:rPr>
              <a:t>修改矩阵</a:t>
            </a:r>
            <a:r>
              <a:rPr lang="en-US" altLang="zh-CN" sz="1800" dirty="0">
                <a:solidFill>
                  <a:srgbClr val="0070C0"/>
                </a:solidFill>
              </a:rPr>
              <a:t>A</a:t>
            </a:r>
            <a:r>
              <a:rPr lang="zh-CN" altLang="en-US" sz="1800" dirty="0">
                <a:solidFill>
                  <a:srgbClr val="0070C0"/>
                </a:solidFill>
              </a:rPr>
              <a:t>第</a:t>
            </a:r>
            <a:r>
              <a:rPr lang="en-US" altLang="zh-CN" sz="1800" dirty="0">
                <a:solidFill>
                  <a:srgbClr val="0070C0"/>
                </a:solidFill>
              </a:rPr>
              <a:t>k</a:t>
            </a:r>
            <a:r>
              <a:rPr lang="zh-CN" altLang="en-US" sz="1800" dirty="0">
                <a:solidFill>
                  <a:srgbClr val="0070C0"/>
                </a:solidFill>
              </a:rPr>
              <a:t>个元素为新数</a:t>
            </a:r>
          </a:p>
        </p:txBody>
      </p:sp>
      <p:sp>
        <p:nvSpPr>
          <p:cNvPr id="18" name="文本框 17">
            <a:extLst>
              <a:ext uri="{FF2B5EF4-FFF2-40B4-BE49-F238E27FC236}">
                <a16:creationId xmlns:a16="http://schemas.microsoft.com/office/drawing/2014/main" id="{C961BAA0-1CDF-40F6-935F-805235711779}"/>
              </a:ext>
            </a:extLst>
          </p:cNvPr>
          <p:cNvSpPr txBox="1"/>
          <p:nvPr/>
        </p:nvSpPr>
        <p:spPr>
          <a:xfrm>
            <a:off x="6156176" y="1103330"/>
            <a:ext cx="3058466" cy="2031325"/>
          </a:xfrm>
          <a:prstGeom prst="rect">
            <a:avLst/>
          </a:prstGeom>
          <a:noFill/>
        </p:spPr>
        <p:txBody>
          <a:bodyPr wrap="square">
            <a:spAutoFit/>
          </a:bodyPr>
          <a:lstStyle/>
          <a:p>
            <a:r>
              <a:rPr lang="zh-CN" altLang="en-US" dirty="0"/>
              <a:t>julia&gt; a[1,2]=44  </a:t>
            </a:r>
            <a:r>
              <a:rPr lang="en-US" altLang="zh-CN" dirty="0">
                <a:solidFill>
                  <a:srgbClr val="FF0000"/>
                </a:solidFill>
              </a:rPr>
              <a:t>#</a:t>
            </a:r>
            <a:r>
              <a:rPr lang="zh-CN" altLang="en-US" dirty="0">
                <a:solidFill>
                  <a:srgbClr val="FF0000"/>
                </a:solidFill>
              </a:rPr>
              <a:t>修改替换</a:t>
            </a:r>
          </a:p>
          <a:p>
            <a:r>
              <a:rPr lang="zh-CN" altLang="en-US" dirty="0">
                <a:solidFill>
                  <a:srgbClr val="00B0F0"/>
                </a:solidFill>
              </a:rPr>
              <a:t>44</a:t>
            </a:r>
          </a:p>
          <a:p>
            <a:r>
              <a:rPr lang="zh-CN" altLang="en-US" dirty="0"/>
              <a:t>julia&gt; a</a:t>
            </a:r>
          </a:p>
          <a:p>
            <a:r>
              <a:rPr lang="zh-CN" altLang="en-US" dirty="0">
                <a:solidFill>
                  <a:srgbClr val="00B0F0"/>
                </a:solidFill>
              </a:rPr>
              <a:t>3×3 Matrix{Int64}:</a:t>
            </a:r>
          </a:p>
          <a:p>
            <a:r>
              <a:rPr lang="zh-CN" altLang="en-US" dirty="0">
                <a:solidFill>
                  <a:srgbClr val="00B0F0"/>
                </a:solidFill>
              </a:rPr>
              <a:t> 1  44  3</a:t>
            </a:r>
          </a:p>
          <a:p>
            <a:r>
              <a:rPr lang="zh-CN" altLang="en-US" dirty="0">
                <a:solidFill>
                  <a:srgbClr val="00B0F0"/>
                </a:solidFill>
              </a:rPr>
              <a:t> 4   5  6</a:t>
            </a:r>
          </a:p>
          <a:p>
            <a:r>
              <a:rPr lang="zh-CN" altLang="en-US" dirty="0">
                <a:solidFill>
                  <a:srgbClr val="00B0F0"/>
                </a:solidFill>
              </a:rPr>
              <a:t> 6   7  8</a:t>
            </a:r>
          </a:p>
        </p:txBody>
      </p:sp>
      <p:sp>
        <p:nvSpPr>
          <p:cNvPr id="19" name="波形 18">
            <a:extLst>
              <a:ext uri="{FF2B5EF4-FFF2-40B4-BE49-F238E27FC236}">
                <a16:creationId xmlns:a16="http://schemas.microsoft.com/office/drawing/2014/main" id="{536ED254-074B-43DC-A23E-7B87C71C1670}"/>
              </a:ext>
            </a:extLst>
          </p:cNvPr>
          <p:cNvSpPr/>
          <p:nvPr/>
        </p:nvSpPr>
        <p:spPr>
          <a:xfrm>
            <a:off x="539552" y="1244018"/>
            <a:ext cx="408687" cy="423878"/>
          </a:xfrm>
          <a:prstGeom prst="wave">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anchor="ctr">
            <a:noAutofit/>
          </a:bodyPr>
          <a:lstStyle/>
          <a:p>
            <a:pPr algn="ctr" eaLnBrk="0" fontAlgn="auto">
              <a:lnSpc>
                <a:spcPct val="140000"/>
              </a:lnSpc>
              <a:spcBef>
                <a:spcPts val="0"/>
              </a:spcBef>
              <a:spcAft>
                <a:spcPts val="0"/>
              </a:spcAft>
            </a:pPr>
            <a:r>
              <a:rPr lang="en-US" altLang="ko-KR" sz="2000" b="1" dirty="0">
                <a:solidFill>
                  <a:srgbClr val="FFFF00"/>
                </a:solidFill>
                <a:latin typeface="微软雅黑" panose="020B0503020204020204" pitchFamily="34" charset="-122"/>
                <a:ea typeface="微软雅黑" panose="020B0503020204020204" pitchFamily="34" charset="-122"/>
              </a:rPr>
              <a:t>例</a:t>
            </a:r>
            <a:endParaRPr lang="ko-KR" altLang="en-US" sz="2000" b="1" dirty="0">
              <a:solidFill>
                <a:srgbClr val="FFFF00"/>
              </a:solidFill>
              <a:latin typeface="微软雅黑" panose="020B0503020204020204" pitchFamily="34" charset="-122"/>
              <a:ea typeface="微软雅黑" panose="020B0503020204020204" pitchFamily="34" charset="-122"/>
            </a:endParaRPr>
          </a:p>
        </p:txBody>
      </p:sp>
      <p:sp>
        <p:nvSpPr>
          <p:cNvPr id="3" name="文本框 2">
            <a:extLst>
              <a:ext uri="{FF2B5EF4-FFF2-40B4-BE49-F238E27FC236}">
                <a16:creationId xmlns:a16="http://schemas.microsoft.com/office/drawing/2014/main" id="{5FD5B76D-9EA9-1B08-2BCA-3CEA1B7B3F86}"/>
              </a:ext>
            </a:extLst>
          </p:cNvPr>
          <p:cNvSpPr txBox="1"/>
          <p:nvPr/>
        </p:nvSpPr>
        <p:spPr>
          <a:xfrm>
            <a:off x="361155" y="1776794"/>
            <a:ext cx="2302762" cy="1200329"/>
          </a:xfrm>
          <a:prstGeom prst="rect">
            <a:avLst/>
          </a:prstGeom>
          <a:noFill/>
        </p:spPr>
        <p:txBody>
          <a:bodyPr wrap="square">
            <a:spAutoFit/>
          </a:bodyPr>
          <a:lstStyle/>
          <a:p>
            <a:r>
              <a:rPr lang="zh-CN" altLang="en-US" dirty="0">
                <a:solidFill>
                  <a:srgbClr val="00B0F0"/>
                </a:solidFill>
              </a:rPr>
              <a:t> 3×3 Matrix{Int64}:</a:t>
            </a:r>
          </a:p>
          <a:p>
            <a:r>
              <a:rPr lang="zh-CN" altLang="en-US" dirty="0">
                <a:solidFill>
                  <a:srgbClr val="00B0F0"/>
                </a:solidFill>
              </a:rPr>
              <a:t> 1  2  3</a:t>
            </a:r>
          </a:p>
          <a:p>
            <a:r>
              <a:rPr lang="zh-CN" altLang="en-US" dirty="0">
                <a:solidFill>
                  <a:srgbClr val="00B0F0"/>
                </a:solidFill>
              </a:rPr>
              <a:t> 4  5  6</a:t>
            </a:r>
          </a:p>
          <a:p>
            <a:r>
              <a:rPr lang="zh-CN" altLang="en-US" dirty="0">
                <a:solidFill>
                  <a:srgbClr val="00B0F0"/>
                </a:solidFill>
              </a:rPr>
              <a:t> 6  7  8</a:t>
            </a:r>
          </a:p>
        </p:txBody>
      </p:sp>
      <p:sp>
        <p:nvSpPr>
          <p:cNvPr id="10" name="矩形 9">
            <a:extLst>
              <a:ext uri="{FF2B5EF4-FFF2-40B4-BE49-F238E27FC236}">
                <a16:creationId xmlns:a16="http://schemas.microsoft.com/office/drawing/2014/main" id="{E15E61FA-A599-46BA-85F9-4188D4B1FD6B}"/>
              </a:ext>
            </a:extLst>
          </p:cNvPr>
          <p:cNvSpPr/>
          <p:nvPr/>
        </p:nvSpPr>
        <p:spPr>
          <a:xfrm>
            <a:off x="3650466" y="767324"/>
            <a:ext cx="1283350" cy="369332"/>
          </a:xfrm>
          <a:prstGeom prst="rect">
            <a:avLst/>
          </a:prstGeom>
          <a:noFill/>
          <a:ln>
            <a:noFill/>
          </a:ln>
        </p:spPr>
        <p:style>
          <a:lnRef idx="3">
            <a:schemeClr val="lt1"/>
          </a:lnRef>
          <a:fillRef idx="1">
            <a:schemeClr val="accent1"/>
          </a:fillRef>
          <a:effectRef idx="1">
            <a:schemeClr val="accent1"/>
          </a:effectRef>
          <a:fontRef idx="minor">
            <a:schemeClr val="lt1"/>
          </a:fontRef>
        </p:style>
        <p:txBody>
          <a:bodyPr wrap="square">
            <a:spAutoFit/>
          </a:bodyPr>
          <a:lstStyle/>
          <a:p>
            <a:pPr algn="ctr"/>
            <a:r>
              <a:rPr lang="en-US" altLang="zh-CN" b="1" kern="0" dirty="0">
                <a:solidFill>
                  <a:schemeClr val="bg1"/>
                </a:solidFill>
                <a:highlight>
                  <a:srgbClr val="003B76"/>
                </a:highlight>
              </a:rPr>
              <a:t>A[</a:t>
            </a:r>
            <a:r>
              <a:rPr lang="en-US" altLang="zh-CN" b="1" kern="0" dirty="0" err="1">
                <a:solidFill>
                  <a:schemeClr val="bg1"/>
                </a:solidFill>
                <a:highlight>
                  <a:srgbClr val="003B76"/>
                </a:highlight>
              </a:rPr>
              <a:t>i,j</a:t>
            </a:r>
            <a:r>
              <a:rPr lang="en-US" altLang="zh-CN" b="1" kern="0" dirty="0">
                <a:solidFill>
                  <a:schemeClr val="bg1"/>
                </a:solidFill>
                <a:highlight>
                  <a:srgbClr val="003B76"/>
                </a:highlight>
              </a:rPr>
              <a:t>]=</a:t>
            </a:r>
            <a:r>
              <a:rPr lang="zh-CN" altLang="en-US" b="1" kern="0" dirty="0">
                <a:solidFill>
                  <a:schemeClr val="bg1"/>
                </a:solidFill>
                <a:highlight>
                  <a:srgbClr val="003B76"/>
                </a:highlight>
              </a:rPr>
              <a:t>数</a:t>
            </a:r>
            <a:endParaRPr lang="zh-CN" altLang="en-US" b="1" dirty="0">
              <a:solidFill>
                <a:schemeClr val="bg1"/>
              </a:solidFill>
              <a:highlight>
                <a:srgbClr val="003B76"/>
              </a:highlight>
              <a:latin typeface="Times New Roman" panose="02020603050405020304" pitchFamily="18" charset="0"/>
              <a:cs typeface="Times New Roman" panose="02020603050405020304" pitchFamily="18" charset="0"/>
            </a:endParaRPr>
          </a:p>
        </p:txBody>
      </p:sp>
      <p:sp>
        <p:nvSpPr>
          <p:cNvPr id="20" name="文本框 19">
            <a:extLst>
              <a:ext uri="{FF2B5EF4-FFF2-40B4-BE49-F238E27FC236}">
                <a16:creationId xmlns:a16="http://schemas.microsoft.com/office/drawing/2014/main" id="{07EBCC7D-A90C-41EE-ADD9-6782AA9F515E}"/>
              </a:ext>
            </a:extLst>
          </p:cNvPr>
          <p:cNvSpPr txBox="1"/>
          <p:nvPr/>
        </p:nvSpPr>
        <p:spPr>
          <a:xfrm>
            <a:off x="6956997" y="3397984"/>
            <a:ext cx="2339752" cy="1323439"/>
          </a:xfrm>
          <a:prstGeom prst="rect">
            <a:avLst/>
          </a:prstGeom>
          <a:noFill/>
        </p:spPr>
        <p:txBody>
          <a:bodyPr wrap="square">
            <a:spAutoFit/>
          </a:bodyPr>
          <a:lstStyle/>
          <a:p>
            <a:r>
              <a:rPr lang="en-US" altLang="zh-CN" sz="1600" b="1" dirty="0">
                <a:solidFill>
                  <a:srgbClr val="FF0000"/>
                </a:solidFill>
              </a:rPr>
              <a:t>#</a:t>
            </a:r>
            <a:r>
              <a:rPr lang="zh-CN" altLang="en-US" sz="1600" b="1" dirty="0">
                <a:solidFill>
                  <a:srgbClr val="FF0000"/>
                </a:solidFill>
              </a:rPr>
              <a:t>访问</a:t>
            </a:r>
            <a:r>
              <a:rPr lang="en-US" altLang="zh-CN" sz="1600" b="1" dirty="0">
                <a:solidFill>
                  <a:srgbClr val="FF0000"/>
                </a:solidFill>
              </a:rPr>
              <a:t>&gt;=7</a:t>
            </a:r>
            <a:r>
              <a:rPr lang="zh-CN" altLang="en-US" sz="1600" b="1" dirty="0">
                <a:solidFill>
                  <a:srgbClr val="FF0000"/>
                </a:solidFill>
              </a:rPr>
              <a:t>的元素</a:t>
            </a:r>
            <a:endParaRPr lang="en-US" altLang="zh-CN" sz="1600" b="1" dirty="0">
              <a:solidFill>
                <a:srgbClr val="FF0000"/>
              </a:solidFill>
            </a:endParaRPr>
          </a:p>
          <a:p>
            <a:r>
              <a:rPr lang="zh-CN" altLang="en-US" sz="1600" dirty="0">
                <a:solidFill>
                  <a:srgbClr val="00B0F0"/>
                </a:solidFill>
              </a:rPr>
              <a:t>julia&gt; a[a.&gt;=7]</a:t>
            </a:r>
          </a:p>
          <a:p>
            <a:r>
              <a:rPr lang="zh-CN" altLang="en-US" sz="1600" dirty="0">
                <a:solidFill>
                  <a:srgbClr val="00B0F0"/>
                </a:solidFill>
              </a:rPr>
              <a:t>2-element Vector{Int64}:</a:t>
            </a:r>
          </a:p>
          <a:p>
            <a:r>
              <a:rPr lang="zh-CN" altLang="en-US" sz="1600" dirty="0">
                <a:solidFill>
                  <a:srgbClr val="00B0F0"/>
                </a:solidFill>
              </a:rPr>
              <a:t> 7</a:t>
            </a:r>
          </a:p>
          <a:p>
            <a:r>
              <a:rPr lang="zh-CN" altLang="en-US" sz="1600" dirty="0">
                <a:solidFill>
                  <a:srgbClr val="00B0F0"/>
                </a:solidFill>
              </a:rPr>
              <a:t> 8</a:t>
            </a:r>
          </a:p>
        </p:txBody>
      </p:sp>
    </p:spTree>
    <p:extLst>
      <p:ext uri="{BB962C8B-B14F-4D97-AF65-F5344CB8AC3E}">
        <p14:creationId xmlns:p14="http://schemas.microsoft.com/office/powerpoint/2010/main" val="4985320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6871FECC-6FFE-4C3C-92AB-81144350DE07}"/>
              </a:ext>
            </a:extLst>
          </p:cNvPr>
          <p:cNvSpPr/>
          <p:nvPr/>
        </p:nvSpPr>
        <p:spPr>
          <a:xfrm>
            <a:off x="333666" y="1385768"/>
            <a:ext cx="3361565" cy="3057055"/>
          </a:xfrm>
          <a:prstGeom prst="rect">
            <a:avLst/>
          </a:prstGeom>
        </p:spPr>
        <p:txBody>
          <a:bodyPr wrap="square">
            <a:spAutoFit/>
          </a:bodyPr>
          <a:lstStyle/>
          <a:p>
            <a:pPr algn="just">
              <a:lnSpc>
                <a:spcPts val="3100"/>
              </a:lnSpc>
              <a:spcAft>
                <a:spcPts val="0"/>
              </a:spcAft>
            </a:pPr>
            <a:r>
              <a:rPr lang="en-US" altLang="zh-CN" sz="2000" b="1" kern="100" dirty="0">
                <a:solidFill>
                  <a:srgbClr val="0070C0"/>
                </a:solidFill>
                <a:latin typeface="Times New Roman" panose="02020603050405020304" pitchFamily="18" charset="0"/>
                <a:ea typeface="宋体" panose="02010600030101010101" pitchFamily="2" charset="-122"/>
              </a:rPr>
              <a:t>#Julia</a:t>
            </a:r>
            <a:r>
              <a:rPr lang="zh-CN" altLang="en-US" sz="2000" b="1" kern="100" dirty="0">
                <a:solidFill>
                  <a:srgbClr val="0070C0"/>
                </a:solidFill>
                <a:latin typeface="Times New Roman" panose="02020603050405020304" pitchFamily="18" charset="0"/>
                <a:ea typeface="宋体" panose="02010600030101010101" pitchFamily="2" charset="-122"/>
              </a:rPr>
              <a:t>语言</a:t>
            </a:r>
            <a:endParaRPr lang="en-US" altLang="zh-CN" sz="2000" b="1" kern="100" dirty="0">
              <a:solidFill>
                <a:srgbClr val="0070C0"/>
              </a:solidFill>
              <a:latin typeface="Times New Roman" panose="02020603050405020304" pitchFamily="18" charset="0"/>
              <a:ea typeface="宋体" panose="02010600030101010101" pitchFamily="2" charset="-122"/>
            </a:endParaRPr>
          </a:p>
          <a:p>
            <a:pPr algn="just">
              <a:lnSpc>
                <a:spcPts val="3400"/>
              </a:lnSpc>
              <a:spcAft>
                <a:spcPts val="0"/>
              </a:spcAft>
            </a:pPr>
            <a:r>
              <a:rPr lang="en-US" altLang="zh-CN" sz="2000" b="1" kern="100" dirty="0">
                <a:solidFill>
                  <a:srgbClr val="FF0000"/>
                </a:solidFill>
                <a:latin typeface="Times New Roman" panose="02020603050405020304" pitchFamily="18" charset="0"/>
                <a:ea typeface="宋体" panose="02010600030101010101" pitchFamily="2" charset="-122"/>
              </a:rPr>
              <a:t>w=</a:t>
            </a:r>
            <a:r>
              <a:rPr lang="en-US" altLang="zh-CN" sz="2000" b="1" kern="100" dirty="0" err="1">
                <a:solidFill>
                  <a:srgbClr val="FF0000"/>
                </a:solidFill>
                <a:latin typeface="Times New Roman" panose="02020603050405020304" pitchFamily="18" charset="0"/>
                <a:ea typeface="宋体" panose="02010600030101010101" pitchFamily="2" charset="-122"/>
              </a:rPr>
              <a:t>LinRange</a:t>
            </a:r>
            <a:r>
              <a:rPr lang="en-US" altLang="zh-CN" sz="2000" b="1" kern="100" dirty="0">
                <a:solidFill>
                  <a:srgbClr val="FF0000"/>
                </a:solidFill>
                <a:latin typeface="Times New Roman" panose="02020603050405020304" pitchFamily="18" charset="0"/>
                <a:ea typeface="宋体" panose="02010600030101010101" pitchFamily="2" charset="-122"/>
              </a:rPr>
              <a:t>(0,2pi,20)</a:t>
            </a:r>
          </a:p>
          <a:p>
            <a:pPr algn="just">
              <a:lnSpc>
                <a:spcPts val="3400"/>
              </a:lnSpc>
              <a:spcAft>
                <a:spcPts val="0"/>
              </a:spcAft>
            </a:pPr>
            <a:r>
              <a:rPr lang="en-US" altLang="zh-CN" sz="2000" b="1" kern="100" dirty="0" err="1">
                <a:latin typeface="Times New Roman" panose="02020603050405020304" pitchFamily="18" charset="0"/>
                <a:ea typeface="宋体" panose="02010600030101010101" pitchFamily="2" charset="-122"/>
              </a:rPr>
              <a:t>u,v</a:t>
            </a:r>
            <a:r>
              <a:rPr lang="en-US" altLang="zh-CN" sz="2000" b="1" kern="100" dirty="0">
                <a:latin typeface="Times New Roman" panose="02020603050405020304" pitchFamily="18" charset="0"/>
                <a:ea typeface="宋体" panose="02010600030101010101" pitchFamily="2" charset="-122"/>
              </a:rPr>
              <a:t>=meshgrid2(w);   </a:t>
            </a:r>
          </a:p>
          <a:p>
            <a:pPr algn="just">
              <a:lnSpc>
                <a:spcPts val="3400"/>
              </a:lnSpc>
              <a:spcAft>
                <a:spcPts val="0"/>
              </a:spcAft>
            </a:pPr>
            <a:r>
              <a:rPr lang="en-US" altLang="zh-CN" sz="2000" b="1" kern="100" dirty="0">
                <a:latin typeface="Times New Roman" panose="02020603050405020304" pitchFamily="18" charset="0"/>
                <a:ea typeface="宋体" panose="02010600030101010101" pitchFamily="2" charset="-122"/>
              </a:rPr>
              <a:t>x=@. (6+2cos(u))*cos(v);  </a:t>
            </a:r>
          </a:p>
          <a:p>
            <a:pPr algn="just">
              <a:lnSpc>
                <a:spcPts val="3400"/>
              </a:lnSpc>
              <a:spcAft>
                <a:spcPts val="0"/>
              </a:spcAft>
            </a:pPr>
            <a:r>
              <a:rPr lang="en-US" altLang="zh-CN" sz="2000" b="1" kern="100" dirty="0">
                <a:latin typeface="Times New Roman" panose="02020603050405020304" pitchFamily="18" charset="0"/>
                <a:ea typeface="宋体" panose="02010600030101010101" pitchFamily="2" charset="-122"/>
              </a:rPr>
              <a:t>y=@.  (6+2cos(u))*sin.(v);      </a:t>
            </a:r>
          </a:p>
          <a:p>
            <a:pPr algn="just">
              <a:lnSpc>
                <a:spcPts val="3400"/>
              </a:lnSpc>
              <a:spcAft>
                <a:spcPts val="0"/>
              </a:spcAft>
            </a:pPr>
            <a:r>
              <a:rPr lang="en-US" altLang="zh-CN" sz="2000" b="1" kern="100" dirty="0">
                <a:latin typeface="Times New Roman" panose="02020603050405020304" pitchFamily="18" charset="0"/>
                <a:ea typeface="宋体" panose="02010600030101010101" pitchFamily="2" charset="-122"/>
              </a:rPr>
              <a:t>z=@. 2sin(v);     </a:t>
            </a:r>
          </a:p>
          <a:p>
            <a:pPr algn="just">
              <a:lnSpc>
                <a:spcPts val="3400"/>
              </a:lnSpc>
              <a:spcAft>
                <a:spcPts val="0"/>
              </a:spcAft>
            </a:pPr>
            <a:r>
              <a:rPr lang="en-US" altLang="zh-CN" sz="2000" b="1" kern="100" dirty="0">
                <a:latin typeface="Times New Roman" panose="02020603050405020304" pitchFamily="18" charset="0"/>
                <a:ea typeface="宋体" panose="02010600030101010101" pitchFamily="2" charset="-122"/>
              </a:rPr>
              <a:t>surf(</a:t>
            </a:r>
            <a:r>
              <a:rPr lang="en-US" altLang="zh-CN" sz="2000" b="1" kern="100" dirty="0" err="1">
                <a:latin typeface="Times New Roman" panose="02020603050405020304" pitchFamily="18" charset="0"/>
                <a:ea typeface="宋体" panose="02010600030101010101" pitchFamily="2" charset="-122"/>
              </a:rPr>
              <a:t>x,y,z</a:t>
            </a:r>
            <a:r>
              <a:rPr lang="en-US" altLang="zh-CN" sz="2000" b="1" kern="100" dirty="0">
                <a:latin typeface="Times New Roman" panose="02020603050405020304" pitchFamily="18" charset="0"/>
                <a:ea typeface="宋体" panose="02010600030101010101" pitchFamily="2" charset="-122"/>
              </a:rPr>
              <a:t>); </a:t>
            </a:r>
          </a:p>
        </p:txBody>
      </p:sp>
      <p:sp>
        <p:nvSpPr>
          <p:cNvPr id="5" name="矩形 4">
            <a:extLst>
              <a:ext uri="{FF2B5EF4-FFF2-40B4-BE49-F238E27FC236}">
                <a16:creationId xmlns:a16="http://schemas.microsoft.com/office/drawing/2014/main" id="{5A14548A-068E-48A9-BDFB-5DC206DA033B}"/>
              </a:ext>
            </a:extLst>
          </p:cNvPr>
          <p:cNvSpPr/>
          <p:nvPr/>
        </p:nvSpPr>
        <p:spPr>
          <a:xfrm>
            <a:off x="1171773" y="740478"/>
            <a:ext cx="7864723" cy="707886"/>
          </a:xfrm>
          <a:prstGeom prst="rect">
            <a:avLst/>
          </a:prstGeom>
          <a:solidFill>
            <a:schemeClr val="bg1"/>
          </a:solidFill>
        </p:spPr>
        <p:txBody>
          <a:bodyPr wrap="square">
            <a:spAutoFit/>
          </a:bodyPr>
          <a:lstStyle/>
          <a:p>
            <a:pPr>
              <a:lnSpc>
                <a:spcPts val="2400"/>
              </a:lnSpc>
            </a:pPr>
            <a:r>
              <a:rPr lang="zh-CN" altLang="en-US" b="1" dirty="0">
                <a:solidFill>
                  <a:srgbClr val="0070C0"/>
                </a:solidFill>
                <a:latin typeface="微软雅黑" panose="020B0503020204020204" pitchFamily="34" charset="-122"/>
                <a:ea typeface="微软雅黑" panose="020B0503020204020204" pitchFamily="34" charset="-122"/>
              </a:rPr>
              <a:t>在</a:t>
            </a:r>
            <a:r>
              <a:rPr lang="en-US" altLang="zh-CN" b="1" dirty="0">
                <a:solidFill>
                  <a:srgbClr val="0070C0"/>
                </a:solidFill>
                <a:latin typeface="微软雅黑" panose="020B0503020204020204" pitchFamily="34" charset="-122"/>
                <a:ea typeface="微软雅黑" panose="020B0503020204020204" pitchFamily="34" charset="-122"/>
              </a:rPr>
              <a:t>u</a:t>
            </a:r>
            <a:r>
              <a:rPr lang="zh-CN" altLang="en-US" b="1" dirty="0">
                <a:solidFill>
                  <a:srgbClr val="0070C0"/>
                </a:solidFill>
                <a:latin typeface="微软雅黑" panose="020B0503020204020204" pitchFamily="34" charset="-122"/>
                <a:ea typeface="微软雅黑" panose="020B0503020204020204" pitchFamily="34" charset="-122"/>
              </a:rPr>
              <a:t>和</a:t>
            </a:r>
            <a:r>
              <a:rPr lang="en-US" altLang="zh-CN" b="1" dirty="0">
                <a:solidFill>
                  <a:srgbClr val="0070C0"/>
                </a:solidFill>
                <a:latin typeface="微软雅黑" panose="020B0503020204020204" pitchFamily="34" charset="-122"/>
                <a:ea typeface="微软雅黑" panose="020B0503020204020204" pitchFamily="34" charset="-122"/>
              </a:rPr>
              <a:t>v</a:t>
            </a:r>
            <a:r>
              <a:rPr lang="zh-CN" altLang="en-US" b="1" dirty="0">
                <a:solidFill>
                  <a:srgbClr val="0070C0"/>
                </a:solidFill>
                <a:latin typeface="微软雅黑" panose="020B0503020204020204" pitchFamily="34" charset="-122"/>
                <a:ea typeface="微软雅黑" panose="020B0503020204020204" pitchFamily="34" charset="-122"/>
              </a:rPr>
              <a:t>都在</a:t>
            </a:r>
            <a:r>
              <a:rPr lang="en-US" altLang="zh-CN" b="1" dirty="0">
                <a:solidFill>
                  <a:srgbClr val="0070C0"/>
                </a:solidFill>
                <a:latin typeface="微软雅黑" panose="020B0503020204020204" pitchFamily="34" charset="-122"/>
                <a:ea typeface="微软雅黑" panose="020B0503020204020204" pitchFamily="34" charset="-122"/>
              </a:rPr>
              <a:t>【0,2pi】</a:t>
            </a:r>
            <a:r>
              <a:rPr lang="zh-CN" altLang="en-US" b="1" dirty="0">
                <a:solidFill>
                  <a:srgbClr val="0070C0"/>
                </a:solidFill>
                <a:latin typeface="微软雅黑" panose="020B0503020204020204" pitchFamily="34" charset="-122"/>
                <a:ea typeface="微软雅黑" panose="020B0503020204020204" pitchFamily="34" charset="-122"/>
              </a:rPr>
              <a:t>之间，绘制圆环，其</a:t>
            </a:r>
            <a:r>
              <a:rPr lang="en-US" altLang="zh-CN" b="1" dirty="0">
                <a:solidFill>
                  <a:srgbClr val="0070C0"/>
                </a:solidFill>
                <a:latin typeface="微软雅黑" panose="020B0503020204020204" pitchFamily="34" charset="-122"/>
                <a:ea typeface="微软雅黑" panose="020B0503020204020204" pitchFamily="34" charset="-122"/>
              </a:rPr>
              <a:t>x</a:t>
            </a:r>
            <a:r>
              <a:rPr lang="zh-CN" altLang="en-US" b="1" dirty="0">
                <a:solidFill>
                  <a:srgbClr val="0070C0"/>
                </a:solidFill>
                <a:latin typeface="微软雅黑" panose="020B0503020204020204" pitchFamily="34" charset="-122"/>
                <a:ea typeface="微软雅黑" panose="020B0503020204020204" pitchFamily="34" charset="-122"/>
              </a:rPr>
              <a:t>、</a:t>
            </a:r>
            <a:r>
              <a:rPr lang="en-US" altLang="zh-CN" b="1" dirty="0">
                <a:solidFill>
                  <a:srgbClr val="0070C0"/>
                </a:solidFill>
                <a:latin typeface="微软雅黑" panose="020B0503020204020204" pitchFamily="34" charset="-122"/>
                <a:ea typeface="微软雅黑" panose="020B0503020204020204" pitchFamily="34" charset="-122"/>
              </a:rPr>
              <a:t>y</a:t>
            </a:r>
            <a:r>
              <a:rPr lang="zh-CN" altLang="en-US" b="1" dirty="0">
                <a:solidFill>
                  <a:srgbClr val="0070C0"/>
                </a:solidFill>
                <a:latin typeface="微软雅黑" panose="020B0503020204020204" pitchFamily="34" charset="-122"/>
                <a:ea typeface="微软雅黑" panose="020B0503020204020204" pitchFamily="34" charset="-122"/>
              </a:rPr>
              <a:t>和</a:t>
            </a:r>
            <a:r>
              <a:rPr lang="en-US" altLang="zh-CN" b="1" dirty="0">
                <a:solidFill>
                  <a:srgbClr val="0070C0"/>
                </a:solidFill>
                <a:latin typeface="微软雅黑" panose="020B0503020204020204" pitchFamily="34" charset="-122"/>
                <a:ea typeface="微软雅黑" panose="020B0503020204020204" pitchFamily="34" charset="-122"/>
              </a:rPr>
              <a:t>z</a:t>
            </a:r>
            <a:r>
              <a:rPr lang="zh-CN" altLang="en-US" b="1" dirty="0">
                <a:solidFill>
                  <a:srgbClr val="0070C0"/>
                </a:solidFill>
                <a:latin typeface="微软雅黑" panose="020B0503020204020204" pitchFamily="34" charset="-122"/>
                <a:ea typeface="微软雅黑" panose="020B0503020204020204" pitchFamily="34" charset="-122"/>
              </a:rPr>
              <a:t>关于</a:t>
            </a:r>
            <a:r>
              <a:rPr lang="en-US" altLang="zh-CN" b="1" dirty="0">
                <a:solidFill>
                  <a:srgbClr val="0070C0"/>
                </a:solidFill>
                <a:latin typeface="微软雅黑" panose="020B0503020204020204" pitchFamily="34" charset="-122"/>
                <a:ea typeface="微软雅黑" panose="020B0503020204020204" pitchFamily="34" charset="-122"/>
              </a:rPr>
              <a:t>u</a:t>
            </a:r>
            <a:r>
              <a:rPr lang="zh-CN" altLang="en-US" b="1" dirty="0">
                <a:solidFill>
                  <a:srgbClr val="0070C0"/>
                </a:solidFill>
                <a:latin typeface="微软雅黑" panose="020B0503020204020204" pitchFamily="34" charset="-122"/>
                <a:ea typeface="微软雅黑" panose="020B0503020204020204" pitchFamily="34" charset="-122"/>
              </a:rPr>
              <a:t>，</a:t>
            </a:r>
            <a:r>
              <a:rPr lang="en-US" altLang="zh-CN" b="1" dirty="0">
                <a:solidFill>
                  <a:srgbClr val="0070C0"/>
                </a:solidFill>
                <a:latin typeface="微软雅黑" panose="020B0503020204020204" pitchFamily="34" charset="-122"/>
                <a:ea typeface="微软雅黑" panose="020B0503020204020204" pitchFamily="34" charset="-122"/>
              </a:rPr>
              <a:t>v</a:t>
            </a:r>
            <a:r>
              <a:rPr lang="zh-CN" altLang="zh-CN" b="1" dirty="0">
                <a:solidFill>
                  <a:srgbClr val="0070C0"/>
                </a:solidFill>
                <a:latin typeface="微软雅黑" panose="020B0503020204020204" pitchFamily="34" charset="-122"/>
                <a:ea typeface="微软雅黑" panose="020B0503020204020204" pitchFamily="34" charset="-122"/>
              </a:rPr>
              <a:t>参数方程</a:t>
            </a:r>
            <a:r>
              <a:rPr lang="zh-CN" altLang="en-US" b="1" dirty="0">
                <a:solidFill>
                  <a:srgbClr val="0070C0"/>
                </a:solidFill>
                <a:latin typeface="微软雅黑" panose="020B0503020204020204" pitchFamily="34" charset="-122"/>
                <a:ea typeface="微软雅黑" panose="020B0503020204020204" pitchFamily="34" charset="-122"/>
              </a:rPr>
              <a:t>如下</a:t>
            </a:r>
            <a:r>
              <a:rPr lang="zh-CN" altLang="zh-CN" b="1" dirty="0">
                <a:solidFill>
                  <a:srgbClr val="0070C0"/>
                </a:solidFill>
                <a:latin typeface="微软雅黑" panose="020B0503020204020204" pitchFamily="34" charset="-122"/>
                <a:ea typeface="微软雅黑" panose="020B0503020204020204" pitchFamily="34" charset="-122"/>
              </a:rPr>
              <a:t>：</a:t>
            </a:r>
            <a:endParaRPr lang="zh-CN" altLang="en-US" b="1" dirty="0">
              <a:solidFill>
                <a:srgbClr val="0070C0"/>
              </a:solidFill>
              <a:latin typeface="微软雅黑" panose="020B0503020204020204" pitchFamily="34" charset="-122"/>
              <a:ea typeface="微软雅黑" panose="020B0503020204020204" pitchFamily="34" charset="-122"/>
            </a:endParaRPr>
          </a:p>
          <a:p>
            <a:pPr>
              <a:lnSpc>
                <a:spcPts val="2400"/>
              </a:lnSpc>
            </a:pPr>
            <a:r>
              <a:rPr lang="en-US" altLang="zh-CN" b="1" dirty="0">
                <a:solidFill>
                  <a:srgbClr val="0070C0"/>
                </a:solidFill>
                <a:latin typeface="微软雅黑" panose="020B0503020204020204" pitchFamily="34" charset="-122"/>
                <a:ea typeface="微软雅黑" panose="020B0503020204020204" pitchFamily="34" charset="-122"/>
              </a:rPr>
              <a:t>x=(6+2cos(u))*cos(v),  y=(6+2cos(u))*sin(v),   z=2sin(v)</a:t>
            </a:r>
          </a:p>
        </p:txBody>
      </p:sp>
      <p:pic>
        <p:nvPicPr>
          <p:cNvPr id="3" name="图片 2">
            <a:extLst>
              <a:ext uri="{FF2B5EF4-FFF2-40B4-BE49-F238E27FC236}">
                <a16:creationId xmlns:a16="http://schemas.microsoft.com/office/drawing/2014/main" id="{241256B2-AE2A-48BD-B5B2-A32771273AE7}"/>
              </a:ext>
            </a:extLst>
          </p:cNvPr>
          <p:cNvPicPr>
            <a:picLocks noChangeAspect="1"/>
          </p:cNvPicPr>
          <p:nvPr/>
        </p:nvPicPr>
        <p:blipFill rotWithShape="1">
          <a:blip r:embed="rId3"/>
          <a:srcRect l="24800" t="9401" r="33463" b="26200"/>
          <a:stretch/>
        </p:blipFill>
        <p:spPr>
          <a:xfrm>
            <a:off x="3297070" y="1658366"/>
            <a:ext cx="2391627" cy="2075752"/>
          </a:xfrm>
          <a:prstGeom prst="rect">
            <a:avLst/>
          </a:prstGeom>
          <a:ln>
            <a:solidFill>
              <a:schemeClr val="bg1">
                <a:lumMod val="50000"/>
              </a:schemeClr>
            </a:solidFill>
          </a:ln>
        </p:spPr>
      </p:pic>
      <p:pic>
        <p:nvPicPr>
          <p:cNvPr id="11" name="图片 10">
            <a:extLst>
              <a:ext uri="{FF2B5EF4-FFF2-40B4-BE49-F238E27FC236}">
                <a16:creationId xmlns:a16="http://schemas.microsoft.com/office/drawing/2014/main" id="{DDF5B76D-74F6-49FF-835C-9AF71F5D0623}"/>
              </a:ext>
            </a:extLst>
          </p:cNvPr>
          <p:cNvPicPr>
            <a:picLocks noChangeAspect="1"/>
          </p:cNvPicPr>
          <p:nvPr/>
        </p:nvPicPr>
        <p:blipFill rotWithShape="1">
          <a:blip r:embed="rId4"/>
          <a:srcRect l="28749" t="4200" r="27940" b="31800"/>
          <a:stretch/>
        </p:blipFill>
        <p:spPr>
          <a:xfrm>
            <a:off x="6297307" y="1658366"/>
            <a:ext cx="2476399" cy="2036771"/>
          </a:xfrm>
          <a:prstGeom prst="rect">
            <a:avLst/>
          </a:prstGeom>
          <a:ln>
            <a:solidFill>
              <a:schemeClr val="bg1">
                <a:lumMod val="50000"/>
              </a:schemeClr>
            </a:solidFill>
          </a:ln>
        </p:spPr>
      </p:pic>
      <p:sp>
        <p:nvSpPr>
          <p:cNvPr id="12" name="标题 1">
            <a:extLst>
              <a:ext uri="{FF2B5EF4-FFF2-40B4-BE49-F238E27FC236}">
                <a16:creationId xmlns:a16="http://schemas.microsoft.com/office/drawing/2014/main" id="{0C146939-9F2A-4E55-9D08-810E7052986F}"/>
              </a:ext>
            </a:extLst>
          </p:cNvPr>
          <p:cNvSpPr txBox="1">
            <a:spLocks/>
          </p:cNvSpPr>
          <p:nvPr/>
        </p:nvSpPr>
        <p:spPr bwMode="auto">
          <a:xfrm>
            <a:off x="556827" y="111525"/>
            <a:ext cx="7560840" cy="556420"/>
          </a:xfrm>
          <a:prstGeom prst="rect">
            <a:avLst/>
          </a:prstGeom>
          <a:noFill/>
          <a:ln w="9525">
            <a:noFill/>
            <a:miter lim="800000"/>
            <a:headEnd/>
            <a:tailEnd/>
          </a:ln>
        </p:spPr>
        <p:txBody>
          <a:bodyPr vert="horz" wrap="none" lIns="91440" tIns="45720" rIns="91440" bIns="45720" numCol="1" anchor="b" anchorCtr="0" compatLnSpc="1">
            <a:prstTxWarp prst="textNoShape">
              <a:avLst/>
            </a:prstTxWarp>
          </a:bodyPr>
          <a:lstStyle>
            <a:lvl1pPr algn="l" rtl="0" eaLnBrk="0" fontAlgn="base" hangingPunct="0">
              <a:lnSpc>
                <a:spcPct val="85000"/>
              </a:lnSpc>
              <a:spcBef>
                <a:spcPct val="0"/>
              </a:spcBef>
              <a:spcAft>
                <a:spcPct val="0"/>
              </a:spcAft>
              <a:defRPr sz="3400" b="0">
                <a:solidFill>
                  <a:srgbClr val="002060"/>
                </a:solidFill>
                <a:latin typeface="华文楷体" panose="02010600040101010101" pitchFamily="2" charset="-122"/>
                <a:ea typeface="华文楷体" panose="02010600040101010101" pitchFamily="2" charset="-122"/>
                <a:cs typeface="+mj-cs"/>
              </a:defRPr>
            </a:lvl1pPr>
            <a:lvl2pPr algn="l" rtl="0" eaLnBrk="0" fontAlgn="base" hangingPunct="0">
              <a:lnSpc>
                <a:spcPct val="85000"/>
              </a:lnSpc>
              <a:spcBef>
                <a:spcPct val="0"/>
              </a:spcBef>
              <a:spcAft>
                <a:spcPct val="0"/>
              </a:spcAft>
              <a:defRPr sz="3400" b="1">
                <a:solidFill>
                  <a:srgbClr val="002E5C"/>
                </a:solidFill>
                <a:latin typeface="Helvetica" pitchFamily="34" charset="0"/>
              </a:defRPr>
            </a:lvl2pPr>
            <a:lvl3pPr algn="l" rtl="0" eaLnBrk="0" fontAlgn="base" hangingPunct="0">
              <a:lnSpc>
                <a:spcPct val="85000"/>
              </a:lnSpc>
              <a:spcBef>
                <a:spcPct val="0"/>
              </a:spcBef>
              <a:spcAft>
                <a:spcPct val="0"/>
              </a:spcAft>
              <a:defRPr sz="3400" b="1">
                <a:solidFill>
                  <a:srgbClr val="002E5C"/>
                </a:solidFill>
                <a:latin typeface="Helvetica" pitchFamily="34" charset="0"/>
              </a:defRPr>
            </a:lvl3pPr>
            <a:lvl4pPr algn="l" rtl="0" eaLnBrk="0" fontAlgn="base" hangingPunct="0">
              <a:lnSpc>
                <a:spcPct val="85000"/>
              </a:lnSpc>
              <a:spcBef>
                <a:spcPct val="0"/>
              </a:spcBef>
              <a:spcAft>
                <a:spcPct val="0"/>
              </a:spcAft>
              <a:defRPr sz="3400" b="1">
                <a:solidFill>
                  <a:srgbClr val="002E5C"/>
                </a:solidFill>
                <a:latin typeface="Helvetica" pitchFamily="34" charset="0"/>
              </a:defRPr>
            </a:lvl4pPr>
            <a:lvl5pPr algn="l" rtl="0" eaLnBrk="0" fontAlgn="base" hangingPunct="0">
              <a:lnSpc>
                <a:spcPct val="85000"/>
              </a:lnSpc>
              <a:spcBef>
                <a:spcPct val="0"/>
              </a:spcBef>
              <a:spcAft>
                <a:spcPct val="0"/>
              </a:spcAft>
              <a:defRPr sz="3400" b="1">
                <a:solidFill>
                  <a:srgbClr val="002E5C"/>
                </a:solidFill>
                <a:latin typeface="Helvetica" pitchFamily="34" charset="0"/>
              </a:defRPr>
            </a:lvl5pPr>
            <a:lvl6pPr marL="457200" algn="l" rtl="0" eaLnBrk="1" fontAlgn="base" hangingPunct="1">
              <a:lnSpc>
                <a:spcPct val="85000"/>
              </a:lnSpc>
              <a:spcBef>
                <a:spcPct val="0"/>
              </a:spcBef>
              <a:spcAft>
                <a:spcPct val="0"/>
              </a:spcAft>
              <a:defRPr sz="3400" b="1">
                <a:solidFill>
                  <a:srgbClr val="002E5C"/>
                </a:solidFill>
                <a:latin typeface="Helvetica" pitchFamily="34" charset="0"/>
              </a:defRPr>
            </a:lvl6pPr>
            <a:lvl7pPr marL="914400" algn="l" rtl="0" eaLnBrk="1" fontAlgn="base" hangingPunct="1">
              <a:lnSpc>
                <a:spcPct val="85000"/>
              </a:lnSpc>
              <a:spcBef>
                <a:spcPct val="0"/>
              </a:spcBef>
              <a:spcAft>
                <a:spcPct val="0"/>
              </a:spcAft>
              <a:defRPr sz="3400" b="1">
                <a:solidFill>
                  <a:srgbClr val="002E5C"/>
                </a:solidFill>
                <a:latin typeface="Helvetica" pitchFamily="34" charset="0"/>
              </a:defRPr>
            </a:lvl7pPr>
            <a:lvl8pPr marL="1371600" algn="l" rtl="0" eaLnBrk="1" fontAlgn="base" hangingPunct="1">
              <a:lnSpc>
                <a:spcPct val="85000"/>
              </a:lnSpc>
              <a:spcBef>
                <a:spcPct val="0"/>
              </a:spcBef>
              <a:spcAft>
                <a:spcPct val="0"/>
              </a:spcAft>
              <a:defRPr sz="3400" b="1">
                <a:solidFill>
                  <a:srgbClr val="002E5C"/>
                </a:solidFill>
                <a:latin typeface="Helvetica" pitchFamily="34" charset="0"/>
              </a:defRPr>
            </a:lvl8pPr>
            <a:lvl9pPr marL="1828800" algn="l" rtl="0" eaLnBrk="1" fontAlgn="base" hangingPunct="1">
              <a:lnSpc>
                <a:spcPct val="85000"/>
              </a:lnSpc>
              <a:spcBef>
                <a:spcPct val="0"/>
              </a:spcBef>
              <a:spcAft>
                <a:spcPct val="0"/>
              </a:spcAft>
              <a:defRPr sz="3400" b="1">
                <a:solidFill>
                  <a:srgbClr val="002E5C"/>
                </a:solidFill>
                <a:latin typeface="Helvetica" pitchFamily="34" charset="0"/>
              </a:defRPr>
            </a:lvl9pPr>
          </a:lstStyle>
          <a:p>
            <a:br>
              <a:rPr lang="en-US" altLang="zh-CN" kern="0" dirty="0">
                <a:latin typeface="Helvetica Neue"/>
              </a:rPr>
            </a:br>
            <a:r>
              <a:rPr lang="en-US" altLang="zh-CN" kern="0" dirty="0">
                <a:latin typeface="Helvetica Neue"/>
              </a:rPr>
              <a:t>§</a:t>
            </a:r>
            <a:r>
              <a:rPr lang="en-US" altLang="zh-CN" sz="2800" dirty="0"/>
              <a:t>1.4.1.1  </a:t>
            </a:r>
            <a:r>
              <a:rPr lang="zh-CN" altLang="en-US" sz="2800" dirty="0"/>
              <a:t>创建一维</a:t>
            </a:r>
            <a:r>
              <a:rPr lang="zh-CN" altLang="en-US" sz="2800" dirty="0">
                <a:latin typeface="Helvetica Neue"/>
              </a:rPr>
              <a:t>向量</a:t>
            </a:r>
            <a:r>
              <a:rPr lang="en-US" altLang="zh-CN" sz="2800" dirty="0">
                <a:solidFill>
                  <a:srgbClr val="FF0000"/>
                </a:solidFill>
              </a:rPr>
              <a:t>——4. </a:t>
            </a:r>
            <a:r>
              <a:rPr lang="zh-CN" altLang="en-US" sz="2800" dirty="0">
                <a:solidFill>
                  <a:srgbClr val="FF0000"/>
                </a:solidFill>
              </a:rPr>
              <a:t>创建</a:t>
            </a:r>
            <a:r>
              <a:rPr lang="zh-CN" altLang="en-US" sz="2800" b="0" i="0" dirty="0">
                <a:solidFill>
                  <a:srgbClr val="FF0000"/>
                </a:solidFill>
                <a:effectLst/>
                <a:latin typeface="-apple-system"/>
              </a:rPr>
              <a:t>线性</a:t>
            </a:r>
            <a:r>
              <a:rPr lang="zh-CN" altLang="en-US" sz="2800" dirty="0">
                <a:solidFill>
                  <a:srgbClr val="FF0000"/>
                </a:solidFill>
                <a:latin typeface="-apple-system"/>
              </a:rPr>
              <a:t>等分向量案例</a:t>
            </a:r>
            <a:endParaRPr lang="zh-CN" altLang="en-US" sz="2800" kern="0" dirty="0">
              <a:solidFill>
                <a:srgbClr val="FF0000"/>
              </a:solidFill>
            </a:endParaRPr>
          </a:p>
        </p:txBody>
      </p:sp>
      <p:sp>
        <p:nvSpPr>
          <p:cNvPr id="10" name="波形 9">
            <a:extLst>
              <a:ext uri="{FF2B5EF4-FFF2-40B4-BE49-F238E27FC236}">
                <a16:creationId xmlns:a16="http://schemas.microsoft.com/office/drawing/2014/main" id="{071C58DC-061F-439A-A4B2-8E9B74AE4136}"/>
              </a:ext>
            </a:extLst>
          </p:cNvPr>
          <p:cNvSpPr/>
          <p:nvPr/>
        </p:nvSpPr>
        <p:spPr>
          <a:xfrm>
            <a:off x="295585" y="820734"/>
            <a:ext cx="876188" cy="329755"/>
          </a:xfrm>
          <a:prstGeom prst="wave">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anchor="ctr">
            <a:noAutofit/>
          </a:bodyPr>
          <a:lstStyle/>
          <a:p>
            <a:pPr algn="ctr" eaLnBrk="0" fontAlgn="auto">
              <a:lnSpc>
                <a:spcPct val="140000"/>
              </a:lnSpc>
              <a:spcBef>
                <a:spcPts val="0"/>
              </a:spcBef>
              <a:spcAft>
                <a:spcPts val="0"/>
              </a:spcAft>
            </a:pPr>
            <a:r>
              <a:rPr lang="en-US" altLang="ko-KR" sz="1600" b="1" dirty="0">
                <a:solidFill>
                  <a:srgbClr val="FFFF00"/>
                </a:solidFill>
                <a:latin typeface="微软雅黑" panose="020B0503020204020204" pitchFamily="34" charset="-122"/>
                <a:ea typeface="微软雅黑" panose="020B0503020204020204" pitchFamily="34" charset="-122"/>
              </a:rPr>
              <a:t>例141-2</a:t>
            </a:r>
            <a:endParaRPr lang="ko-KR" altLang="en-US" sz="1600" b="1" dirty="0">
              <a:solidFill>
                <a:srgbClr val="FFFF00"/>
              </a:solidFill>
              <a:latin typeface="微软雅黑" panose="020B0503020204020204" pitchFamily="34" charset="-122"/>
              <a:ea typeface="微软雅黑" panose="020B0503020204020204" pitchFamily="34" charset="-122"/>
            </a:endParaRPr>
          </a:p>
        </p:txBody>
      </p:sp>
      <p:sp>
        <p:nvSpPr>
          <p:cNvPr id="13" name="文本框 12">
            <a:extLst>
              <a:ext uri="{FF2B5EF4-FFF2-40B4-BE49-F238E27FC236}">
                <a16:creationId xmlns:a16="http://schemas.microsoft.com/office/drawing/2014/main" id="{AF875F38-5CE5-4B1C-9728-2011E30DEEEC}"/>
              </a:ext>
            </a:extLst>
          </p:cNvPr>
          <p:cNvSpPr txBox="1"/>
          <p:nvPr/>
        </p:nvSpPr>
        <p:spPr>
          <a:xfrm>
            <a:off x="4292369" y="4056099"/>
            <a:ext cx="4592198" cy="378117"/>
          </a:xfrm>
          <a:prstGeom prst="rect">
            <a:avLst/>
          </a:prstGeom>
          <a:noFill/>
        </p:spPr>
        <p:txBody>
          <a:bodyPr wrap="square">
            <a:spAutoFit/>
          </a:bodyPr>
          <a:lstStyle/>
          <a:p>
            <a:pPr algn="dist">
              <a:lnSpc>
                <a:spcPts val="2400"/>
              </a:lnSpc>
            </a:pPr>
            <a:r>
              <a:rPr lang="zh-CN" altLang="en-US" sz="1800" b="1" dirty="0">
                <a:solidFill>
                  <a:srgbClr val="0070C0"/>
                </a:solidFill>
                <a:latin typeface="微软雅黑" panose="020B0503020204020204" pitchFamily="34" charset="-122"/>
                <a:ea typeface="微软雅黑" panose="020B0503020204020204" pitchFamily="34" charset="-122"/>
              </a:rPr>
              <a:t>请同学用冒号法</a:t>
            </a:r>
            <a:r>
              <a:rPr lang="en-US" altLang="zh-CN" sz="1800" b="1" dirty="0">
                <a:solidFill>
                  <a:srgbClr val="0070C0"/>
                </a:solidFill>
                <a:latin typeface="微软雅黑" panose="020B0503020204020204" pitchFamily="34" charset="-122"/>
                <a:ea typeface="微软雅黑" panose="020B0503020204020204" pitchFamily="34" charset="-122"/>
              </a:rPr>
              <a:t>w=0:h:2pis</a:t>
            </a:r>
            <a:r>
              <a:rPr lang="zh-CN" altLang="en-US" sz="1800" b="1" dirty="0">
                <a:solidFill>
                  <a:srgbClr val="0070C0"/>
                </a:solidFill>
                <a:latin typeface="微软雅黑" panose="020B0503020204020204" pitchFamily="34" charset="-122"/>
                <a:ea typeface="微软雅黑" panose="020B0503020204020204" pitchFamily="34" charset="-122"/>
              </a:rPr>
              <a:t>绘制封闭的环</a:t>
            </a:r>
            <a:endParaRPr lang="en-US" altLang="zh-CN" sz="1800" b="1" dirty="0">
              <a:solidFill>
                <a:srgbClr val="0070C0"/>
              </a:solidFill>
              <a:latin typeface="微软雅黑" panose="020B0503020204020204" pitchFamily="34" charset="-122"/>
              <a:ea typeface="微软雅黑" panose="020B0503020204020204" pitchFamily="34" charset="-122"/>
            </a:endParaRPr>
          </a:p>
        </p:txBody>
      </p:sp>
      <p:sp>
        <p:nvSpPr>
          <p:cNvPr id="14" name="波形 13">
            <a:extLst>
              <a:ext uri="{FF2B5EF4-FFF2-40B4-BE49-F238E27FC236}">
                <a16:creationId xmlns:a16="http://schemas.microsoft.com/office/drawing/2014/main" id="{0D83D63B-50F9-4763-A6DE-EE00FE4B39E1}"/>
              </a:ext>
            </a:extLst>
          </p:cNvPr>
          <p:cNvSpPr/>
          <p:nvPr/>
        </p:nvSpPr>
        <p:spPr>
          <a:xfrm>
            <a:off x="3297070" y="4056099"/>
            <a:ext cx="1008112" cy="329755"/>
          </a:xfrm>
          <a:prstGeom prst="wave">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anchor="ctr">
            <a:noAutofit/>
          </a:bodyPr>
          <a:lstStyle/>
          <a:p>
            <a:pPr algn="ctr" eaLnBrk="0" fontAlgn="auto">
              <a:lnSpc>
                <a:spcPct val="140000"/>
              </a:lnSpc>
              <a:spcBef>
                <a:spcPts val="0"/>
              </a:spcBef>
              <a:spcAft>
                <a:spcPts val="0"/>
              </a:spcAft>
            </a:pPr>
            <a:r>
              <a:rPr lang="zh-CN" altLang="en-US" sz="1600" b="1" dirty="0">
                <a:solidFill>
                  <a:srgbClr val="FFFF00"/>
                </a:solidFill>
                <a:latin typeface="微软雅黑" panose="020B0503020204020204" pitchFamily="34" charset="-122"/>
                <a:ea typeface="微软雅黑" panose="020B0503020204020204" pitchFamily="34" charset="-122"/>
              </a:rPr>
              <a:t>课堂练习</a:t>
            </a:r>
            <a:endParaRPr lang="ko-KR" altLang="en-US" sz="1600" b="1" dirty="0">
              <a:solidFill>
                <a:srgbClr val="FFFF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1567511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3" grpId="0"/>
      <p:bldP spid="14"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63524C54-2D52-42A1-A0A3-F68F3320DBD3}"/>
              </a:ext>
            </a:extLst>
          </p:cNvPr>
          <p:cNvSpPr/>
          <p:nvPr/>
        </p:nvSpPr>
        <p:spPr>
          <a:xfrm>
            <a:off x="255913" y="1266054"/>
            <a:ext cx="3361565" cy="3331938"/>
          </a:xfrm>
          <a:prstGeom prst="rect">
            <a:avLst/>
          </a:prstGeom>
        </p:spPr>
        <p:txBody>
          <a:bodyPr wrap="square">
            <a:spAutoFit/>
          </a:bodyPr>
          <a:lstStyle/>
          <a:p>
            <a:pPr algn="just">
              <a:lnSpc>
                <a:spcPct val="200000"/>
              </a:lnSpc>
              <a:spcAft>
                <a:spcPts val="0"/>
              </a:spcAft>
            </a:pPr>
            <a:r>
              <a:rPr lang="en-US" altLang="zh-CN" b="1" kern="100" dirty="0">
                <a:solidFill>
                  <a:srgbClr val="FFFF00"/>
                </a:solidFill>
                <a:highlight>
                  <a:srgbClr val="FF0000"/>
                </a:highlight>
                <a:latin typeface="Times New Roman" panose="02020603050405020304" pitchFamily="18" charset="0"/>
                <a:ea typeface="宋体" panose="02010600030101010101" pitchFamily="2" charset="-122"/>
              </a:rPr>
              <a:t>w=0:h:2*pi; </a:t>
            </a:r>
          </a:p>
          <a:p>
            <a:pPr algn="just">
              <a:lnSpc>
                <a:spcPct val="200000"/>
              </a:lnSpc>
              <a:spcAft>
                <a:spcPts val="0"/>
              </a:spcAft>
            </a:pPr>
            <a:r>
              <a:rPr lang="en-US" altLang="zh-CN" b="1" kern="100" dirty="0" err="1">
                <a:latin typeface="Times New Roman" panose="02020603050405020304" pitchFamily="18" charset="0"/>
                <a:ea typeface="宋体" panose="02010600030101010101" pitchFamily="2" charset="-122"/>
              </a:rPr>
              <a:t>u,v</a:t>
            </a:r>
            <a:r>
              <a:rPr lang="en-US" altLang="zh-CN" b="1" kern="100" dirty="0">
                <a:latin typeface="Times New Roman" panose="02020603050405020304" pitchFamily="18" charset="0"/>
                <a:ea typeface="宋体" panose="02010600030101010101" pitchFamily="2" charset="-122"/>
              </a:rPr>
              <a:t>=meshgrid2(w);   </a:t>
            </a:r>
          </a:p>
          <a:p>
            <a:pPr algn="just">
              <a:lnSpc>
                <a:spcPct val="200000"/>
              </a:lnSpc>
              <a:spcAft>
                <a:spcPts val="0"/>
              </a:spcAft>
            </a:pPr>
            <a:r>
              <a:rPr lang="en-US" altLang="zh-CN" b="1" kern="100" dirty="0">
                <a:latin typeface="Times New Roman" panose="02020603050405020304" pitchFamily="18" charset="0"/>
                <a:ea typeface="宋体" panose="02010600030101010101" pitchFamily="2" charset="-122"/>
              </a:rPr>
              <a:t>x=@. (6+2cos(u))*cos(v);  </a:t>
            </a:r>
          </a:p>
          <a:p>
            <a:pPr algn="just">
              <a:lnSpc>
                <a:spcPct val="200000"/>
              </a:lnSpc>
              <a:spcAft>
                <a:spcPts val="0"/>
              </a:spcAft>
            </a:pPr>
            <a:r>
              <a:rPr lang="en-US" altLang="zh-CN" b="1" kern="100" dirty="0">
                <a:latin typeface="Times New Roman" panose="02020603050405020304" pitchFamily="18" charset="0"/>
                <a:ea typeface="宋体" panose="02010600030101010101" pitchFamily="2" charset="-122"/>
              </a:rPr>
              <a:t>y=@.  (6+2cos(u))*sin.(v);      </a:t>
            </a:r>
          </a:p>
          <a:p>
            <a:pPr algn="just">
              <a:lnSpc>
                <a:spcPct val="200000"/>
              </a:lnSpc>
              <a:spcAft>
                <a:spcPts val="0"/>
              </a:spcAft>
            </a:pPr>
            <a:r>
              <a:rPr lang="en-US" altLang="zh-CN" b="1" kern="100" dirty="0">
                <a:latin typeface="Times New Roman" panose="02020603050405020304" pitchFamily="18" charset="0"/>
                <a:ea typeface="宋体" panose="02010600030101010101" pitchFamily="2" charset="-122"/>
              </a:rPr>
              <a:t>z=@. 2sin(v);     </a:t>
            </a:r>
          </a:p>
          <a:p>
            <a:pPr algn="just">
              <a:lnSpc>
                <a:spcPct val="200000"/>
              </a:lnSpc>
              <a:spcAft>
                <a:spcPts val="0"/>
              </a:spcAft>
            </a:pPr>
            <a:r>
              <a:rPr lang="en-US" altLang="zh-CN" b="1" kern="100" dirty="0">
                <a:latin typeface="Times New Roman" panose="02020603050405020304" pitchFamily="18" charset="0"/>
                <a:ea typeface="宋体" panose="02010600030101010101" pitchFamily="2" charset="-122"/>
              </a:rPr>
              <a:t>surf(</a:t>
            </a:r>
            <a:r>
              <a:rPr lang="en-US" altLang="zh-CN" b="1" kern="100" dirty="0" err="1">
                <a:latin typeface="Times New Roman" panose="02020603050405020304" pitchFamily="18" charset="0"/>
                <a:ea typeface="宋体" panose="02010600030101010101" pitchFamily="2" charset="-122"/>
              </a:rPr>
              <a:t>x,y,z</a:t>
            </a:r>
            <a:r>
              <a:rPr lang="en-US" altLang="zh-CN" b="1" kern="100" dirty="0">
                <a:latin typeface="Times New Roman" panose="02020603050405020304" pitchFamily="18" charset="0"/>
                <a:ea typeface="宋体" panose="02010600030101010101" pitchFamily="2" charset="-122"/>
              </a:rPr>
              <a:t>); </a:t>
            </a:r>
          </a:p>
        </p:txBody>
      </p:sp>
      <p:sp>
        <p:nvSpPr>
          <p:cNvPr id="8" name="标题 1">
            <a:extLst>
              <a:ext uri="{FF2B5EF4-FFF2-40B4-BE49-F238E27FC236}">
                <a16:creationId xmlns:a16="http://schemas.microsoft.com/office/drawing/2014/main" id="{C04253E5-92D7-4EB3-A5F3-EF8479CD322C}"/>
              </a:ext>
            </a:extLst>
          </p:cNvPr>
          <p:cNvSpPr txBox="1">
            <a:spLocks noGrp="1"/>
          </p:cNvSpPr>
          <p:nvPr>
            <p:ph type="title"/>
          </p:nvPr>
        </p:nvSpPr>
        <p:spPr bwMode="auto">
          <a:xfrm>
            <a:off x="1475656" y="140954"/>
            <a:ext cx="6651217" cy="438150"/>
          </a:xfrm>
          <a:prstGeom prst="rect">
            <a:avLst/>
          </a:prstGeom>
          <a:noFill/>
          <a:ln w="9525">
            <a:noFill/>
            <a:miter lim="800000"/>
            <a:headEnd/>
            <a:tailEnd/>
          </a:ln>
        </p:spPr>
        <p:txBody>
          <a:bodyPr vert="horz" wrap="none" lIns="91440" tIns="45720" rIns="91440" bIns="45720" numCol="1" anchor="b" anchorCtr="0" compatLnSpc="1">
            <a:prstTxWarp prst="textNoShape">
              <a:avLst/>
            </a:prstTxWarp>
          </a:bodyPr>
          <a:lstStyle>
            <a:lvl1pPr algn="l" rtl="0" eaLnBrk="0" fontAlgn="base" hangingPunct="0">
              <a:lnSpc>
                <a:spcPct val="85000"/>
              </a:lnSpc>
              <a:spcBef>
                <a:spcPct val="0"/>
              </a:spcBef>
              <a:spcAft>
                <a:spcPct val="0"/>
              </a:spcAft>
              <a:defRPr sz="3400" b="0">
                <a:solidFill>
                  <a:srgbClr val="002060"/>
                </a:solidFill>
                <a:latin typeface="华文楷体" panose="02010600040101010101" pitchFamily="2" charset="-122"/>
                <a:ea typeface="华文楷体" panose="02010600040101010101" pitchFamily="2" charset="-122"/>
                <a:cs typeface="+mj-cs"/>
              </a:defRPr>
            </a:lvl1pPr>
            <a:lvl2pPr algn="l" rtl="0" eaLnBrk="0" fontAlgn="base" hangingPunct="0">
              <a:lnSpc>
                <a:spcPct val="85000"/>
              </a:lnSpc>
              <a:spcBef>
                <a:spcPct val="0"/>
              </a:spcBef>
              <a:spcAft>
                <a:spcPct val="0"/>
              </a:spcAft>
              <a:defRPr sz="3400" b="1">
                <a:solidFill>
                  <a:srgbClr val="002E5C"/>
                </a:solidFill>
                <a:latin typeface="Helvetica" pitchFamily="34" charset="0"/>
              </a:defRPr>
            </a:lvl2pPr>
            <a:lvl3pPr algn="l" rtl="0" eaLnBrk="0" fontAlgn="base" hangingPunct="0">
              <a:lnSpc>
                <a:spcPct val="85000"/>
              </a:lnSpc>
              <a:spcBef>
                <a:spcPct val="0"/>
              </a:spcBef>
              <a:spcAft>
                <a:spcPct val="0"/>
              </a:spcAft>
              <a:defRPr sz="3400" b="1">
                <a:solidFill>
                  <a:srgbClr val="002E5C"/>
                </a:solidFill>
                <a:latin typeface="Helvetica" pitchFamily="34" charset="0"/>
              </a:defRPr>
            </a:lvl3pPr>
            <a:lvl4pPr algn="l" rtl="0" eaLnBrk="0" fontAlgn="base" hangingPunct="0">
              <a:lnSpc>
                <a:spcPct val="85000"/>
              </a:lnSpc>
              <a:spcBef>
                <a:spcPct val="0"/>
              </a:spcBef>
              <a:spcAft>
                <a:spcPct val="0"/>
              </a:spcAft>
              <a:defRPr sz="3400" b="1">
                <a:solidFill>
                  <a:srgbClr val="002E5C"/>
                </a:solidFill>
                <a:latin typeface="Helvetica" pitchFamily="34" charset="0"/>
              </a:defRPr>
            </a:lvl4pPr>
            <a:lvl5pPr algn="l" rtl="0" eaLnBrk="0" fontAlgn="base" hangingPunct="0">
              <a:lnSpc>
                <a:spcPct val="85000"/>
              </a:lnSpc>
              <a:spcBef>
                <a:spcPct val="0"/>
              </a:spcBef>
              <a:spcAft>
                <a:spcPct val="0"/>
              </a:spcAft>
              <a:defRPr sz="3400" b="1">
                <a:solidFill>
                  <a:srgbClr val="002E5C"/>
                </a:solidFill>
                <a:latin typeface="Helvetica" pitchFamily="34" charset="0"/>
              </a:defRPr>
            </a:lvl5pPr>
            <a:lvl6pPr marL="457200" algn="l" rtl="0" eaLnBrk="1" fontAlgn="base" hangingPunct="1">
              <a:lnSpc>
                <a:spcPct val="85000"/>
              </a:lnSpc>
              <a:spcBef>
                <a:spcPct val="0"/>
              </a:spcBef>
              <a:spcAft>
                <a:spcPct val="0"/>
              </a:spcAft>
              <a:defRPr sz="3400" b="1">
                <a:solidFill>
                  <a:srgbClr val="002E5C"/>
                </a:solidFill>
                <a:latin typeface="Helvetica" pitchFamily="34" charset="0"/>
              </a:defRPr>
            </a:lvl6pPr>
            <a:lvl7pPr marL="914400" algn="l" rtl="0" eaLnBrk="1" fontAlgn="base" hangingPunct="1">
              <a:lnSpc>
                <a:spcPct val="85000"/>
              </a:lnSpc>
              <a:spcBef>
                <a:spcPct val="0"/>
              </a:spcBef>
              <a:spcAft>
                <a:spcPct val="0"/>
              </a:spcAft>
              <a:defRPr sz="3400" b="1">
                <a:solidFill>
                  <a:srgbClr val="002E5C"/>
                </a:solidFill>
                <a:latin typeface="Helvetica" pitchFamily="34" charset="0"/>
              </a:defRPr>
            </a:lvl7pPr>
            <a:lvl8pPr marL="1371600" algn="l" rtl="0" eaLnBrk="1" fontAlgn="base" hangingPunct="1">
              <a:lnSpc>
                <a:spcPct val="85000"/>
              </a:lnSpc>
              <a:spcBef>
                <a:spcPct val="0"/>
              </a:spcBef>
              <a:spcAft>
                <a:spcPct val="0"/>
              </a:spcAft>
              <a:defRPr sz="3400" b="1">
                <a:solidFill>
                  <a:srgbClr val="002E5C"/>
                </a:solidFill>
                <a:latin typeface="Helvetica" pitchFamily="34" charset="0"/>
              </a:defRPr>
            </a:lvl8pPr>
            <a:lvl9pPr marL="1828800" algn="l" rtl="0" eaLnBrk="1" fontAlgn="base" hangingPunct="1">
              <a:lnSpc>
                <a:spcPct val="85000"/>
              </a:lnSpc>
              <a:spcBef>
                <a:spcPct val="0"/>
              </a:spcBef>
              <a:spcAft>
                <a:spcPct val="0"/>
              </a:spcAft>
              <a:defRPr sz="3400" b="1">
                <a:solidFill>
                  <a:srgbClr val="002E5C"/>
                </a:solidFill>
                <a:latin typeface="Helvetica" pitchFamily="34" charset="0"/>
              </a:defRPr>
            </a:lvl9pPr>
          </a:lstStyle>
          <a:p>
            <a:br>
              <a:rPr lang="en-US" altLang="zh-CN" sz="2800" kern="0" dirty="0">
                <a:latin typeface="Helvetica Neue"/>
              </a:rPr>
            </a:br>
            <a:r>
              <a:rPr lang="en-US" altLang="zh-CN" sz="2800" dirty="0">
                <a:latin typeface="Helvetica Neue"/>
              </a:rPr>
              <a:t>§</a:t>
            </a:r>
            <a:r>
              <a:rPr lang="en-US" altLang="zh-CN" sz="2800" kern="1200" dirty="0"/>
              <a:t>1.4.1.4 </a:t>
            </a:r>
            <a:r>
              <a:rPr lang="zh-CN" altLang="en-US" sz="2800" kern="1200" dirty="0"/>
              <a:t>数组索引</a:t>
            </a:r>
            <a:r>
              <a:rPr lang="en-US" altLang="zh-CN" sz="2800" kern="0" dirty="0">
                <a:solidFill>
                  <a:srgbClr val="FF0000"/>
                </a:solidFill>
              </a:rPr>
              <a:t>——</a:t>
            </a:r>
            <a:r>
              <a:rPr lang="zh-CN" altLang="en-US" sz="2800" kern="0" dirty="0">
                <a:solidFill>
                  <a:srgbClr val="FF0000"/>
                </a:solidFill>
              </a:rPr>
              <a:t>课堂练习</a:t>
            </a:r>
            <a:endParaRPr lang="zh-CN" altLang="en-US" sz="2800" dirty="0">
              <a:solidFill>
                <a:srgbClr val="FF0000"/>
              </a:solidFill>
            </a:endParaRPr>
          </a:p>
        </p:txBody>
      </p:sp>
      <p:sp>
        <p:nvSpPr>
          <p:cNvPr id="9" name="波形 8">
            <a:extLst>
              <a:ext uri="{FF2B5EF4-FFF2-40B4-BE49-F238E27FC236}">
                <a16:creationId xmlns:a16="http://schemas.microsoft.com/office/drawing/2014/main" id="{D2A5E667-7B65-411C-98BC-6A4AC0A690F1}"/>
              </a:ext>
            </a:extLst>
          </p:cNvPr>
          <p:cNvSpPr/>
          <p:nvPr/>
        </p:nvSpPr>
        <p:spPr>
          <a:xfrm>
            <a:off x="331127" y="727557"/>
            <a:ext cx="1149935" cy="438150"/>
          </a:xfrm>
          <a:prstGeom prst="wave">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anchor="ctr">
            <a:noAutofit/>
          </a:bodyPr>
          <a:lstStyle/>
          <a:p>
            <a:pPr algn="ctr" eaLnBrk="0" fontAlgn="auto">
              <a:lnSpc>
                <a:spcPct val="140000"/>
              </a:lnSpc>
              <a:spcBef>
                <a:spcPts val="0"/>
              </a:spcBef>
              <a:spcAft>
                <a:spcPts val="0"/>
              </a:spcAft>
            </a:pPr>
            <a:r>
              <a:rPr lang="zh-CN" altLang="en-US" b="1" dirty="0">
                <a:solidFill>
                  <a:srgbClr val="FFFF00"/>
                </a:solidFill>
                <a:latin typeface="微软雅黑" panose="020B0503020204020204" pitchFamily="34" charset="-122"/>
                <a:ea typeface="微软雅黑" panose="020B0503020204020204" pitchFamily="34" charset="-122"/>
              </a:rPr>
              <a:t>课堂练习</a:t>
            </a:r>
            <a:endParaRPr lang="ko-KR" altLang="en-US" b="1" dirty="0">
              <a:solidFill>
                <a:srgbClr val="FFFF00"/>
              </a:solidFill>
              <a:latin typeface="微软雅黑" panose="020B0503020204020204" pitchFamily="34" charset="-122"/>
              <a:ea typeface="微软雅黑" panose="020B0503020204020204" pitchFamily="34" charset="-122"/>
            </a:endParaRPr>
          </a:p>
        </p:txBody>
      </p:sp>
      <p:sp>
        <p:nvSpPr>
          <p:cNvPr id="11" name="矩形 10">
            <a:extLst>
              <a:ext uri="{FF2B5EF4-FFF2-40B4-BE49-F238E27FC236}">
                <a16:creationId xmlns:a16="http://schemas.microsoft.com/office/drawing/2014/main" id="{59A62660-0BC6-4C5A-A0AC-7159AB345100}"/>
              </a:ext>
            </a:extLst>
          </p:cNvPr>
          <p:cNvSpPr/>
          <p:nvPr/>
        </p:nvSpPr>
        <p:spPr>
          <a:xfrm>
            <a:off x="1556275" y="710862"/>
            <a:ext cx="7552229" cy="685893"/>
          </a:xfrm>
          <a:prstGeom prst="rect">
            <a:avLst/>
          </a:prstGeom>
          <a:solidFill>
            <a:schemeClr val="bg1"/>
          </a:solidFill>
        </p:spPr>
        <p:txBody>
          <a:bodyPr wrap="square">
            <a:spAutoFit/>
          </a:bodyPr>
          <a:lstStyle/>
          <a:p>
            <a:pPr>
              <a:lnSpc>
                <a:spcPts val="2400"/>
              </a:lnSpc>
            </a:pPr>
            <a:r>
              <a:rPr lang="zh-CN" altLang="en-US" sz="1600" b="1" dirty="0">
                <a:solidFill>
                  <a:srgbClr val="0070C0"/>
                </a:solidFill>
                <a:latin typeface="微软雅黑" panose="020B0503020204020204" pitchFamily="34" charset="-122"/>
                <a:ea typeface="微软雅黑" panose="020B0503020204020204" pitchFamily="34" charset="-122"/>
              </a:rPr>
              <a:t>在</a:t>
            </a:r>
            <a:r>
              <a:rPr lang="en-US" altLang="zh-CN" sz="1600" b="1" dirty="0">
                <a:solidFill>
                  <a:srgbClr val="0070C0"/>
                </a:solidFill>
                <a:latin typeface="微软雅黑" panose="020B0503020204020204" pitchFamily="34" charset="-122"/>
                <a:ea typeface="微软雅黑" panose="020B0503020204020204" pitchFamily="34" charset="-122"/>
              </a:rPr>
              <a:t>u</a:t>
            </a:r>
            <a:r>
              <a:rPr lang="zh-CN" altLang="en-US" sz="1600" b="1" dirty="0">
                <a:solidFill>
                  <a:srgbClr val="0070C0"/>
                </a:solidFill>
                <a:latin typeface="微软雅黑" panose="020B0503020204020204" pitchFamily="34" charset="-122"/>
                <a:ea typeface="微软雅黑" panose="020B0503020204020204" pitchFamily="34" charset="-122"/>
              </a:rPr>
              <a:t>和</a:t>
            </a:r>
            <a:r>
              <a:rPr lang="en-US" altLang="zh-CN" sz="1600" b="1" dirty="0">
                <a:solidFill>
                  <a:srgbClr val="0070C0"/>
                </a:solidFill>
                <a:latin typeface="微软雅黑" panose="020B0503020204020204" pitchFamily="34" charset="-122"/>
                <a:ea typeface="微软雅黑" panose="020B0503020204020204" pitchFamily="34" charset="-122"/>
              </a:rPr>
              <a:t>v</a:t>
            </a:r>
            <a:r>
              <a:rPr lang="zh-CN" altLang="en-US" sz="1600" b="1" dirty="0">
                <a:solidFill>
                  <a:srgbClr val="0070C0"/>
                </a:solidFill>
                <a:latin typeface="微软雅黑" panose="020B0503020204020204" pitchFamily="34" charset="-122"/>
                <a:ea typeface="微软雅黑" panose="020B0503020204020204" pitchFamily="34" charset="-122"/>
              </a:rPr>
              <a:t>都在</a:t>
            </a:r>
            <a:r>
              <a:rPr lang="en-US" altLang="zh-CN" sz="1600" b="1" dirty="0">
                <a:solidFill>
                  <a:srgbClr val="0070C0"/>
                </a:solidFill>
                <a:latin typeface="微软雅黑" panose="020B0503020204020204" pitchFamily="34" charset="-122"/>
                <a:ea typeface="微软雅黑" panose="020B0503020204020204" pitchFamily="34" charset="-122"/>
              </a:rPr>
              <a:t>【0,2pi】</a:t>
            </a:r>
            <a:r>
              <a:rPr lang="zh-CN" altLang="en-US" sz="1600" b="1" dirty="0">
                <a:solidFill>
                  <a:srgbClr val="0070C0"/>
                </a:solidFill>
                <a:latin typeface="微软雅黑" panose="020B0503020204020204" pitchFamily="34" charset="-122"/>
                <a:ea typeface="微软雅黑" panose="020B0503020204020204" pitchFamily="34" charset="-122"/>
              </a:rPr>
              <a:t>之间，绘制封闭圆环，其</a:t>
            </a:r>
            <a:r>
              <a:rPr lang="en-US" altLang="zh-CN" sz="1600" b="1" dirty="0">
                <a:solidFill>
                  <a:srgbClr val="0070C0"/>
                </a:solidFill>
                <a:latin typeface="微软雅黑" panose="020B0503020204020204" pitchFamily="34" charset="-122"/>
                <a:ea typeface="微软雅黑" panose="020B0503020204020204" pitchFamily="34" charset="-122"/>
              </a:rPr>
              <a:t>x</a:t>
            </a:r>
            <a:r>
              <a:rPr lang="zh-CN" altLang="en-US" sz="1600" b="1" dirty="0">
                <a:solidFill>
                  <a:srgbClr val="0070C0"/>
                </a:solidFill>
                <a:latin typeface="微软雅黑" panose="020B0503020204020204" pitchFamily="34" charset="-122"/>
                <a:ea typeface="微软雅黑" panose="020B0503020204020204" pitchFamily="34" charset="-122"/>
              </a:rPr>
              <a:t>、</a:t>
            </a:r>
            <a:r>
              <a:rPr lang="en-US" altLang="zh-CN" sz="1600" b="1" dirty="0">
                <a:solidFill>
                  <a:srgbClr val="0070C0"/>
                </a:solidFill>
                <a:latin typeface="微软雅黑" panose="020B0503020204020204" pitchFamily="34" charset="-122"/>
                <a:ea typeface="微软雅黑" panose="020B0503020204020204" pitchFamily="34" charset="-122"/>
              </a:rPr>
              <a:t>y</a:t>
            </a:r>
            <a:r>
              <a:rPr lang="zh-CN" altLang="en-US" sz="1600" b="1" dirty="0">
                <a:solidFill>
                  <a:srgbClr val="0070C0"/>
                </a:solidFill>
                <a:latin typeface="微软雅黑" panose="020B0503020204020204" pitchFamily="34" charset="-122"/>
                <a:ea typeface="微软雅黑" panose="020B0503020204020204" pitchFamily="34" charset="-122"/>
              </a:rPr>
              <a:t>和</a:t>
            </a:r>
            <a:r>
              <a:rPr lang="en-US" altLang="zh-CN" sz="1600" b="1" dirty="0">
                <a:solidFill>
                  <a:srgbClr val="0070C0"/>
                </a:solidFill>
                <a:latin typeface="微软雅黑" panose="020B0503020204020204" pitchFamily="34" charset="-122"/>
                <a:ea typeface="微软雅黑" panose="020B0503020204020204" pitchFamily="34" charset="-122"/>
              </a:rPr>
              <a:t>z</a:t>
            </a:r>
            <a:r>
              <a:rPr lang="zh-CN" altLang="en-US" sz="1600" b="1" dirty="0">
                <a:solidFill>
                  <a:srgbClr val="0070C0"/>
                </a:solidFill>
                <a:latin typeface="微软雅黑" panose="020B0503020204020204" pitchFamily="34" charset="-122"/>
                <a:ea typeface="微软雅黑" panose="020B0503020204020204" pitchFamily="34" charset="-122"/>
              </a:rPr>
              <a:t>关于</a:t>
            </a:r>
            <a:r>
              <a:rPr lang="en-US" altLang="zh-CN" sz="1600" b="1" dirty="0">
                <a:solidFill>
                  <a:srgbClr val="0070C0"/>
                </a:solidFill>
                <a:latin typeface="微软雅黑" panose="020B0503020204020204" pitchFamily="34" charset="-122"/>
                <a:ea typeface="微软雅黑" panose="020B0503020204020204" pitchFamily="34" charset="-122"/>
              </a:rPr>
              <a:t>u</a:t>
            </a:r>
            <a:r>
              <a:rPr lang="zh-CN" altLang="en-US" sz="1600" b="1" dirty="0">
                <a:solidFill>
                  <a:srgbClr val="0070C0"/>
                </a:solidFill>
                <a:latin typeface="微软雅黑" panose="020B0503020204020204" pitchFamily="34" charset="-122"/>
                <a:ea typeface="微软雅黑" panose="020B0503020204020204" pitchFamily="34" charset="-122"/>
              </a:rPr>
              <a:t>，</a:t>
            </a:r>
            <a:r>
              <a:rPr lang="en-US" altLang="zh-CN" sz="1600" b="1" dirty="0">
                <a:solidFill>
                  <a:srgbClr val="0070C0"/>
                </a:solidFill>
                <a:latin typeface="微软雅黑" panose="020B0503020204020204" pitchFamily="34" charset="-122"/>
                <a:ea typeface="微软雅黑" panose="020B0503020204020204" pitchFamily="34" charset="-122"/>
              </a:rPr>
              <a:t>v</a:t>
            </a:r>
            <a:r>
              <a:rPr lang="zh-CN" altLang="zh-CN" sz="1600" b="1" dirty="0">
                <a:solidFill>
                  <a:srgbClr val="0070C0"/>
                </a:solidFill>
                <a:latin typeface="微软雅黑" panose="020B0503020204020204" pitchFamily="34" charset="-122"/>
                <a:ea typeface="微软雅黑" panose="020B0503020204020204" pitchFamily="34" charset="-122"/>
              </a:rPr>
              <a:t>参数方程</a:t>
            </a:r>
            <a:r>
              <a:rPr lang="zh-CN" altLang="en-US" sz="1600" b="1" dirty="0">
                <a:solidFill>
                  <a:srgbClr val="0070C0"/>
                </a:solidFill>
                <a:latin typeface="微软雅黑" panose="020B0503020204020204" pitchFamily="34" charset="-122"/>
                <a:ea typeface="微软雅黑" panose="020B0503020204020204" pitchFamily="34" charset="-122"/>
              </a:rPr>
              <a:t>如下</a:t>
            </a:r>
            <a:r>
              <a:rPr lang="zh-CN" altLang="zh-CN" sz="1600" b="1" dirty="0">
                <a:solidFill>
                  <a:srgbClr val="0070C0"/>
                </a:solidFill>
                <a:latin typeface="微软雅黑" panose="020B0503020204020204" pitchFamily="34" charset="-122"/>
                <a:ea typeface="微软雅黑" panose="020B0503020204020204" pitchFamily="34" charset="-122"/>
              </a:rPr>
              <a:t>：</a:t>
            </a:r>
            <a:r>
              <a:rPr lang="en-US" altLang="zh-CN" sz="1600" b="1" dirty="0">
                <a:solidFill>
                  <a:srgbClr val="0070C0"/>
                </a:solidFill>
                <a:latin typeface="微软雅黑" panose="020B0503020204020204" pitchFamily="34" charset="-122"/>
                <a:ea typeface="微软雅黑" panose="020B0503020204020204" pitchFamily="34" charset="-122"/>
              </a:rPr>
              <a:t>x=(6+2cos(u))*cos(v),  y=(6+2cos(u))*sin(v),   z=2sin(v)</a:t>
            </a:r>
          </a:p>
        </p:txBody>
      </p:sp>
      <p:sp>
        <p:nvSpPr>
          <p:cNvPr id="13" name="AutoShape 13">
            <a:extLst>
              <a:ext uri="{FF2B5EF4-FFF2-40B4-BE49-F238E27FC236}">
                <a16:creationId xmlns:a16="http://schemas.microsoft.com/office/drawing/2014/main" id="{091E61D0-AC80-4EBB-A823-2F9293F910A3}"/>
              </a:ext>
            </a:extLst>
          </p:cNvPr>
          <p:cNvSpPr>
            <a:spLocks noChangeArrowheads="1"/>
          </p:cNvSpPr>
          <p:nvPr/>
        </p:nvSpPr>
        <p:spPr bwMode="auto">
          <a:xfrm>
            <a:off x="2888536" y="1457154"/>
            <a:ext cx="943249" cy="540709"/>
          </a:xfrm>
          <a:prstGeom prst="irregularSeal2">
            <a:avLst/>
          </a:prstGeom>
          <a:solidFill>
            <a:srgbClr val="FF0000"/>
          </a:solidFill>
          <a:ln w="57150">
            <a:solidFill>
              <a:srgbClr val="00FF00"/>
            </a:solidFill>
            <a:miter lim="800000"/>
          </a:ln>
          <a:scene3d>
            <a:camera prst="orthographicFront"/>
            <a:lightRig rig="threePt" dir="t"/>
          </a:scene3d>
          <a:sp3d>
            <a:bevelT prst="angle"/>
          </a:sp3d>
        </p:spPr>
        <p:txBody>
          <a:bodyPr wrap="none" anchor="ctr"/>
          <a:lstStyle/>
          <a:p>
            <a:r>
              <a:rPr lang="zh-CN" altLang="en-US" sz="1400" b="1" kern="0" dirty="0">
                <a:solidFill>
                  <a:srgbClr val="FFFF00"/>
                </a:solidFill>
                <a:ea typeface="黑体" panose="02010609060101010101" pitchFamily="49" charset="-122"/>
              </a:rPr>
              <a:t> 注</a:t>
            </a:r>
            <a:endParaRPr lang="en-US" altLang="zh-CN" sz="1400" b="1" kern="0" dirty="0">
              <a:solidFill>
                <a:srgbClr val="FFFF00"/>
              </a:solidFill>
              <a:ea typeface="黑体" panose="02010609060101010101" pitchFamily="49" charset="-122"/>
            </a:endParaRPr>
          </a:p>
          <a:p>
            <a:r>
              <a:rPr lang="zh-CN" altLang="en-US" sz="1400" b="1" kern="0" dirty="0">
                <a:solidFill>
                  <a:srgbClr val="FFFF00"/>
                </a:solidFill>
                <a:ea typeface="黑体" panose="02010609060101010101" pitchFamily="49" charset="-122"/>
              </a:rPr>
              <a:t>意</a:t>
            </a:r>
            <a:endParaRPr lang="en-US" altLang="zh-CN" sz="1400" b="1" kern="0" dirty="0">
              <a:solidFill>
                <a:srgbClr val="FFFF00"/>
              </a:solidFill>
              <a:ea typeface="黑体" panose="02010609060101010101" pitchFamily="49" charset="-122"/>
            </a:endParaRPr>
          </a:p>
        </p:txBody>
      </p:sp>
      <p:sp>
        <p:nvSpPr>
          <p:cNvPr id="14" name="文本框 13">
            <a:extLst>
              <a:ext uri="{FF2B5EF4-FFF2-40B4-BE49-F238E27FC236}">
                <a16:creationId xmlns:a16="http://schemas.microsoft.com/office/drawing/2014/main" id="{677FB784-EF52-467F-A5DE-CF5D7F14D593}"/>
              </a:ext>
            </a:extLst>
          </p:cNvPr>
          <p:cNvSpPr txBox="1"/>
          <p:nvPr/>
        </p:nvSpPr>
        <p:spPr>
          <a:xfrm>
            <a:off x="2959752" y="2406244"/>
            <a:ext cx="6112596" cy="696088"/>
          </a:xfrm>
          <a:prstGeom prst="rect">
            <a:avLst/>
          </a:prstGeom>
          <a:noFill/>
        </p:spPr>
        <p:txBody>
          <a:bodyPr wrap="square">
            <a:spAutoFit/>
          </a:bodyPr>
          <a:lstStyle/>
          <a:p>
            <a:pPr marL="342900" indent="-342900">
              <a:lnSpc>
                <a:spcPts val="2500"/>
              </a:lnSpc>
              <a:buFont typeface="+mj-ea"/>
              <a:buAutoNum type="circleNumDbPlain"/>
            </a:pPr>
            <a:r>
              <a:rPr lang="en-US" altLang="zh-CN" sz="1400" b="1" kern="0" dirty="0">
                <a:solidFill>
                  <a:srgbClr val="0070C0"/>
                </a:solidFill>
                <a:latin typeface="微软雅黑" panose="020B0503020204020204" pitchFamily="34" charset="-122"/>
                <a:ea typeface="微软雅黑" panose="020B0503020204020204" pitchFamily="34" charset="-122"/>
              </a:rPr>
              <a:t>linRange</a:t>
            </a:r>
            <a:r>
              <a:rPr lang="zh-CN" altLang="en-US" sz="1400" b="1" kern="0" dirty="0">
                <a:solidFill>
                  <a:srgbClr val="0070C0"/>
                </a:solidFill>
                <a:latin typeface="微软雅黑" panose="020B0503020204020204" pitchFamily="34" charset="-122"/>
                <a:ea typeface="微软雅黑" panose="020B0503020204020204" pitchFamily="34" charset="-122"/>
              </a:rPr>
              <a:t>创建线性向量最后元素必等于终止值</a:t>
            </a:r>
            <a:r>
              <a:rPr lang="en-US" altLang="zh-CN" sz="1400" b="1" kern="0" dirty="0">
                <a:solidFill>
                  <a:srgbClr val="0070C0"/>
                </a:solidFill>
                <a:latin typeface="微软雅黑" panose="020B0503020204020204" pitchFamily="34" charset="-122"/>
                <a:ea typeface="微软雅黑" panose="020B0503020204020204" pitchFamily="34" charset="-122"/>
              </a:rPr>
              <a:t>x2</a:t>
            </a:r>
          </a:p>
          <a:p>
            <a:pPr marL="342900" indent="-342900">
              <a:lnSpc>
                <a:spcPts val="2500"/>
              </a:lnSpc>
              <a:buFont typeface="+mj-ea"/>
              <a:buAutoNum type="circleNumDbPlain"/>
            </a:pPr>
            <a:r>
              <a:rPr lang="zh-CN" altLang="en-US" sz="1400" b="1" kern="0" dirty="0">
                <a:solidFill>
                  <a:srgbClr val="0070C0"/>
                </a:solidFill>
                <a:latin typeface="微软雅黑" panose="020B0503020204020204" pitchFamily="34" charset="-122"/>
                <a:ea typeface="微软雅黑" panose="020B0503020204020204" pitchFamily="34" charset="-122"/>
              </a:rPr>
              <a:t>冒号法创建向量，只有被等分为整数份时，最后元素才能为终止值</a:t>
            </a:r>
            <a:r>
              <a:rPr lang="en-US" altLang="zh-CN" sz="1400" b="1" kern="0" dirty="0">
                <a:solidFill>
                  <a:srgbClr val="0070C0"/>
                </a:solidFill>
                <a:latin typeface="微软雅黑" panose="020B0503020204020204" pitchFamily="34" charset="-122"/>
                <a:ea typeface="微软雅黑" panose="020B0503020204020204" pitchFamily="34" charset="-122"/>
              </a:rPr>
              <a:t>x2</a:t>
            </a:r>
            <a:endParaRPr lang="zh-CN" altLang="en-US" sz="1400" b="1" kern="0" dirty="0">
              <a:solidFill>
                <a:srgbClr val="0070C0"/>
              </a:solidFill>
              <a:latin typeface="微软雅黑" panose="020B0503020204020204" pitchFamily="34" charset="-122"/>
              <a:ea typeface="微软雅黑" panose="020B0503020204020204" pitchFamily="34" charset="-122"/>
            </a:endParaRPr>
          </a:p>
        </p:txBody>
      </p:sp>
      <p:sp>
        <p:nvSpPr>
          <p:cNvPr id="15" name="文本框 14">
            <a:extLst>
              <a:ext uri="{FF2B5EF4-FFF2-40B4-BE49-F238E27FC236}">
                <a16:creationId xmlns:a16="http://schemas.microsoft.com/office/drawing/2014/main" id="{5640ACA2-F8D0-4481-A348-FA2542681E1E}"/>
              </a:ext>
            </a:extLst>
          </p:cNvPr>
          <p:cNvSpPr txBox="1"/>
          <p:nvPr/>
        </p:nvSpPr>
        <p:spPr>
          <a:xfrm>
            <a:off x="6079722" y="1952553"/>
            <a:ext cx="295677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defRPr sz="1600" b="1">
                <a:solidFill>
                  <a:srgbClr val="00B0F0"/>
                </a:solidFill>
                <a:latin typeface="微软雅黑" panose="020B0503020204020204" pitchFamily="34" charset="-122"/>
                <a:ea typeface="微软雅黑" panose="020B0503020204020204" pitchFamily="34" charset="-122"/>
              </a:defRPr>
            </a:lvl1pPr>
          </a:lstStyle>
          <a:p>
            <a:r>
              <a:rPr lang="zh-CN" altLang="en-US" dirty="0"/>
              <a:t>元素个数</a:t>
            </a:r>
            <a:r>
              <a:rPr lang="en-US" altLang="zh-CN" dirty="0"/>
              <a:t>n=</a:t>
            </a:r>
            <a:r>
              <a:rPr lang="zh-CN" altLang="en-US" dirty="0"/>
              <a:t>（</a:t>
            </a:r>
            <a:r>
              <a:rPr lang="en-US" altLang="zh-CN" dirty="0"/>
              <a:t>x2-x1</a:t>
            </a:r>
            <a:r>
              <a:rPr lang="zh-CN" altLang="en-US" dirty="0"/>
              <a:t>）</a:t>
            </a:r>
            <a:r>
              <a:rPr lang="en-US" altLang="zh-CN" dirty="0"/>
              <a:t>/h+1</a:t>
            </a:r>
            <a:endParaRPr lang="zh-CN" altLang="en-US" dirty="0"/>
          </a:p>
        </p:txBody>
      </p:sp>
      <p:sp>
        <p:nvSpPr>
          <p:cNvPr id="16" name="矩形 15">
            <a:extLst>
              <a:ext uri="{FF2B5EF4-FFF2-40B4-BE49-F238E27FC236}">
                <a16:creationId xmlns:a16="http://schemas.microsoft.com/office/drawing/2014/main" id="{0D1EF478-F97F-4910-B773-70B17C5FA515}"/>
              </a:ext>
            </a:extLst>
          </p:cNvPr>
          <p:cNvSpPr/>
          <p:nvPr/>
        </p:nvSpPr>
        <p:spPr>
          <a:xfrm>
            <a:off x="3831785" y="1457154"/>
            <a:ext cx="1400221" cy="369332"/>
          </a:xfrm>
          <a:prstGeom prst="rect">
            <a:avLst/>
          </a:prstGeom>
          <a:solidFill>
            <a:srgbClr val="0070C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p>
            <a:r>
              <a:rPr lang="en-US" altLang="zh-CN" b="1" dirty="0">
                <a:solidFill>
                  <a:schemeClr val="bg1"/>
                </a:solidFill>
                <a:latin typeface="Times New Roman" panose="02020603050405020304" pitchFamily="18" charset="0"/>
                <a:cs typeface="Times New Roman" panose="02020603050405020304" pitchFamily="18" charset="0"/>
              </a:rPr>
              <a:t>x=x1 </a:t>
            </a:r>
            <a:r>
              <a:rPr lang="zh-CN" altLang="en-US" b="1" dirty="0">
                <a:solidFill>
                  <a:schemeClr val="bg1"/>
                </a:solidFill>
                <a:latin typeface="Times New Roman" panose="02020603050405020304" pitchFamily="18" charset="0"/>
                <a:cs typeface="Times New Roman" panose="02020603050405020304" pitchFamily="18" charset="0"/>
              </a:rPr>
              <a:t>:</a:t>
            </a:r>
            <a:r>
              <a:rPr lang="en-US" altLang="zh-CN" b="1" dirty="0">
                <a:solidFill>
                  <a:schemeClr val="bg1"/>
                </a:solidFill>
                <a:latin typeface="Times New Roman" panose="02020603050405020304" pitchFamily="18" charset="0"/>
                <a:cs typeface="Times New Roman" panose="02020603050405020304" pitchFamily="18" charset="0"/>
              </a:rPr>
              <a:t>h</a:t>
            </a:r>
            <a:r>
              <a:rPr lang="zh-CN" altLang="en-US" b="1" dirty="0">
                <a:solidFill>
                  <a:schemeClr val="bg1"/>
                </a:solidFill>
                <a:latin typeface="Times New Roman" panose="02020603050405020304" pitchFamily="18" charset="0"/>
                <a:cs typeface="Times New Roman" panose="02020603050405020304" pitchFamily="18" charset="0"/>
              </a:rPr>
              <a:t>:</a:t>
            </a:r>
            <a:r>
              <a:rPr lang="en-US" altLang="zh-CN" b="1" dirty="0">
                <a:solidFill>
                  <a:schemeClr val="bg1"/>
                </a:solidFill>
                <a:latin typeface="Times New Roman" panose="02020603050405020304" pitchFamily="18" charset="0"/>
                <a:cs typeface="Times New Roman" panose="02020603050405020304" pitchFamily="18" charset="0"/>
              </a:rPr>
              <a:t> x2</a:t>
            </a:r>
            <a:r>
              <a:rPr lang="zh-CN" altLang="en-US" b="1" dirty="0">
                <a:solidFill>
                  <a:schemeClr val="bg1"/>
                </a:solidFill>
                <a:latin typeface="Times New Roman" panose="02020603050405020304" pitchFamily="18" charset="0"/>
                <a:cs typeface="Times New Roman" panose="02020603050405020304" pitchFamily="18" charset="0"/>
              </a:rPr>
              <a:t>   </a:t>
            </a:r>
          </a:p>
        </p:txBody>
      </p:sp>
      <p:sp>
        <p:nvSpPr>
          <p:cNvPr id="19" name="矩形 18">
            <a:extLst>
              <a:ext uri="{FF2B5EF4-FFF2-40B4-BE49-F238E27FC236}">
                <a16:creationId xmlns:a16="http://schemas.microsoft.com/office/drawing/2014/main" id="{3E8A6F00-6EB9-40FB-9B8E-8BCE6C42F266}"/>
              </a:ext>
            </a:extLst>
          </p:cNvPr>
          <p:cNvSpPr/>
          <p:nvPr/>
        </p:nvSpPr>
        <p:spPr>
          <a:xfrm>
            <a:off x="3772263" y="1940152"/>
            <a:ext cx="2279943" cy="369332"/>
          </a:xfrm>
          <a:prstGeom prst="rect">
            <a:avLst/>
          </a:prstGeom>
          <a:solidFill>
            <a:srgbClr val="0070C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p>
            <a:r>
              <a:rPr lang="en-US" altLang="zh-CN" b="1" dirty="0">
                <a:solidFill>
                  <a:schemeClr val="bg1"/>
                </a:solidFill>
                <a:latin typeface="Times New Roman" panose="02020603050405020304" pitchFamily="18" charset="0"/>
                <a:cs typeface="Times New Roman" panose="02020603050405020304" pitchFamily="18" charset="0"/>
              </a:rPr>
              <a:t>x</a:t>
            </a:r>
            <a:r>
              <a:rPr lang="zh-CN" altLang="zh-CN" b="1" dirty="0">
                <a:solidFill>
                  <a:schemeClr val="bg1"/>
                </a:solidFill>
                <a:latin typeface="Times New Roman" panose="02020603050405020304" pitchFamily="18" charset="0"/>
                <a:cs typeface="Times New Roman" panose="02020603050405020304" pitchFamily="18" charset="0"/>
              </a:rPr>
              <a:t>= LinRange(</a:t>
            </a:r>
            <a:r>
              <a:rPr lang="en-US" altLang="zh-CN" b="1" dirty="0">
                <a:solidFill>
                  <a:schemeClr val="bg1"/>
                </a:solidFill>
                <a:latin typeface="Times New Roman" panose="02020603050405020304" pitchFamily="18" charset="0"/>
                <a:cs typeface="Times New Roman" panose="02020603050405020304" pitchFamily="18" charset="0"/>
              </a:rPr>
              <a:t>x1</a:t>
            </a:r>
            <a:r>
              <a:rPr lang="zh-CN" altLang="zh-CN" b="1" dirty="0">
                <a:solidFill>
                  <a:schemeClr val="bg1"/>
                </a:solidFill>
                <a:latin typeface="Times New Roman" panose="02020603050405020304" pitchFamily="18" charset="0"/>
                <a:cs typeface="Times New Roman" panose="02020603050405020304" pitchFamily="18" charset="0"/>
              </a:rPr>
              <a:t>,</a:t>
            </a:r>
            <a:r>
              <a:rPr lang="en-US" altLang="zh-CN" b="1" dirty="0">
                <a:solidFill>
                  <a:schemeClr val="bg1"/>
                </a:solidFill>
                <a:latin typeface="Times New Roman" panose="02020603050405020304" pitchFamily="18" charset="0"/>
                <a:cs typeface="Times New Roman" panose="02020603050405020304" pitchFamily="18" charset="0"/>
              </a:rPr>
              <a:t>x2</a:t>
            </a:r>
            <a:r>
              <a:rPr lang="zh-CN" altLang="zh-CN" b="1" dirty="0">
                <a:solidFill>
                  <a:schemeClr val="bg1"/>
                </a:solidFill>
                <a:latin typeface="Times New Roman" panose="02020603050405020304" pitchFamily="18" charset="0"/>
                <a:cs typeface="Times New Roman" panose="02020603050405020304" pitchFamily="18" charset="0"/>
              </a:rPr>
              <a:t>,n)</a:t>
            </a:r>
            <a:endParaRPr lang="zh-CN" altLang="en-US" b="1" dirty="0">
              <a:solidFill>
                <a:schemeClr val="bg1"/>
              </a:solidFill>
              <a:latin typeface="Times New Roman" panose="02020603050405020304" pitchFamily="18" charset="0"/>
              <a:cs typeface="Times New Roman" panose="02020603050405020304" pitchFamily="18" charset="0"/>
            </a:endParaRPr>
          </a:p>
        </p:txBody>
      </p:sp>
      <p:sp>
        <p:nvSpPr>
          <p:cNvPr id="20" name="矩形 19">
            <a:extLst>
              <a:ext uri="{FF2B5EF4-FFF2-40B4-BE49-F238E27FC236}">
                <a16:creationId xmlns:a16="http://schemas.microsoft.com/office/drawing/2014/main" id="{D0154241-D366-42C6-BD9A-0C58DFE60367}"/>
              </a:ext>
            </a:extLst>
          </p:cNvPr>
          <p:cNvSpPr/>
          <p:nvPr/>
        </p:nvSpPr>
        <p:spPr>
          <a:xfrm>
            <a:off x="5330349" y="1487932"/>
            <a:ext cx="290965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1600" b="1" dirty="0">
                <a:solidFill>
                  <a:srgbClr val="00B0F0"/>
                </a:solidFill>
                <a:latin typeface="微软雅黑" panose="020B0503020204020204" pitchFamily="34" charset="-122"/>
                <a:ea typeface="微软雅黑" panose="020B0503020204020204" pitchFamily="34" charset="-122"/>
                <a:sym typeface="+mn-lt"/>
              </a:rPr>
              <a:t>x1</a:t>
            </a:r>
            <a:r>
              <a:rPr lang="zh-CN" altLang="en-US" sz="1600" b="1" dirty="0">
                <a:solidFill>
                  <a:srgbClr val="00B0F0"/>
                </a:solidFill>
                <a:latin typeface="微软雅黑" panose="020B0503020204020204" pitchFamily="34" charset="-122"/>
                <a:ea typeface="微软雅黑" panose="020B0503020204020204" pitchFamily="34" charset="-122"/>
                <a:sym typeface="+mn-lt"/>
              </a:rPr>
              <a:t>起始值</a:t>
            </a:r>
            <a:r>
              <a:rPr lang="en-US" altLang="zh-CN" sz="1600" b="1" dirty="0">
                <a:solidFill>
                  <a:srgbClr val="00B0F0"/>
                </a:solidFill>
                <a:latin typeface="微软雅黑" panose="020B0503020204020204" pitchFamily="34" charset="-122"/>
                <a:ea typeface="微软雅黑" panose="020B0503020204020204" pitchFamily="34" charset="-122"/>
                <a:sym typeface="+mn-lt"/>
              </a:rPr>
              <a:t>,x2</a:t>
            </a:r>
            <a:r>
              <a:rPr lang="zh-CN" altLang="en-US" sz="1600" b="1" dirty="0">
                <a:solidFill>
                  <a:srgbClr val="00B0F0"/>
                </a:solidFill>
                <a:latin typeface="微软雅黑" panose="020B0503020204020204" pitchFamily="34" charset="-122"/>
                <a:ea typeface="微软雅黑" panose="020B0503020204020204" pitchFamily="34" charset="-122"/>
                <a:sym typeface="+mn-lt"/>
              </a:rPr>
              <a:t>终止值</a:t>
            </a:r>
            <a:r>
              <a:rPr lang="en-US" altLang="zh-CN" sz="1600" b="1" dirty="0">
                <a:solidFill>
                  <a:srgbClr val="00B0F0"/>
                </a:solidFill>
                <a:latin typeface="微软雅黑" panose="020B0503020204020204" pitchFamily="34" charset="-122"/>
                <a:ea typeface="微软雅黑" panose="020B0503020204020204" pitchFamily="34" charset="-122"/>
                <a:sym typeface="+mn-lt"/>
              </a:rPr>
              <a:t>,,</a:t>
            </a:r>
            <a:r>
              <a:rPr lang="zh-CN" altLang="en-US" sz="1600" b="1" dirty="0">
                <a:solidFill>
                  <a:srgbClr val="00B0F0"/>
                </a:solidFill>
                <a:latin typeface="微软雅黑" panose="020B0503020204020204" pitchFamily="34" charset="-122"/>
                <a:ea typeface="微软雅黑" panose="020B0503020204020204" pitchFamily="34" charset="-122"/>
                <a:sym typeface="+mn-lt"/>
              </a:rPr>
              <a:t>步长</a:t>
            </a:r>
            <a:r>
              <a:rPr lang="en-US" altLang="zh-CN" sz="1600" b="1" dirty="0">
                <a:solidFill>
                  <a:srgbClr val="00B0F0"/>
                </a:solidFill>
                <a:latin typeface="微软雅黑" panose="020B0503020204020204" pitchFamily="34" charset="-122"/>
                <a:ea typeface="微软雅黑" panose="020B0503020204020204" pitchFamily="34" charset="-122"/>
                <a:sym typeface="+mn-lt"/>
              </a:rPr>
              <a:t>h</a:t>
            </a:r>
            <a:endParaRPr lang="zh-CN" altLang="en-US" sz="1600" b="1" dirty="0">
              <a:solidFill>
                <a:srgbClr val="00B0F0"/>
              </a:solidFill>
              <a:latin typeface="微软雅黑" panose="020B0503020204020204" pitchFamily="34" charset="-122"/>
              <a:ea typeface="微软雅黑" panose="020B0503020204020204" pitchFamily="34" charset="-122"/>
            </a:endParaRPr>
          </a:p>
        </p:txBody>
      </p:sp>
      <p:sp>
        <p:nvSpPr>
          <p:cNvPr id="21" name="文本框 20">
            <a:extLst>
              <a:ext uri="{FF2B5EF4-FFF2-40B4-BE49-F238E27FC236}">
                <a16:creationId xmlns:a16="http://schemas.microsoft.com/office/drawing/2014/main" id="{B0D9B2EC-DB8B-4C83-98BB-FDA0BA8FF31F}"/>
              </a:ext>
            </a:extLst>
          </p:cNvPr>
          <p:cNvSpPr txBox="1"/>
          <p:nvPr/>
        </p:nvSpPr>
        <p:spPr>
          <a:xfrm>
            <a:off x="2895320" y="3560545"/>
            <a:ext cx="6241461" cy="881780"/>
          </a:xfrm>
          <a:prstGeom prst="rect">
            <a:avLst/>
          </a:prstGeom>
          <a:noFill/>
        </p:spPr>
        <p:txBody>
          <a:bodyPr wrap="square">
            <a:spAutoFit/>
          </a:bodyPr>
          <a:lstStyle/>
          <a:p>
            <a:pPr marL="342900" indent="-342900">
              <a:lnSpc>
                <a:spcPts val="3300"/>
              </a:lnSpc>
              <a:buFont typeface="+mj-ea"/>
              <a:buAutoNum type="circleNumDbPlain"/>
            </a:pPr>
            <a:r>
              <a:rPr lang="zh-CN" altLang="en-US" sz="1600" dirty="0">
                <a:solidFill>
                  <a:srgbClr val="0070C0"/>
                </a:solidFill>
                <a:latin typeface="微软雅黑" panose="020B0503020204020204" pitchFamily="34" charset="-122"/>
                <a:ea typeface="微软雅黑" panose="020B0503020204020204" pitchFamily="34" charset="-122"/>
              </a:rPr>
              <a:t>用位置索引访问最后一个元素</a:t>
            </a:r>
            <a:r>
              <a:rPr lang="en-US" altLang="zh-CN" sz="1600" dirty="0">
                <a:solidFill>
                  <a:srgbClr val="0070C0"/>
                </a:solidFill>
                <a:latin typeface="微软雅黑" panose="020B0503020204020204" pitchFamily="34" charset="-122"/>
                <a:ea typeface="微软雅黑" panose="020B0503020204020204" pitchFamily="34" charset="-122"/>
              </a:rPr>
              <a:t>we=w[end]</a:t>
            </a:r>
            <a:r>
              <a:rPr lang="zh-CN" altLang="en-US" sz="1600" dirty="0">
                <a:solidFill>
                  <a:srgbClr val="0070C0"/>
                </a:solidFill>
                <a:latin typeface="微软雅黑" panose="020B0503020204020204" pitchFamily="34" charset="-122"/>
                <a:ea typeface="微软雅黑" panose="020B0503020204020204" pitchFamily="34" charset="-122"/>
              </a:rPr>
              <a:t>，判断是否等于</a:t>
            </a:r>
            <a:r>
              <a:rPr lang="en-US" altLang="zh-CN" sz="1600" dirty="0">
                <a:solidFill>
                  <a:srgbClr val="0070C0"/>
                </a:solidFill>
                <a:latin typeface="微软雅黑" panose="020B0503020204020204" pitchFamily="34" charset="-122"/>
                <a:ea typeface="微软雅黑" panose="020B0503020204020204" pitchFamily="34" charset="-122"/>
              </a:rPr>
              <a:t>2pi</a:t>
            </a:r>
            <a:r>
              <a:rPr lang="zh-CN" altLang="en-US" sz="1600" dirty="0">
                <a:solidFill>
                  <a:srgbClr val="0070C0"/>
                </a:solidFill>
                <a:latin typeface="微软雅黑" panose="020B0503020204020204" pitchFamily="34" charset="-122"/>
                <a:ea typeface="微软雅黑" panose="020B0503020204020204" pitchFamily="34" charset="-122"/>
              </a:rPr>
              <a:t>？</a:t>
            </a:r>
            <a:endParaRPr lang="en-US" altLang="zh-CN" sz="1600" dirty="0">
              <a:solidFill>
                <a:srgbClr val="0070C0"/>
              </a:solidFill>
              <a:latin typeface="微软雅黑" panose="020B0503020204020204" pitchFamily="34" charset="-122"/>
              <a:ea typeface="微软雅黑" panose="020B0503020204020204" pitchFamily="34" charset="-122"/>
            </a:endParaRPr>
          </a:p>
          <a:p>
            <a:pPr marL="342900" indent="-342900">
              <a:lnSpc>
                <a:spcPts val="3300"/>
              </a:lnSpc>
              <a:buFont typeface="+mj-ea"/>
              <a:buAutoNum type="circleNumDbPlain"/>
            </a:pPr>
            <a:r>
              <a:rPr lang="zh-CN" altLang="en-US" sz="1600" dirty="0">
                <a:solidFill>
                  <a:srgbClr val="0070C0"/>
                </a:solidFill>
                <a:latin typeface="微软雅黑" panose="020B0503020204020204" pitchFamily="34" charset="-122"/>
                <a:ea typeface="微软雅黑" panose="020B0503020204020204" pitchFamily="34" charset="-122"/>
              </a:rPr>
              <a:t>采用逻辑索引</a:t>
            </a:r>
            <a:r>
              <a:rPr lang="en-US" altLang="zh-CN" sz="1600" dirty="0">
                <a:solidFill>
                  <a:srgbClr val="0070C0"/>
                </a:solidFill>
                <a:latin typeface="微软雅黑" panose="020B0503020204020204" pitchFamily="34" charset="-122"/>
                <a:ea typeface="微软雅黑" panose="020B0503020204020204" pitchFamily="34" charset="-122"/>
              </a:rPr>
              <a:t>w[end]==2pi</a:t>
            </a:r>
            <a:r>
              <a:rPr lang="zh-CN" altLang="en-US" sz="1600" dirty="0">
                <a:solidFill>
                  <a:srgbClr val="0070C0"/>
                </a:solidFill>
                <a:latin typeface="微软雅黑" panose="020B0503020204020204" pitchFamily="34" charset="-122"/>
                <a:ea typeface="微软雅黑" panose="020B0503020204020204" pitchFamily="34" charset="-122"/>
              </a:rPr>
              <a:t>判断最后元素是否等于</a:t>
            </a:r>
            <a:r>
              <a:rPr lang="en-US" altLang="zh-CN" sz="1600" dirty="0">
                <a:solidFill>
                  <a:srgbClr val="0070C0"/>
                </a:solidFill>
                <a:latin typeface="微软雅黑" panose="020B0503020204020204" pitchFamily="34" charset="-122"/>
                <a:ea typeface="微软雅黑" panose="020B0503020204020204" pitchFamily="34" charset="-122"/>
              </a:rPr>
              <a:t>2pi</a:t>
            </a:r>
            <a:r>
              <a:rPr lang="zh-CN" altLang="en-US" sz="1600" dirty="0">
                <a:solidFill>
                  <a:srgbClr val="0070C0"/>
                </a:solidFill>
                <a:latin typeface="微软雅黑" panose="020B0503020204020204" pitchFamily="34" charset="-122"/>
                <a:ea typeface="微软雅黑" panose="020B0503020204020204" pitchFamily="34" charset="-122"/>
              </a:rPr>
              <a:t>？</a:t>
            </a:r>
            <a:endParaRPr lang="en-US" altLang="zh-CN" sz="1600" dirty="0">
              <a:solidFill>
                <a:srgbClr val="0070C0"/>
              </a:solidFill>
              <a:latin typeface="微软雅黑" panose="020B0503020204020204" pitchFamily="34" charset="-122"/>
              <a:ea typeface="微软雅黑" panose="020B0503020204020204" pitchFamily="34" charset="-122"/>
            </a:endParaRPr>
          </a:p>
        </p:txBody>
      </p:sp>
      <p:sp>
        <p:nvSpPr>
          <p:cNvPr id="22" name="文本框 21">
            <a:extLst>
              <a:ext uri="{FF2B5EF4-FFF2-40B4-BE49-F238E27FC236}">
                <a16:creationId xmlns:a16="http://schemas.microsoft.com/office/drawing/2014/main" id="{37526E4A-59E3-43FD-8005-21DC8F38D65A}"/>
              </a:ext>
            </a:extLst>
          </p:cNvPr>
          <p:cNvSpPr txBox="1"/>
          <p:nvPr/>
        </p:nvSpPr>
        <p:spPr>
          <a:xfrm>
            <a:off x="2905183" y="3190712"/>
            <a:ext cx="6238817" cy="378117"/>
          </a:xfrm>
          <a:prstGeom prst="rect">
            <a:avLst/>
          </a:prstGeom>
          <a:noFill/>
        </p:spPr>
        <p:txBody>
          <a:bodyPr wrap="square">
            <a:spAutoFit/>
          </a:bodyPr>
          <a:lstStyle/>
          <a:p>
            <a:pPr>
              <a:lnSpc>
                <a:spcPts val="2400"/>
              </a:lnSpc>
            </a:pPr>
            <a:r>
              <a:rPr lang="zh-CN" altLang="en-US" b="1" dirty="0">
                <a:solidFill>
                  <a:srgbClr val="FF0000"/>
                </a:solidFill>
                <a:latin typeface="微软雅黑" panose="020B0503020204020204" pitchFamily="34" charset="-122"/>
                <a:ea typeface="微软雅黑" panose="020B0503020204020204" pitchFamily="34" charset="-122"/>
              </a:rPr>
              <a:t>用冒号法</a:t>
            </a:r>
            <a:r>
              <a:rPr lang="en-US" altLang="zh-CN" b="1" dirty="0">
                <a:solidFill>
                  <a:srgbClr val="FF0000"/>
                </a:solidFill>
                <a:latin typeface="微软雅黑" panose="020B0503020204020204" pitchFamily="34" charset="-122"/>
                <a:ea typeface="微软雅黑" panose="020B0503020204020204" pitchFamily="34" charset="-122"/>
              </a:rPr>
              <a:t>w=0:h:2pis</a:t>
            </a:r>
            <a:r>
              <a:rPr lang="zh-CN" altLang="en-US" b="1" dirty="0">
                <a:solidFill>
                  <a:srgbClr val="FF0000"/>
                </a:solidFill>
                <a:latin typeface="微软雅黑" panose="020B0503020204020204" pitchFamily="34" charset="-122"/>
                <a:ea typeface="微软雅黑" panose="020B0503020204020204" pitchFamily="34" charset="-122"/>
              </a:rPr>
              <a:t>绘制封闭的环</a:t>
            </a:r>
            <a:r>
              <a:rPr lang="en-US" altLang="zh-CN" b="1" dirty="0">
                <a:solidFill>
                  <a:srgbClr val="FF0000"/>
                </a:solidFill>
                <a:latin typeface="微软雅黑" panose="020B0503020204020204" pitchFamily="34" charset="-122"/>
                <a:ea typeface="微软雅黑" panose="020B0503020204020204" pitchFamily="34" charset="-122"/>
              </a:rPr>
              <a:t>,</a:t>
            </a:r>
            <a:r>
              <a:rPr lang="zh-CN" altLang="en-US" b="1" dirty="0">
                <a:solidFill>
                  <a:srgbClr val="FF0000"/>
                </a:solidFill>
                <a:latin typeface="微软雅黑" panose="020B0503020204020204" pitchFamily="34" charset="-122"/>
                <a:ea typeface="微软雅黑" panose="020B0503020204020204" pitchFamily="34" charset="-122"/>
              </a:rPr>
              <a:t>取步长</a:t>
            </a:r>
            <a:r>
              <a:rPr lang="en-US" altLang="zh-CN" b="1" dirty="0">
                <a:solidFill>
                  <a:srgbClr val="FF0000"/>
                </a:solidFill>
                <a:latin typeface="微软雅黑" panose="020B0503020204020204" pitchFamily="34" charset="-122"/>
                <a:ea typeface="微软雅黑" panose="020B0503020204020204" pitchFamily="34" charset="-122"/>
              </a:rPr>
              <a:t>h</a:t>
            </a:r>
            <a:r>
              <a:rPr lang="zh-CN" altLang="en-US" b="1" dirty="0">
                <a:solidFill>
                  <a:srgbClr val="FF0000"/>
                </a:solidFill>
                <a:latin typeface="微软雅黑" panose="020B0503020204020204" pitchFamily="34" charset="-122"/>
                <a:ea typeface="微软雅黑" panose="020B0503020204020204" pitchFamily="34" charset="-122"/>
              </a:rPr>
              <a:t>多大时，才封闭</a:t>
            </a:r>
            <a:endParaRPr lang="en-US" altLang="zh-CN" b="1" dirty="0">
              <a:solidFill>
                <a:srgbClr val="FF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0886029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1">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5" grpId="0"/>
      <p:bldP spid="16" grpId="0" animBg="1"/>
      <p:bldP spid="19" grpId="0" animBg="1"/>
      <p:bldP spid="20" grpId="0"/>
      <p:bldP spid="2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5FD2722-2E7C-4F13-81AF-B9C57BC63388}"/>
              </a:ext>
            </a:extLst>
          </p:cNvPr>
          <p:cNvSpPr>
            <a:spLocks noGrp="1"/>
          </p:cNvSpPr>
          <p:nvPr>
            <p:ph type="title"/>
          </p:nvPr>
        </p:nvSpPr>
        <p:spPr>
          <a:xfrm>
            <a:off x="773249" y="699542"/>
            <a:ext cx="7716836" cy="477697"/>
          </a:xfrm>
        </p:spPr>
        <p:txBody>
          <a:bodyPr/>
          <a:lstStyle/>
          <a:p>
            <a:pPr>
              <a:lnSpc>
                <a:spcPct val="100000"/>
              </a:lnSpc>
            </a:pPr>
            <a:br>
              <a:rPr lang="en-US" altLang="zh-CN" dirty="0"/>
            </a:br>
            <a:br>
              <a:rPr lang="en-US" altLang="zh-CN" dirty="0"/>
            </a:br>
            <a:br>
              <a:rPr lang="en-US" altLang="zh-CN" dirty="0"/>
            </a:br>
            <a:br>
              <a:rPr lang="en-US" altLang="zh-CN" dirty="0"/>
            </a:br>
            <a:br>
              <a:rPr lang="en-US" altLang="zh-CN" dirty="0"/>
            </a:br>
            <a:br>
              <a:rPr lang="en-US" altLang="zh-CN" dirty="0"/>
            </a:br>
            <a:endParaRPr lang="zh-CN" altLang="en-US" dirty="0"/>
          </a:p>
        </p:txBody>
      </p:sp>
      <p:sp>
        <p:nvSpPr>
          <p:cNvPr id="7" name="文本框 6">
            <a:extLst>
              <a:ext uri="{FF2B5EF4-FFF2-40B4-BE49-F238E27FC236}">
                <a16:creationId xmlns:a16="http://schemas.microsoft.com/office/drawing/2014/main" id="{B519F355-1773-4B94-A6A9-394B2303F5DB}"/>
              </a:ext>
            </a:extLst>
          </p:cNvPr>
          <p:cNvSpPr txBox="1"/>
          <p:nvPr/>
        </p:nvSpPr>
        <p:spPr>
          <a:xfrm>
            <a:off x="179512" y="771545"/>
            <a:ext cx="8964488" cy="3816429"/>
          </a:xfrm>
          <a:prstGeom prst="rect">
            <a:avLst/>
          </a:prstGeom>
          <a:solidFill>
            <a:schemeClr val="bg1"/>
          </a:solidFill>
          <a:ln>
            <a:solidFill>
              <a:schemeClr val="bg1">
                <a:lumMod val="85000"/>
              </a:schemeClr>
            </a:solidFill>
          </a:ln>
        </p:spPr>
        <p:txBody>
          <a:bodyPr wrap="square">
            <a:spAutoFit/>
          </a:bodyPr>
          <a:lstStyle/>
          <a:p>
            <a:r>
              <a:rPr lang="zh-CN" altLang="en-US" sz="2200" dirty="0">
                <a:latin typeface="华文楷体" panose="02010600040101010101" pitchFamily="2" charset="-122"/>
                <a:ea typeface="华文楷体" panose="02010600040101010101" pitchFamily="2" charset="-122"/>
              </a:rPr>
              <a:t>函数	          描述</a:t>
            </a:r>
          </a:p>
          <a:p>
            <a:r>
              <a:rPr lang="en-US" altLang="zh-CN" sz="2200" b="1" dirty="0" err="1">
                <a:solidFill>
                  <a:srgbClr val="3399FF"/>
                </a:solidFill>
                <a:latin typeface="华文楷体" panose="02010600040101010101" pitchFamily="2" charset="-122"/>
                <a:ea typeface="华文楷体" panose="02010600040101010101" pitchFamily="2" charset="-122"/>
              </a:rPr>
              <a:t>eltype</a:t>
            </a:r>
            <a:r>
              <a:rPr lang="en-US" altLang="zh-CN" sz="2200" b="1" dirty="0">
                <a:solidFill>
                  <a:srgbClr val="3399FF"/>
                </a:solidFill>
                <a:latin typeface="华文楷体" panose="02010600040101010101" pitchFamily="2" charset="-122"/>
                <a:ea typeface="华文楷体" panose="02010600040101010101" pitchFamily="2" charset="-122"/>
              </a:rPr>
              <a:t>(A)</a:t>
            </a:r>
            <a:r>
              <a:rPr lang="en-US" altLang="zh-CN" sz="2200" b="1" dirty="0">
                <a:latin typeface="华文楷体" panose="02010600040101010101" pitchFamily="2" charset="-122"/>
                <a:ea typeface="华文楷体" panose="02010600040101010101" pitchFamily="2" charset="-122"/>
              </a:rPr>
              <a:t>         </a:t>
            </a:r>
            <a:r>
              <a:rPr lang="en-US" altLang="zh-CN" sz="2200" dirty="0">
                <a:latin typeface="华文楷体" panose="02010600040101010101" pitchFamily="2" charset="-122"/>
                <a:ea typeface="华文楷体" panose="02010600040101010101" pitchFamily="2" charset="-122"/>
              </a:rPr>
              <a:t>A</a:t>
            </a:r>
            <a:r>
              <a:rPr lang="zh-CN" altLang="en-US" sz="2200" dirty="0">
                <a:effectLst/>
                <a:latin typeface="华文楷体" panose="02010600040101010101" pitchFamily="2" charset="-122"/>
                <a:ea typeface="华文楷体" panose="02010600040101010101" pitchFamily="2" charset="-122"/>
              </a:rPr>
              <a:t>数组元素类型</a:t>
            </a:r>
            <a:endParaRPr lang="zh-CN" altLang="en-US" sz="2200" dirty="0">
              <a:latin typeface="华文楷体" panose="02010600040101010101" pitchFamily="2" charset="-122"/>
              <a:ea typeface="华文楷体" panose="02010600040101010101" pitchFamily="2" charset="-122"/>
            </a:endParaRPr>
          </a:p>
          <a:p>
            <a:r>
              <a:rPr lang="en-US" altLang="zh-CN" sz="2200" b="1" dirty="0">
                <a:solidFill>
                  <a:srgbClr val="3399FF"/>
                </a:solidFill>
                <a:latin typeface="华文楷体" panose="02010600040101010101" pitchFamily="2" charset="-122"/>
                <a:ea typeface="华文楷体" panose="02010600040101010101" pitchFamily="2" charset="-122"/>
              </a:rPr>
              <a:t>length(A)</a:t>
            </a:r>
            <a:r>
              <a:rPr lang="en-US" altLang="zh-CN" sz="2200" b="1" dirty="0">
                <a:latin typeface="华文楷体" panose="02010600040101010101" pitchFamily="2" charset="-122"/>
                <a:ea typeface="华文楷体" panose="02010600040101010101" pitchFamily="2" charset="-122"/>
              </a:rPr>
              <a:t>         </a:t>
            </a:r>
            <a:r>
              <a:rPr lang="en-US" altLang="zh-CN" sz="2200" dirty="0">
                <a:latin typeface="华文楷体" panose="02010600040101010101" pitchFamily="2" charset="-122"/>
                <a:ea typeface="华文楷体" panose="02010600040101010101" pitchFamily="2" charset="-122"/>
              </a:rPr>
              <a:t>A</a:t>
            </a:r>
            <a:r>
              <a:rPr lang="zh-CN" altLang="en-US" sz="2200" dirty="0">
                <a:effectLst/>
                <a:latin typeface="华文楷体" panose="02010600040101010101" pitchFamily="2" charset="-122"/>
                <a:ea typeface="华文楷体" panose="02010600040101010101" pitchFamily="2" charset="-122"/>
              </a:rPr>
              <a:t>数组</a:t>
            </a:r>
            <a:r>
              <a:rPr lang="zh-CN" altLang="en-US" sz="2200" dirty="0">
                <a:latin typeface="华文楷体" panose="02010600040101010101" pitchFamily="2" charset="-122"/>
                <a:ea typeface="华文楷体" panose="02010600040101010101" pitchFamily="2" charset="-122"/>
              </a:rPr>
              <a:t>元素数量（</a:t>
            </a:r>
            <a:r>
              <a:rPr lang="zh-CN" altLang="en-US" sz="2200" dirty="0">
                <a:effectLst/>
                <a:latin typeface="华文楷体" panose="02010600040101010101" pitchFamily="2" charset="-122"/>
                <a:ea typeface="华文楷体" panose="02010600040101010101" pitchFamily="2" charset="-122"/>
              </a:rPr>
              <a:t>数组长度</a:t>
            </a:r>
            <a:r>
              <a:rPr lang="zh-CN" altLang="en-US" sz="2200" dirty="0">
                <a:latin typeface="华文楷体" panose="02010600040101010101" pitchFamily="2" charset="-122"/>
                <a:ea typeface="华文楷体" panose="02010600040101010101" pitchFamily="2" charset="-122"/>
              </a:rPr>
              <a:t>）</a:t>
            </a:r>
          </a:p>
          <a:p>
            <a:r>
              <a:rPr lang="en-US" altLang="zh-CN" sz="2200" b="1" dirty="0" err="1">
                <a:solidFill>
                  <a:srgbClr val="3399FF"/>
                </a:solidFill>
                <a:latin typeface="华文楷体" panose="02010600040101010101" pitchFamily="2" charset="-122"/>
                <a:ea typeface="华文楷体" panose="02010600040101010101" pitchFamily="2" charset="-122"/>
              </a:rPr>
              <a:t>ndims</a:t>
            </a:r>
            <a:r>
              <a:rPr lang="en-US" altLang="zh-CN" sz="2200" b="1" dirty="0">
                <a:solidFill>
                  <a:srgbClr val="3399FF"/>
                </a:solidFill>
                <a:latin typeface="华文楷体" panose="02010600040101010101" pitchFamily="2" charset="-122"/>
                <a:ea typeface="华文楷体" panose="02010600040101010101" pitchFamily="2" charset="-122"/>
              </a:rPr>
              <a:t>(A)</a:t>
            </a:r>
            <a:r>
              <a:rPr lang="en-US" altLang="zh-CN" sz="2200" b="1" dirty="0">
                <a:latin typeface="华文楷体" panose="02010600040101010101" pitchFamily="2" charset="-122"/>
                <a:ea typeface="华文楷体" panose="02010600040101010101" pitchFamily="2" charset="-122"/>
              </a:rPr>
              <a:t>         </a:t>
            </a:r>
            <a:r>
              <a:rPr lang="en-US" altLang="zh-CN" sz="2200" dirty="0">
                <a:latin typeface="华文楷体" panose="02010600040101010101" pitchFamily="2" charset="-122"/>
                <a:ea typeface="华文楷体" panose="02010600040101010101" pitchFamily="2" charset="-122"/>
              </a:rPr>
              <a:t>A</a:t>
            </a:r>
            <a:r>
              <a:rPr lang="zh-CN" altLang="en-US" sz="2200" dirty="0">
                <a:effectLst/>
                <a:latin typeface="华文楷体" panose="02010600040101010101" pitchFamily="2" charset="-122"/>
                <a:ea typeface="华文楷体" panose="02010600040101010101" pitchFamily="2" charset="-122"/>
              </a:rPr>
              <a:t>数组</a:t>
            </a:r>
            <a:r>
              <a:rPr lang="zh-CN" altLang="en-US" sz="2200" dirty="0">
                <a:latin typeface="华文楷体" panose="02010600040101010101" pitchFamily="2" charset="-122"/>
                <a:ea typeface="华文楷体" panose="02010600040101010101" pitchFamily="2" charset="-122"/>
              </a:rPr>
              <a:t>维数</a:t>
            </a:r>
          </a:p>
          <a:p>
            <a:r>
              <a:rPr lang="en-US" altLang="zh-CN" sz="2200" b="1" dirty="0">
                <a:solidFill>
                  <a:srgbClr val="3399FF"/>
                </a:solidFill>
                <a:latin typeface="华文楷体" panose="02010600040101010101" pitchFamily="2" charset="-122"/>
                <a:ea typeface="华文楷体" panose="02010600040101010101" pitchFamily="2" charset="-122"/>
              </a:rPr>
              <a:t>size(A)</a:t>
            </a:r>
            <a:r>
              <a:rPr lang="en-US" altLang="zh-CN" sz="2200" b="1" dirty="0">
                <a:latin typeface="华文楷体" panose="02010600040101010101" pitchFamily="2" charset="-122"/>
                <a:ea typeface="华文楷体" panose="02010600040101010101" pitchFamily="2" charset="-122"/>
              </a:rPr>
              <a:t>	</a:t>
            </a:r>
            <a:r>
              <a:rPr lang="en-US" altLang="zh-CN" sz="2200" dirty="0">
                <a:latin typeface="华文楷体" panose="02010600040101010101" pitchFamily="2" charset="-122"/>
                <a:ea typeface="华文楷体" panose="02010600040101010101" pitchFamily="2" charset="-122"/>
              </a:rPr>
              <a:t>          A</a:t>
            </a:r>
            <a:r>
              <a:rPr lang="zh-CN" altLang="en-US" sz="2200" dirty="0">
                <a:effectLst/>
                <a:latin typeface="华文楷体" panose="02010600040101010101" pitchFamily="2" charset="-122"/>
                <a:ea typeface="华文楷体" panose="02010600040101010101" pitchFamily="2" charset="-122"/>
              </a:rPr>
              <a:t>数组各个维度的数量</a:t>
            </a:r>
            <a:endParaRPr lang="zh-CN" altLang="en-US" sz="2200" dirty="0">
              <a:latin typeface="华文楷体" panose="02010600040101010101" pitchFamily="2" charset="-122"/>
              <a:ea typeface="华文楷体" panose="02010600040101010101" pitchFamily="2" charset="-122"/>
            </a:endParaRPr>
          </a:p>
          <a:p>
            <a:r>
              <a:rPr lang="en-US" altLang="zh-CN" sz="2200" b="1" dirty="0">
                <a:solidFill>
                  <a:srgbClr val="3399FF"/>
                </a:solidFill>
                <a:latin typeface="华文楷体" panose="02010600040101010101" pitchFamily="2" charset="-122"/>
                <a:ea typeface="华文楷体" panose="02010600040101010101" pitchFamily="2" charset="-122"/>
              </a:rPr>
              <a:t>size(</a:t>
            </a:r>
            <a:r>
              <a:rPr lang="en-US" altLang="zh-CN" sz="2200" b="1" dirty="0" err="1">
                <a:solidFill>
                  <a:srgbClr val="3399FF"/>
                </a:solidFill>
                <a:latin typeface="华文楷体" panose="02010600040101010101" pitchFamily="2" charset="-122"/>
                <a:ea typeface="华文楷体" panose="02010600040101010101" pitchFamily="2" charset="-122"/>
              </a:rPr>
              <a:t>A,n</a:t>
            </a:r>
            <a:r>
              <a:rPr lang="en-US" altLang="zh-CN" sz="2200" b="1" dirty="0">
                <a:solidFill>
                  <a:srgbClr val="3399FF"/>
                </a:solidFill>
                <a:latin typeface="华文楷体" panose="02010600040101010101" pitchFamily="2" charset="-122"/>
                <a:ea typeface="华文楷体" panose="02010600040101010101" pitchFamily="2" charset="-122"/>
              </a:rPr>
              <a:t>)         </a:t>
            </a:r>
            <a:r>
              <a:rPr lang="en-US" altLang="zh-CN" sz="2200" dirty="0">
                <a:latin typeface="华文楷体" panose="02010600040101010101" pitchFamily="2" charset="-122"/>
                <a:ea typeface="华文楷体" panose="02010600040101010101" pitchFamily="2" charset="-122"/>
              </a:rPr>
              <a:t>A </a:t>
            </a:r>
            <a:r>
              <a:rPr lang="zh-CN" altLang="en-US" sz="2200" dirty="0">
                <a:latin typeface="华文楷体" panose="02010600040101010101" pitchFamily="2" charset="-122"/>
                <a:ea typeface="华文楷体" panose="02010600040101010101" pitchFamily="2" charset="-122"/>
              </a:rPr>
              <a:t>第 </a:t>
            </a:r>
            <a:r>
              <a:rPr lang="en-US" altLang="zh-CN" sz="2200" dirty="0">
                <a:latin typeface="华文楷体" panose="02010600040101010101" pitchFamily="2" charset="-122"/>
                <a:ea typeface="华文楷体" panose="02010600040101010101" pitchFamily="2" charset="-122"/>
              </a:rPr>
              <a:t>n </a:t>
            </a:r>
            <a:r>
              <a:rPr lang="zh-CN" altLang="en-US" sz="2200" dirty="0">
                <a:latin typeface="华文楷体" panose="02010600040101010101" pitchFamily="2" charset="-122"/>
                <a:ea typeface="华文楷体" panose="02010600040101010101" pitchFamily="2" charset="-122"/>
              </a:rPr>
              <a:t>维维度数量</a:t>
            </a:r>
          </a:p>
          <a:p>
            <a:r>
              <a:rPr lang="en-US" altLang="zh-CN" sz="2200" b="1" dirty="0">
                <a:solidFill>
                  <a:srgbClr val="3399FF"/>
                </a:solidFill>
                <a:latin typeface="华文楷体" panose="02010600040101010101" pitchFamily="2" charset="-122"/>
                <a:ea typeface="华文楷体" panose="02010600040101010101" pitchFamily="2" charset="-122"/>
              </a:rPr>
              <a:t>axes(A)</a:t>
            </a:r>
            <a:r>
              <a:rPr lang="en-US" altLang="zh-CN" sz="2200" dirty="0">
                <a:latin typeface="华文楷体" panose="02010600040101010101" pitchFamily="2" charset="-122"/>
                <a:ea typeface="华文楷体" panose="02010600040101010101" pitchFamily="2" charset="-122"/>
              </a:rPr>
              <a:t>	          A </a:t>
            </a:r>
            <a:r>
              <a:rPr lang="zh-CN" altLang="en-US" sz="2200" dirty="0">
                <a:latin typeface="华文楷体" panose="02010600040101010101" pitchFamily="2" charset="-122"/>
                <a:ea typeface="华文楷体" panose="02010600040101010101" pitchFamily="2" charset="-122"/>
              </a:rPr>
              <a:t>有效索引的元组</a:t>
            </a:r>
          </a:p>
          <a:p>
            <a:r>
              <a:rPr lang="en-US" altLang="zh-CN" sz="2200" b="1" dirty="0">
                <a:solidFill>
                  <a:srgbClr val="3399FF"/>
                </a:solidFill>
                <a:latin typeface="华文楷体" panose="02010600040101010101" pitchFamily="2" charset="-122"/>
                <a:ea typeface="华文楷体" panose="02010600040101010101" pitchFamily="2" charset="-122"/>
              </a:rPr>
              <a:t>axes(</a:t>
            </a:r>
            <a:r>
              <a:rPr lang="en-US" altLang="zh-CN" sz="2200" b="1" dirty="0" err="1">
                <a:solidFill>
                  <a:srgbClr val="3399FF"/>
                </a:solidFill>
                <a:latin typeface="华文楷体" panose="02010600040101010101" pitchFamily="2" charset="-122"/>
                <a:ea typeface="华文楷体" panose="02010600040101010101" pitchFamily="2" charset="-122"/>
              </a:rPr>
              <a:t>A,n</a:t>
            </a:r>
            <a:r>
              <a:rPr lang="en-US" altLang="zh-CN" sz="2200" b="1" dirty="0">
                <a:solidFill>
                  <a:srgbClr val="3399FF"/>
                </a:solidFill>
                <a:latin typeface="华文楷体" panose="02010600040101010101" pitchFamily="2" charset="-122"/>
                <a:ea typeface="华文楷体" panose="02010600040101010101" pitchFamily="2" charset="-122"/>
              </a:rPr>
              <a:t>)</a:t>
            </a:r>
            <a:r>
              <a:rPr lang="en-US" altLang="zh-CN" sz="2200" b="1" dirty="0">
                <a:latin typeface="华文楷体" panose="02010600040101010101" pitchFamily="2" charset="-122"/>
                <a:ea typeface="华文楷体" panose="02010600040101010101" pitchFamily="2" charset="-122"/>
              </a:rPr>
              <a:t>        </a:t>
            </a:r>
            <a:r>
              <a:rPr lang="zh-CN" altLang="en-US" sz="2200" dirty="0">
                <a:latin typeface="华文楷体" panose="02010600040101010101" pitchFamily="2" charset="-122"/>
                <a:ea typeface="华文楷体" panose="02010600040101010101" pitchFamily="2" charset="-122"/>
              </a:rPr>
              <a:t>第 </a:t>
            </a:r>
            <a:r>
              <a:rPr lang="en-US" altLang="zh-CN" sz="2200" dirty="0">
                <a:latin typeface="华文楷体" panose="02010600040101010101" pitchFamily="2" charset="-122"/>
                <a:ea typeface="华文楷体" panose="02010600040101010101" pitchFamily="2" charset="-122"/>
              </a:rPr>
              <a:t>n </a:t>
            </a:r>
            <a:r>
              <a:rPr lang="zh-CN" altLang="en-US" sz="2200" dirty="0">
                <a:latin typeface="华文楷体" panose="02010600040101010101" pitchFamily="2" charset="-122"/>
                <a:ea typeface="华文楷体" panose="02010600040101010101" pitchFamily="2" charset="-122"/>
              </a:rPr>
              <a:t>维有效索引的范围</a:t>
            </a:r>
          </a:p>
          <a:p>
            <a:r>
              <a:rPr lang="en-US" altLang="zh-CN" sz="2200" b="1" dirty="0" err="1">
                <a:solidFill>
                  <a:srgbClr val="3399FF"/>
                </a:solidFill>
                <a:latin typeface="华文楷体" panose="02010600040101010101" pitchFamily="2" charset="-122"/>
                <a:ea typeface="华文楷体" panose="02010600040101010101" pitchFamily="2" charset="-122"/>
              </a:rPr>
              <a:t>eachindex</a:t>
            </a:r>
            <a:r>
              <a:rPr lang="en-US" altLang="zh-CN" sz="2200" b="1" dirty="0">
                <a:solidFill>
                  <a:srgbClr val="3399FF"/>
                </a:solidFill>
                <a:latin typeface="华文楷体" panose="02010600040101010101" pitchFamily="2" charset="-122"/>
                <a:ea typeface="华文楷体" panose="02010600040101010101" pitchFamily="2" charset="-122"/>
              </a:rPr>
              <a:t>(A)</a:t>
            </a:r>
            <a:r>
              <a:rPr lang="en-US" altLang="zh-CN" sz="2200" b="1" dirty="0">
                <a:latin typeface="华文楷体" panose="02010600040101010101" pitchFamily="2" charset="-122"/>
                <a:ea typeface="华文楷体" panose="02010600040101010101" pitchFamily="2" charset="-122"/>
              </a:rPr>
              <a:t>   </a:t>
            </a:r>
            <a:r>
              <a:rPr lang="zh-CN" altLang="en-US" sz="2200" dirty="0">
                <a:latin typeface="华文楷体" panose="02010600040101010101" pitchFamily="2" charset="-122"/>
                <a:ea typeface="华文楷体" panose="02010600040101010101" pitchFamily="2" charset="-122"/>
              </a:rPr>
              <a:t>一个访问 </a:t>
            </a:r>
            <a:r>
              <a:rPr lang="en-US" altLang="zh-CN" sz="2200" dirty="0">
                <a:latin typeface="华文楷体" panose="02010600040101010101" pitchFamily="2" charset="-122"/>
                <a:ea typeface="华文楷体" panose="02010600040101010101" pitchFamily="2" charset="-122"/>
              </a:rPr>
              <a:t>A </a:t>
            </a:r>
            <a:r>
              <a:rPr lang="zh-CN" altLang="en-US" sz="2200" dirty="0">
                <a:latin typeface="华文楷体" panose="02010600040101010101" pitchFamily="2" charset="-122"/>
                <a:ea typeface="华文楷体" panose="02010600040101010101" pitchFamily="2" charset="-122"/>
              </a:rPr>
              <a:t>中每一个位置的高效迭代器</a:t>
            </a:r>
          </a:p>
          <a:p>
            <a:r>
              <a:rPr lang="en-US" altLang="zh-CN" sz="2200" b="1" dirty="0">
                <a:solidFill>
                  <a:srgbClr val="3399FF"/>
                </a:solidFill>
                <a:latin typeface="华文楷体" panose="02010600040101010101" pitchFamily="2" charset="-122"/>
                <a:ea typeface="华文楷体" panose="02010600040101010101" pitchFamily="2" charset="-122"/>
              </a:rPr>
              <a:t>stride(</a:t>
            </a:r>
            <a:r>
              <a:rPr lang="en-US" altLang="zh-CN" sz="2200" b="1" dirty="0" err="1">
                <a:solidFill>
                  <a:srgbClr val="3399FF"/>
                </a:solidFill>
                <a:latin typeface="华文楷体" panose="02010600040101010101" pitchFamily="2" charset="-122"/>
                <a:ea typeface="华文楷体" panose="02010600040101010101" pitchFamily="2" charset="-122"/>
              </a:rPr>
              <a:t>A,k</a:t>
            </a:r>
            <a:r>
              <a:rPr lang="en-US" altLang="zh-CN" sz="2200" b="1" dirty="0">
                <a:solidFill>
                  <a:srgbClr val="3399FF"/>
                </a:solidFill>
                <a:latin typeface="华文楷体" panose="02010600040101010101" pitchFamily="2" charset="-122"/>
                <a:ea typeface="华文楷体" panose="02010600040101010101" pitchFamily="2" charset="-122"/>
              </a:rPr>
              <a:t>)</a:t>
            </a:r>
            <a:r>
              <a:rPr lang="en-US" altLang="zh-CN" sz="2200" b="1" dirty="0">
                <a:latin typeface="华文楷体" panose="02010600040101010101" pitchFamily="2" charset="-122"/>
                <a:ea typeface="华文楷体" panose="02010600040101010101" pitchFamily="2" charset="-122"/>
              </a:rPr>
              <a:t>       </a:t>
            </a:r>
            <a:r>
              <a:rPr lang="zh-CN" altLang="en-US" sz="2200" dirty="0">
                <a:latin typeface="华文楷体" panose="02010600040101010101" pitchFamily="2" charset="-122"/>
                <a:ea typeface="华文楷体" panose="02010600040101010101" pitchFamily="2" charset="-122"/>
              </a:rPr>
              <a:t>在第 </a:t>
            </a:r>
            <a:r>
              <a:rPr lang="en-US" altLang="zh-CN" sz="2200" dirty="0">
                <a:latin typeface="华文楷体" panose="02010600040101010101" pitchFamily="2" charset="-122"/>
                <a:ea typeface="华文楷体" panose="02010600040101010101" pitchFamily="2" charset="-122"/>
              </a:rPr>
              <a:t>k </a:t>
            </a:r>
            <a:r>
              <a:rPr lang="zh-CN" altLang="en-US" sz="2200" dirty="0">
                <a:latin typeface="华文楷体" panose="02010600040101010101" pitchFamily="2" charset="-122"/>
                <a:ea typeface="华文楷体" panose="02010600040101010101" pitchFamily="2" charset="-122"/>
              </a:rPr>
              <a:t>维上的间隔（</a:t>
            </a:r>
            <a:r>
              <a:rPr lang="en-US" altLang="zh-CN" sz="2200" dirty="0">
                <a:latin typeface="华文楷体" panose="02010600040101010101" pitchFamily="2" charset="-122"/>
                <a:ea typeface="华文楷体" panose="02010600040101010101" pitchFamily="2" charset="-122"/>
              </a:rPr>
              <a:t>stride</a:t>
            </a:r>
            <a:r>
              <a:rPr lang="zh-CN" altLang="en-US" sz="2200" dirty="0">
                <a:latin typeface="华文楷体" panose="02010600040101010101" pitchFamily="2" charset="-122"/>
                <a:ea typeface="华文楷体" panose="02010600040101010101" pitchFamily="2" charset="-122"/>
              </a:rPr>
              <a:t>）（相邻元素间的线性索引距离）</a:t>
            </a:r>
          </a:p>
          <a:p>
            <a:r>
              <a:rPr lang="en-US" altLang="zh-CN" sz="2200" b="1" dirty="0">
                <a:solidFill>
                  <a:srgbClr val="3399FF"/>
                </a:solidFill>
                <a:latin typeface="华文楷体" panose="02010600040101010101" pitchFamily="2" charset="-122"/>
                <a:ea typeface="华文楷体" panose="02010600040101010101" pitchFamily="2" charset="-122"/>
              </a:rPr>
              <a:t>strides(A)</a:t>
            </a:r>
            <a:r>
              <a:rPr lang="en-US" altLang="zh-CN" sz="2200" b="1" dirty="0">
                <a:latin typeface="华文楷体" panose="02010600040101010101" pitchFamily="2" charset="-122"/>
                <a:ea typeface="华文楷体" panose="02010600040101010101" pitchFamily="2" charset="-122"/>
              </a:rPr>
              <a:t>        </a:t>
            </a:r>
            <a:r>
              <a:rPr lang="zh-CN" altLang="en-US" sz="2200" dirty="0">
                <a:latin typeface="华文楷体" panose="02010600040101010101" pitchFamily="2" charset="-122"/>
                <a:ea typeface="华文楷体" panose="02010600040101010101" pitchFamily="2" charset="-122"/>
              </a:rPr>
              <a:t>包含每一维上的间隔（</a:t>
            </a:r>
            <a:r>
              <a:rPr lang="en-US" altLang="zh-CN" sz="2200" dirty="0">
                <a:latin typeface="华文楷体" panose="02010600040101010101" pitchFamily="2" charset="-122"/>
                <a:ea typeface="华文楷体" panose="02010600040101010101" pitchFamily="2" charset="-122"/>
              </a:rPr>
              <a:t>stride</a:t>
            </a:r>
            <a:r>
              <a:rPr lang="zh-CN" altLang="en-US" sz="2200" dirty="0">
                <a:latin typeface="华文楷体" panose="02010600040101010101" pitchFamily="2" charset="-122"/>
                <a:ea typeface="华文楷体" panose="02010600040101010101" pitchFamily="2" charset="-122"/>
              </a:rPr>
              <a:t>）的元组</a:t>
            </a:r>
          </a:p>
        </p:txBody>
      </p:sp>
      <p:sp>
        <p:nvSpPr>
          <p:cNvPr id="9" name="文本框 8">
            <a:extLst>
              <a:ext uri="{FF2B5EF4-FFF2-40B4-BE49-F238E27FC236}">
                <a16:creationId xmlns:a16="http://schemas.microsoft.com/office/drawing/2014/main" id="{B706231F-7B6B-4CD1-AAB3-3BC2C0013751}"/>
              </a:ext>
            </a:extLst>
          </p:cNvPr>
          <p:cNvSpPr txBox="1"/>
          <p:nvPr/>
        </p:nvSpPr>
        <p:spPr>
          <a:xfrm>
            <a:off x="6580642" y="800721"/>
            <a:ext cx="2503180" cy="3293209"/>
          </a:xfrm>
          <a:prstGeom prst="rect">
            <a:avLst/>
          </a:prstGeom>
          <a:solidFill>
            <a:schemeClr val="bg1">
              <a:lumMod val="95000"/>
            </a:schemeClr>
          </a:solidFill>
          <a:ln>
            <a:solidFill>
              <a:schemeClr val="bg1">
                <a:lumMod val="50000"/>
              </a:schemeClr>
            </a:solidFill>
          </a:ln>
          <a:scene3d>
            <a:camera prst="orthographicFront"/>
            <a:lightRig rig="threePt" dir="t"/>
          </a:scene3d>
          <a:sp3d>
            <a:bevelT w="152400" h="50800" prst="softRound"/>
          </a:sp3d>
        </p:spPr>
        <p:txBody>
          <a:bodyPr wrap="square">
            <a:spAutoFit/>
          </a:bodyPr>
          <a:lstStyle/>
          <a:p>
            <a:r>
              <a:rPr lang="en-US" altLang="zh-CN" sz="1600" dirty="0"/>
              <a:t>julia&gt; r=rand(3,2)</a:t>
            </a:r>
          </a:p>
          <a:p>
            <a:r>
              <a:rPr lang="en-US" altLang="zh-CN" sz="1600" dirty="0">
                <a:solidFill>
                  <a:srgbClr val="00B0F0"/>
                </a:solidFill>
              </a:rPr>
              <a:t>3×2 Matrix{Float64}:</a:t>
            </a:r>
          </a:p>
          <a:p>
            <a:r>
              <a:rPr lang="en-US" altLang="zh-CN" sz="1600" dirty="0">
                <a:solidFill>
                  <a:srgbClr val="00B0F0"/>
                </a:solidFill>
              </a:rPr>
              <a:t> 0.825365  0.563285</a:t>
            </a:r>
          </a:p>
          <a:p>
            <a:r>
              <a:rPr lang="en-US" altLang="zh-CN" sz="1600" dirty="0">
                <a:solidFill>
                  <a:srgbClr val="66CCFF"/>
                </a:solidFill>
              </a:rPr>
              <a:t> 0.414225  0.168861</a:t>
            </a:r>
          </a:p>
          <a:p>
            <a:r>
              <a:rPr lang="en-US" altLang="zh-CN" sz="1600" dirty="0">
                <a:solidFill>
                  <a:srgbClr val="66CCFF"/>
                </a:solidFill>
              </a:rPr>
              <a:t> 0.376714  0.0935588</a:t>
            </a:r>
          </a:p>
          <a:p>
            <a:r>
              <a:rPr lang="en-US" altLang="zh-CN" sz="1600" dirty="0" err="1"/>
              <a:t>julia</a:t>
            </a:r>
            <a:r>
              <a:rPr lang="en-US" altLang="zh-CN" sz="1600" dirty="0"/>
              <a:t>&gt; length(r)</a:t>
            </a:r>
          </a:p>
          <a:p>
            <a:r>
              <a:rPr lang="zh-CN" altLang="en-US" sz="1600" dirty="0">
                <a:solidFill>
                  <a:srgbClr val="00B0F0"/>
                </a:solidFill>
                <a:latin typeface="微软雅黑" panose="020B0503020204020204" pitchFamily="34" charset="-122"/>
                <a:ea typeface="微软雅黑" panose="020B0503020204020204" pitchFamily="34" charset="-122"/>
              </a:rPr>
              <a:t>结果</a:t>
            </a:r>
            <a:r>
              <a:rPr lang="en-US" altLang="zh-CN" sz="1600" dirty="0">
                <a:solidFill>
                  <a:srgbClr val="00B0F0"/>
                </a:solidFill>
                <a:latin typeface="微软雅黑" panose="020B0503020204020204" pitchFamily="34" charset="-122"/>
                <a:ea typeface="微软雅黑" panose="020B0503020204020204" pitchFamily="34" charset="-122"/>
              </a:rPr>
              <a:t>6</a:t>
            </a:r>
          </a:p>
          <a:p>
            <a:r>
              <a:rPr lang="en-US" altLang="zh-CN" sz="1600" dirty="0" err="1"/>
              <a:t>julia</a:t>
            </a:r>
            <a:r>
              <a:rPr lang="en-US" altLang="zh-CN" sz="1600" dirty="0"/>
              <a:t>&gt; </a:t>
            </a:r>
            <a:r>
              <a:rPr lang="en-US" altLang="zh-CN" sz="1600" dirty="0" err="1"/>
              <a:t>ndims</a:t>
            </a:r>
            <a:r>
              <a:rPr lang="en-US" altLang="zh-CN" sz="1600" dirty="0"/>
              <a:t>(r</a:t>
            </a:r>
            <a:r>
              <a:rPr lang="en-US" altLang="zh-CN" sz="1600" dirty="0">
                <a:solidFill>
                  <a:srgbClr val="66CCFF"/>
                </a:solidFill>
              </a:rPr>
              <a:t>)</a:t>
            </a:r>
          </a:p>
          <a:p>
            <a:r>
              <a:rPr lang="zh-CN" altLang="en-US" sz="1600" dirty="0">
                <a:solidFill>
                  <a:srgbClr val="00B0F0"/>
                </a:solidFill>
                <a:latin typeface="微软雅黑" panose="020B0503020204020204" pitchFamily="34" charset="-122"/>
                <a:ea typeface="微软雅黑" panose="020B0503020204020204" pitchFamily="34" charset="-122"/>
              </a:rPr>
              <a:t>结果</a:t>
            </a:r>
            <a:r>
              <a:rPr lang="en-US" altLang="zh-CN" sz="1600" dirty="0">
                <a:solidFill>
                  <a:srgbClr val="00B0F0"/>
                </a:solidFill>
                <a:latin typeface="微软雅黑" panose="020B0503020204020204" pitchFamily="34" charset="-122"/>
                <a:ea typeface="微软雅黑" panose="020B0503020204020204" pitchFamily="34" charset="-122"/>
              </a:rPr>
              <a:t>2</a:t>
            </a:r>
          </a:p>
          <a:p>
            <a:r>
              <a:rPr lang="en-US" altLang="zh-CN" sz="1600" dirty="0" err="1"/>
              <a:t>julia</a:t>
            </a:r>
            <a:r>
              <a:rPr lang="en-US" altLang="zh-CN" sz="1600" dirty="0"/>
              <a:t>&gt; aa=size(r)</a:t>
            </a:r>
          </a:p>
          <a:p>
            <a:r>
              <a:rPr lang="zh-CN" altLang="en-US" sz="1600" dirty="0">
                <a:solidFill>
                  <a:srgbClr val="00B0F0"/>
                </a:solidFill>
                <a:latin typeface="微软雅黑" panose="020B0503020204020204" pitchFamily="34" charset="-122"/>
                <a:ea typeface="微软雅黑" panose="020B0503020204020204" pitchFamily="34" charset="-122"/>
              </a:rPr>
              <a:t>结果</a:t>
            </a:r>
            <a:r>
              <a:rPr lang="en-US" altLang="zh-CN" sz="1600" dirty="0">
                <a:solidFill>
                  <a:srgbClr val="00B0F0"/>
                </a:solidFill>
                <a:latin typeface="微软雅黑" panose="020B0503020204020204" pitchFamily="34" charset="-122"/>
                <a:ea typeface="微软雅黑" panose="020B0503020204020204" pitchFamily="34" charset="-122"/>
              </a:rPr>
              <a:t>(3, 2)</a:t>
            </a:r>
          </a:p>
          <a:p>
            <a:r>
              <a:rPr lang="pt-BR" altLang="zh-CN" sz="1600" dirty="0"/>
              <a:t>julia&gt; size(r,1)</a:t>
            </a:r>
          </a:p>
          <a:p>
            <a:r>
              <a:rPr lang="zh-CN" altLang="en-US" sz="1600" dirty="0">
                <a:solidFill>
                  <a:srgbClr val="66CCFF"/>
                </a:solidFill>
                <a:latin typeface="微软雅黑" panose="020B0503020204020204" pitchFamily="34" charset="-122"/>
                <a:ea typeface="微软雅黑" panose="020B0503020204020204" pitchFamily="34" charset="-122"/>
              </a:rPr>
              <a:t>结果</a:t>
            </a:r>
            <a:r>
              <a:rPr lang="pt-BR" altLang="zh-CN" sz="1600" dirty="0">
                <a:solidFill>
                  <a:srgbClr val="66CCFF"/>
                </a:solidFill>
                <a:latin typeface="微软雅黑" panose="020B0503020204020204" pitchFamily="34" charset="-122"/>
                <a:ea typeface="微软雅黑" panose="020B0503020204020204" pitchFamily="34" charset="-122"/>
              </a:rPr>
              <a:t>3</a:t>
            </a:r>
            <a:endParaRPr lang="zh-CN" altLang="en-US" sz="1600" dirty="0">
              <a:solidFill>
                <a:srgbClr val="66CCFF"/>
              </a:solidFill>
              <a:latin typeface="微软雅黑" panose="020B0503020204020204" pitchFamily="34" charset="-122"/>
              <a:ea typeface="微软雅黑" panose="020B0503020204020204" pitchFamily="34" charset="-122"/>
            </a:endParaRPr>
          </a:p>
        </p:txBody>
      </p:sp>
      <p:sp>
        <p:nvSpPr>
          <p:cNvPr id="6" name="标题 1">
            <a:extLst>
              <a:ext uri="{FF2B5EF4-FFF2-40B4-BE49-F238E27FC236}">
                <a16:creationId xmlns:a16="http://schemas.microsoft.com/office/drawing/2014/main" id="{422EC459-F6EA-4EA6-8CB4-098B5C985069}"/>
              </a:ext>
            </a:extLst>
          </p:cNvPr>
          <p:cNvSpPr txBox="1">
            <a:spLocks/>
          </p:cNvSpPr>
          <p:nvPr/>
        </p:nvSpPr>
        <p:spPr bwMode="auto">
          <a:xfrm>
            <a:off x="2059312" y="143822"/>
            <a:ext cx="6651217" cy="438150"/>
          </a:xfrm>
          <a:prstGeom prst="rect">
            <a:avLst/>
          </a:prstGeom>
          <a:noFill/>
          <a:ln w="9525">
            <a:noFill/>
            <a:miter lim="800000"/>
            <a:headEnd/>
            <a:tailEnd/>
          </a:ln>
        </p:spPr>
        <p:txBody>
          <a:bodyPr vert="horz" wrap="none" lIns="91440" tIns="45720" rIns="91440" bIns="45720" numCol="1" anchor="b" anchorCtr="0" compatLnSpc="1">
            <a:prstTxWarp prst="textNoShape">
              <a:avLst/>
            </a:prstTxWarp>
          </a:bodyPr>
          <a:lstStyle>
            <a:lvl1pPr algn="l" rtl="0" eaLnBrk="0" fontAlgn="base" hangingPunct="0">
              <a:lnSpc>
                <a:spcPct val="85000"/>
              </a:lnSpc>
              <a:spcBef>
                <a:spcPct val="0"/>
              </a:spcBef>
              <a:spcAft>
                <a:spcPct val="0"/>
              </a:spcAft>
              <a:defRPr sz="3400" b="0">
                <a:solidFill>
                  <a:srgbClr val="002060"/>
                </a:solidFill>
                <a:latin typeface="华文楷体" panose="02010600040101010101" pitchFamily="2" charset="-122"/>
                <a:ea typeface="华文楷体" panose="02010600040101010101" pitchFamily="2" charset="-122"/>
                <a:cs typeface="+mj-cs"/>
              </a:defRPr>
            </a:lvl1pPr>
            <a:lvl2pPr algn="l" rtl="0" eaLnBrk="0" fontAlgn="base" hangingPunct="0">
              <a:lnSpc>
                <a:spcPct val="85000"/>
              </a:lnSpc>
              <a:spcBef>
                <a:spcPct val="0"/>
              </a:spcBef>
              <a:spcAft>
                <a:spcPct val="0"/>
              </a:spcAft>
              <a:defRPr sz="3400" b="1">
                <a:solidFill>
                  <a:srgbClr val="002E5C"/>
                </a:solidFill>
                <a:latin typeface="Helvetica" pitchFamily="34" charset="0"/>
              </a:defRPr>
            </a:lvl2pPr>
            <a:lvl3pPr algn="l" rtl="0" eaLnBrk="0" fontAlgn="base" hangingPunct="0">
              <a:lnSpc>
                <a:spcPct val="85000"/>
              </a:lnSpc>
              <a:spcBef>
                <a:spcPct val="0"/>
              </a:spcBef>
              <a:spcAft>
                <a:spcPct val="0"/>
              </a:spcAft>
              <a:defRPr sz="3400" b="1">
                <a:solidFill>
                  <a:srgbClr val="002E5C"/>
                </a:solidFill>
                <a:latin typeface="Helvetica" pitchFamily="34" charset="0"/>
              </a:defRPr>
            </a:lvl3pPr>
            <a:lvl4pPr algn="l" rtl="0" eaLnBrk="0" fontAlgn="base" hangingPunct="0">
              <a:lnSpc>
                <a:spcPct val="85000"/>
              </a:lnSpc>
              <a:spcBef>
                <a:spcPct val="0"/>
              </a:spcBef>
              <a:spcAft>
                <a:spcPct val="0"/>
              </a:spcAft>
              <a:defRPr sz="3400" b="1">
                <a:solidFill>
                  <a:srgbClr val="002E5C"/>
                </a:solidFill>
                <a:latin typeface="Helvetica" pitchFamily="34" charset="0"/>
              </a:defRPr>
            </a:lvl4pPr>
            <a:lvl5pPr algn="l" rtl="0" eaLnBrk="0" fontAlgn="base" hangingPunct="0">
              <a:lnSpc>
                <a:spcPct val="85000"/>
              </a:lnSpc>
              <a:spcBef>
                <a:spcPct val="0"/>
              </a:spcBef>
              <a:spcAft>
                <a:spcPct val="0"/>
              </a:spcAft>
              <a:defRPr sz="3400" b="1">
                <a:solidFill>
                  <a:srgbClr val="002E5C"/>
                </a:solidFill>
                <a:latin typeface="Helvetica" pitchFamily="34" charset="0"/>
              </a:defRPr>
            </a:lvl5pPr>
            <a:lvl6pPr marL="457200" algn="l" rtl="0" eaLnBrk="1" fontAlgn="base" hangingPunct="1">
              <a:lnSpc>
                <a:spcPct val="85000"/>
              </a:lnSpc>
              <a:spcBef>
                <a:spcPct val="0"/>
              </a:spcBef>
              <a:spcAft>
                <a:spcPct val="0"/>
              </a:spcAft>
              <a:defRPr sz="3400" b="1">
                <a:solidFill>
                  <a:srgbClr val="002E5C"/>
                </a:solidFill>
                <a:latin typeface="Helvetica" pitchFamily="34" charset="0"/>
              </a:defRPr>
            </a:lvl6pPr>
            <a:lvl7pPr marL="914400" algn="l" rtl="0" eaLnBrk="1" fontAlgn="base" hangingPunct="1">
              <a:lnSpc>
                <a:spcPct val="85000"/>
              </a:lnSpc>
              <a:spcBef>
                <a:spcPct val="0"/>
              </a:spcBef>
              <a:spcAft>
                <a:spcPct val="0"/>
              </a:spcAft>
              <a:defRPr sz="3400" b="1">
                <a:solidFill>
                  <a:srgbClr val="002E5C"/>
                </a:solidFill>
                <a:latin typeface="Helvetica" pitchFamily="34" charset="0"/>
              </a:defRPr>
            </a:lvl7pPr>
            <a:lvl8pPr marL="1371600" algn="l" rtl="0" eaLnBrk="1" fontAlgn="base" hangingPunct="1">
              <a:lnSpc>
                <a:spcPct val="85000"/>
              </a:lnSpc>
              <a:spcBef>
                <a:spcPct val="0"/>
              </a:spcBef>
              <a:spcAft>
                <a:spcPct val="0"/>
              </a:spcAft>
              <a:defRPr sz="3400" b="1">
                <a:solidFill>
                  <a:srgbClr val="002E5C"/>
                </a:solidFill>
                <a:latin typeface="Helvetica" pitchFamily="34" charset="0"/>
              </a:defRPr>
            </a:lvl8pPr>
            <a:lvl9pPr marL="1828800" algn="l" rtl="0" eaLnBrk="1" fontAlgn="base" hangingPunct="1">
              <a:lnSpc>
                <a:spcPct val="85000"/>
              </a:lnSpc>
              <a:spcBef>
                <a:spcPct val="0"/>
              </a:spcBef>
              <a:spcAft>
                <a:spcPct val="0"/>
              </a:spcAft>
              <a:defRPr sz="3400" b="1">
                <a:solidFill>
                  <a:srgbClr val="002E5C"/>
                </a:solidFill>
                <a:latin typeface="Helvetica" pitchFamily="34" charset="0"/>
              </a:defRPr>
            </a:lvl9pPr>
          </a:lstStyle>
          <a:p>
            <a:br>
              <a:rPr lang="en-US" altLang="zh-CN" sz="2800" kern="0" dirty="0">
                <a:latin typeface="Helvetica Neue"/>
              </a:rPr>
            </a:br>
            <a:r>
              <a:rPr lang="en-US" altLang="zh-CN" sz="2800" kern="0" dirty="0">
                <a:latin typeface="Helvetica Neue"/>
              </a:rPr>
              <a:t>§</a:t>
            </a:r>
            <a:r>
              <a:rPr lang="en-US" altLang="zh-CN" sz="2800" kern="1200" dirty="0"/>
              <a:t>1.4.1.5  </a:t>
            </a:r>
            <a:r>
              <a:rPr lang="en-US" altLang="zh-CN" sz="2800" b="1" dirty="0">
                <a:solidFill>
                  <a:srgbClr val="0070C0"/>
                </a:solidFill>
              </a:rPr>
              <a:t>Julia </a:t>
            </a:r>
            <a:r>
              <a:rPr lang="zh-CN" altLang="en-US" sz="2800" b="1" dirty="0">
                <a:solidFill>
                  <a:srgbClr val="0070C0"/>
                </a:solidFill>
              </a:rPr>
              <a:t>数组</a:t>
            </a:r>
            <a:r>
              <a:rPr lang="en-US" altLang="zh-CN" sz="2800" b="1" dirty="0">
                <a:solidFill>
                  <a:srgbClr val="0070C0"/>
                </a:solidFill>
              </a:rPr>
              <a:t>A</a:t>
            </a:r>
            <a:r>
              <a:rPr lang="zh-CN" altLang="en-US" sz="2800" b="1" dirty="0">
                <a:solidFill>
                  <a:srgbClr val="0070C0"/>
                </a:solidFill>
              </a:rPr>
              <a:t>基本操作函数</a:t>
            </a:r>
            <a:endParaRPr lang="zh-CN" altLang="en-US" sz="2800" b="1" kern="0" dirty="0">
              <a:solidFill>
                <a:srgbClr val="0070C0"/>
              </a:solidFill>
            </a:endParaRPr>
          </a:p>
        </p:txBody>
      </p:sp>
      <p:sp>
        <p:nvSpPr>
          <p:cNvPr id="8" name="文本框 7">
            <a:extLst>
              <a:ext uri="{FF2B5EF4-FFF2-40B4-BE49-F238E27FC236}">
                <a16:creationId xmlns:a16="http://schemas.microsoft.com/office/drawing/2014/main" id="{52AE1E5C-F94A-40AA-A9C4-2EB170872673}"/>
              </a:ext>
            </a:extLst>
          </p:cNvPr>
          <p:cNvSpPr txBox="1"/>
          <p:nvPr/>
        </p:nvSpPr>
        <p:spPr>
          <a:xfrm>
            <a:off x="6580642" y="4042775"/>
            <a:ext cx="2503179" cy="584775"/>
          </a:xfrm>
          <a:prstGeom prst="rect">
            <a:avLst/>
          </a:prstGeom>
          <a:solidFill>
            <a:schemeClr val="bg1">
              <a:lumMod val="95000"/>
            </a:schemeClr>
          </a:solidFill>
          <a:ln>
            <a:solidFill>
              <a:schemeClr val="bg1">
                <a:lumMod val="50000"/>
              </a:schemeClr>
            </a:solidFill>
          </a:ln>
          <a:scene3d>
            <a:camera prst="orthographicFront"/>
            <a:lightRig rig="threePt" dir="t"/>
          </a:scene3d>
          <a:sp3d>
            <a:bevelT/>
          </a:sp3d>
        </p:spPr>
        <p:txBody>
          <a:bodyPr wrap="square">
            <a:spAutoFit/>
          </a:bodyPr>
          <a:lstStyle/>
          <a:p>
            <a:r>
              <a:rPr lang="en-US" altLang="zh-CN" sz="1600" dirty="0"/>
              <a:t>x = </a:t>
            </a:r>
            <a:r>
              <a:rPr lang="en-US" altLang="zh-CN" sz="1600" dirty="0" err="1"/>
              <a:t>eltype</a:t>
            </a:r>
            <a:r>
              <a:rPr lang="en-US" altLang="zh-CN" sz="1600" dirty="0"/>
              <a:t>(r)</a:t>
            </a:r>
          </a:p>
          <a:p>
            <a:r>
              <a:rPr lang="zh-CN" altLang="en-US" sz="1600" dirty="0">
                <a:solidFill>
                  <a:srgbClr val="00B0F0"/>
                </a:solidFill>
                <a:latin typeface="微软雅黑" panose="020B0503020204020204" pitchFamily="34" charset="-122"/>
                <a:ea typeface="微软雅黑" panose="020B0503020204020204" pitchFamily="34" charset="-122"/>
              </a:rPr>
              <a:t>结果</a:t>
            </a:r>
            <a:r>
              <a:rPr lang="en-US" altLang="zh-CN" sz="1600" dirty="0">
                <a:solidFill>
                  <a:srgbClr val="00B0F0"/>
                </a:solidFill>
                <a:latin typeface="微软雅黑" panose="020B0503020204020204" pitchFamily="34" charset="-122"/>
                <a:ea typeface="微软雅黑" panose="020B0503020204020204" pitchFamily="34" charset="-122"/>
              </a:rPr>
              <a:t>x = Float64</a:t>
            </a:r>
            <a:endParaRPr lang="zh-CN" altLang="en-US" sz="1600" dirty="0">
              <a:solidFill>
                <a:srgbClr val="00B0F0"/>
              </a:solidFill>
              <a:latin typeface="微软雅黑" panose="020B0503020204020204" pitchFamily="34" charset="-122"/>
              <a:ea typeface="微软雅黑" panose="020B0503020204020204" pitchFamily="34" charset="-122"/>
            </a:endParaRPr>
          </a:p>
        </p:txBody>
      </p:sp>
      <p:sp>
        <p:nvSpPr>
          <p:cNvPr id="11" name="波形 10">
            <a:extLst>
              <a:ext uri="{FF2B5EF4-FFF2-40B4-BE49-F238E27FC236}">
                <a16:creationId xmlns:a16="http://schemas.microsoft.com/office/drawing/2014/main" id="{9828BC2E-850D-45DC-AAFB-ED9A1C4B9B41}"/>
              </a:ext>
            </a:extLst>
          </p:cNvPr>
          <p:cNvSpPr/>
          <p:nvPr/>
        </p:nvSpPr>
        <p:spPr>
          <a:xfrm>
            <a:off x="8688558" y="747120"/>
            <a:ext cx="331900" cy="514000"/>
          </a:xfrm>
          <a:prstGeom prst="wave">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anchor="ctr">
            <a:noAutofit/>
          </a:bodyPr>
          <a:lstStyle/>
          <a:p>
            <a:pPr algn="ctr" eaLnBrk="0" fontAlgn="auto">
              <a:lnSpc>
                <a:spcPct val="140000"/>
              </a:lnSpc>
              <a:spcBef>
                <a:spcPts val="0"/>
              </a:spcBef>
              <a:spcAft>
                <a:spcPts val="0"/>
              </a:spcAft>
            </a:pPr>
            <a:r>
              <a:rPr lang="en-US" altLang="ko-KR" sz="1600" dirty="0">
                <a:solidFill>
                  <a:srgbClr val="FFFF00"/>
                </a:solidFill>
                <a:latin typeface="微软雅黑" panose="020B0503020204020204" pitchFamily="34" charset="-122"/>
                <a:ea typeface="微软雅黑" panose="020B0503020204020204" pitchFamily="34" charset="-122"/>
              </a:rPr>
              <a:t>例</a:t>
            </a:r>
            <a:endParaRPr lang="ko-KR" altLang="en-US" sz="1600" dirty="0">
              <a:solidFill>
                <a:srgbClr val="FFFF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1492412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a:extLst>
              <a:ext uri="{FF2B5EF4-FFF2-40B4-BE49-F238E27FC236}">
                <a16:creationId xmlns:a16="http://schemas.microsoft.com/office/drawing/2014/main" id="{7D31DA4B-64CF-454D-B49F-F190A6054950}"/>
              </a:ext>
            </a:extLst>
          </p:cNvPr>
          <p:cNvGraphicFramePr>
            <a:graphicFrameLocks noGrp="1"/>
          </p:cNvGraphicFramePr>
          <p:nvPr>
            <p:extLst>
              <p:ext uri="{D42A27DB-BD31-4B8C-83A1-F6EECF244321}">
                <p14:modId xmlns:p14="http://schemas.microsoft.com/office/powerpoint/2010/main" val="968329575"/>
              </p:ext>
            </p:extLst>
          </p:nvPr>
        </p:nvGraphicFramePr>
        <p:xfrm>
          <a:off x="107504" y="701876"/>
          <a:ext cx="8928992" cy="3903640"/>
        </p:xfrm>
        <a:graphic>
          <a:graphicData uri="http://schemas.openxmlformats.org/drawingml/2006/table">
            <a:tbl>
              <a:tblPr/>
              <a:tblGrid>
                <a:gridCol w="1018218">
                  <a:extLst>
                    <a:ext uri="{9D8B030D-6E8A-4147-A177-3AD203B41FA5}">
                      <a16:colId xmlns:a16="http://schemas.microsoft.com/office/drawing/2014/main" val="1573603879"/>
                    </a:ext>
                  </a:extLst>
                </a:gridCol>
                <a:gridCol w="7910774">
                  <a:extLst>
                    <a:ext uri="{9D8B030D-6E8A-4147-A177-3AD203B41FA5}">
                      <a16:colId xmlns:a16="http://schemas.microsoft.com/office/drawing/2014/main" val="1113529815"/>
                    </a:ext>
                  </a:extLst>
                </a:gridCol>
              </a:tblGrid>
              <a:tr h="261717">
                <a:tc>
                  <a:txBody>
                    <a:bodyPr/>
                    <a:lstStyle/>
                    <a:p>
                      <a:pPr algn="l"/>
                      <a:r>
                        <a:rPr lang="zh-CN" altLang="en-US" sz="1600" b="1">
                          <a:solidFill>
                            <a:schemeClr val="bg1"/>
                          </a:solidFill>
                          <a:effectLst/>
                          <a:latin typeface="华文楷体" panose="02010600040101010101" pitchFamily="2" charset="-122"/>
                          <a:ea typeface="华文楷体" panose="02010600040101010101" pitchFamily="2" charset="-122"/>
                        </a:rPr>
                        <a:t>函数名</a:t>
                      </a:r>
                    </a:p>
                  </a:txBody>
                  <a:tcPr marL="26043" marR="26043" marT="13022" marB="13022"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l"/>
                      <a:r>
                        <a:rPr lang="zh-CN" altLang="en-US" sz="1600" b="1" dirty="0">
                          <a:solidFill>
                            <a:schemeClr val="bg1"/>
                          </a:solidFill>
                          <a:effectLst/>
                          <a:latin typeface="华文楷体" panose="02010600040101010101" pitchFamily="2" charset="-122"/>
                          <a:ea typeface="华文楷体" panose="02010600040101010101" pitchFamily="2" charset="-122"/>
                        </a:rPr>
                        <a:t>简介</a:t>
                      </a:r>
                    </a:p>
                  </a:txBody>
                  <a:tcPr marL="26043" marR="26043" marT="13022" marB="13022" anchor="ctr">
                    <a:lnL w="635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extLst>
                  <a:ext uri="{0D108BD9-81ED-4DB2-BD59-A6C34878D82A}">
                    <a16:rowId xmlns:a16="http://schemas.microsoft.com/office/drawing/2014/main" val="1274229962"/>
                  </a:ext>
                </a:extLst>
              </a:tr>
              <a:tr h="291274">
                <a:tc>
                  <a:txBody>
                    <a:bodyPr/>
                    <a:lstStyle/>
                    <a:p>
                      <a:pPr algn="l"/>
                      <a:r>
                        <a:rPr lang="en-US" sz="1800" b="1" u="none" strike="noStrike" dirty="0">
                          <a:solidFill>
                            <a:srgbClr val="00B0F0"/>
                          </a:solidFill>
                          <a:effectLst/>
                          <a:latin typeface="华文楷体" panose="02010600040101010101" pitchFamily="2" charset="-122"/>
                          <a:ea typeface="华文楷体" panose="02010600040101010101" pitchFamily="2" charset="-122"/>
                          <a:hlinkClick r:id="rId3" action="ppaction://hlinkfile">
                            <a:extLst>
                              <a:ext uri="{A12FA001-AC4F-418D-AE19-62706E023703}">
                                <ahyp:hlinkClr xmlns:ahyp="http://schemas.microsoft.com/office/drawing/2018/hyperlinkcolor" val="tx"/>
                              </a:ext>
                            </a:extLst>
                          </a:hlinkClick>
                        </a:rPr>
                        <a:t>sort</a:t>
                      </a:r>
                      <a:endParaRPr lang="en-US" sz="1800" b="1" dirty="0">
                        <a:solidFill>
                          <a:srgbClr val="00B0F0"/>
                        </a:solidFill>
                        <a:effectLst/>
                        <a:latin typeface="华文楷体" panose="02010600040101010101" pitchFamily="2" charset="-122"/>
                        <a:ea typeface="华文楷体" panose="02010600040101010101" pitchFamily="2" charset="-122"/>
                      </a:endParaRPr>
                    </a:p>
                  </a:txBody>
                  <a:tcPr marL="26043" marR="26043" marT="13022" marB="13022"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zh-CN" altLang="en-US" sz="1600" b="1" dirty="0">
                          <a:effectLst/>
                          <a:latin typeface="华文楷体" panose="02010600040101010101" pitchFamily="2" charset="-122"/>
                          <a:ea typeface="华文楷体" panose="02010600040101010101" pitchFamily="2" charset="-122"/>
                        </a:rPr>
                        <a:t>排序，创建副本</a:t>
                      </a:r>
                    </a:p>
                  </a:txBody>
                  <a:tcPr marL="26043" marR="26043" marT="13022" marB="13022" anchor="ctr">
                    <a:lnL w="635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54164502"/>
                  </a:ext>
                </a:extLst>
              </a:tr>
              <a:tr h="291274">
                <a:tc>
                  <a:txBody>
                    <a:bodyPr/>
                    <a:lstStyle/>
                    <a:p>
                      <a:pPr algn="l"/>
                      <a:r>
                        <a:rPr lang="en-US" sz="1800" b="1" u="none" strike="noStrike" dirty="0">
                          <a:solidFill>
                            <a:srgbClr val="00B0F0"/>
                          </a:solidFill>
                          <a:effectLst/>
                          <a:latin typeface="华文楷体" panose="02010600040101010101" pitchFamily="2" charset="-122"/>
                          <a:ea typeface="华文楷体" panose="02010600040101010101" pitchFamily="2" charset="-122"/>
                          <a:hlinkClick r:id="rId4" action="ppaction://hlinkfile">
                            <a:extLst>
                              <a:ext uri="{A12FA001-AC4F-418D-AE19-62706E023703}">
                                <ahyp:hlinkClr xmlns:ahyp="http://schemas.microsoft.com/office/drawing/2018/hyperlinkcolor" val="tx"/>
                              </a:ext>
                            </a:extLst>
                          </a:hlinkClick>
                        </a:rPr>
                        <a:t>sort!</a:t>
                      </a:r>
                      <a:endParaRPr lang="en-US" sz="1800" b="1" dirty="0">
                        <a:solidFill>
                          <a:srgbClr val="00B0F0"/>
                        </a:solidFill>
                        <a:effectLst/>
                        <a:latin typeface="华文楷体" panose="02010600040101010101" pitchFamily="2" charset="-122"/>
                        <a:ea typeface="华文楷体" panose="02010600040101010101" pitchFamily="2" charset="-122"/>
                      </a:endParaRPr>
                    </a:p>
                  </a:txBody>
                  <a:tcPr marL="26043" marR="26043" marT="13022" marB="13022"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zh-CN" altLang="en-US" sz="1600" b="1" dirty="0">
                          <a:effectLst/>
                          <a:latin typeface="华文楷体" panose="02010600040101010101" pitchFamily="2" charset="-122"/>
                          <a:ea typeface="华文楷体" panose="02010600040101010101" pitchFamily="2" charset="-122"/>
                        </a:rPr>
                        <a:t>排序，不创建副本</a:t>
                      </a:r>
                    </a:p>
                  </a:txBody>
                  <a:tcPr marL="26043" marR="26043" marT="13022" marB="13022" anchor="ctr">
                    <a:lnL w="635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620100433"/>
                  </a:ext>
                </a:extLst>
              </a:tr>
              <a:tr h="291274">
                <a:tc>
                  <a:txBody>
                    <a:bodyPr/>
                    <a:lstStyle/>
                    <a:p>
                      <a:pPr algn="l"/>
                      <a:r>
                        <a:rPr lang="en-US" sz="1800" b="1" u="none" strike="noStrike" dirty="0" err="1">
                          <a:solidFill>
                            <a:srgbClr val="00B0F0"/>
                          </a:solidFill>
                          <a:effectLst/>
                          <a:latin typeface="华文楷体" panose="02010600040101010101" pitchFamily="2" charset="-122"/>
                          <a:ea typeface="华文楷体" panose="02010600040101010101" pitchFamily="2" charset="-122"/>
                          <a:hlinkClick r:id="rId5" action="ppaction://hlinkfile">
                            <a:extLst>
                              <a:ext uri="{A12FA001-AC4F-418D-AE19-62706E023703}">
                                <ahyp:hlinkClr xmlns:ahyp="http://schemas.microsoft.com/office/drawing/2018/hyperlinkcolor" val="tx"/>
                              </a:ext>
                            </a:extLst>
                          </a:hlinkClick>
                        </a:rPr>
                        <a:t>ty_sort</a:t>
                      </a:r>
                      <a:endParaRPr lang="en-US" sz="1800" b="1" dirty="0">
                        <a:solidFill>
                          <a:srgbClr val="00B0F0"/>
                        </a:solidFill>
                        <a:effectLst/>
                        <a:latin typeface="华文楷体" panose="02010600040101010101" pitchFamily="2" charset="-122"/>
                        <a:ea typeface="华文楷体" panose="02010600040101010101" pitchFamily="2" charset="-122"/>
                      </a:endParaRPr>
                    </a:p>
                  </a:txBody>
                  <a:tcPr marL="26043" marR="26043" marT="13022" marB="13022"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zh-CN" altLang="en-US" sz="1600" b="1" dirty="0">
                          <a:effectLst/>
                          <a:latin typeface="华文楷体" panose="02010600040101010101" pitchFamily="2" charset="-122"/>
                          <a:ea typeface="华文楷体" panose="02010600040101010101" pitchFamily="2" charset="-122"/>
                        </a:rPr>
                        <a:t>对数组元素排序</a:t>
                      </a:r>
                    </a:p>
                  </a:txBody>
                  <a:tcPr marL="26043" marR="26043" marT="13022" marB="13022" anchor="ctr">
                    <a:lnL w="635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949515294"/>
                  </a:ext>
                </a:extLst>
              </a:tr>
              <a:tr h="291274">
                <a:tc>
                  <a:txBody>
                    <a:bodyPr/>
                    <a:lstStyle/>
                    <a:p>
                      <a:pPr algn="l"/>
                      <a:r>
                        <a:rPr lang="en-US" sz="1800" b="1" u="none" strike="noStrike" dirty="0" err="1">
                          <a:solidFill>
                            <a:srgbClr val="00B0F0"/>
                          </a:solidFill>
                          <a:effectLst/>
                          <a:latin typeface="华文楷体" panose="02010600040101010101" pitchFamily="2" charset="-122"/>
                          <a:ea typeface="华文楷体" panose="02010600040101010101" pitchFamily="2" charset="-122"/>
                          <a:hlinkClick r:id="rId6" action="ppaction://hlinkfile">
                            <a:extLst>
                              <a:ext uri="{A12FA001-AC4F-418D-AE19-62706E023703}">
                                <ahyp:hlinkClr xmlns:ahyp="http://schemas.microsoft.com/office/drawing/2018/hyperlinkcolor" val="tx"/>
                              </a:ext>
                            </a:extLst>
                          </a:hlinkClick>
                        </a:rPr>
                        <a:t>sortrows</a:t>
                      </a:r>
                      <a:endParaRPr lang="en-US" sz="1800" b="1" dirty="0">
                        <a:solidFill>
                          <a:srgbClr val="00B0F0"/>
                        </a:solidFill>
                        <a:effectLst/>
                        <a:latin typeface="华文楷体" panose="02010600040101010101" pitchFamily="2" charset="-122"/>
                        <a:ea typeface="华文楷体" panose="02010600040101010101" pitchFamily="2" charset="-122"/>
                      </a:endParaRPr>
                    </a:p>
                  </a:txBody>
                  <a:tcPr marL="26043" marR="26043" marT="13022" marB="13022"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zh-CN" altLang="en-US" sz="1600" b="1" dirty="0">
                          <a:effectLst/>
                          <a:latin typeface="华文楷体" panose="02010600040101010101" pitchFamily="2" charset="-122"/>
                          <a:ea typeface="华文楷体" panose="02010600040101010101" pitchFamily="2" charset="-122"/>
                        </a:rPr>
                        <a:t>对矩阵行或表行进行排序</a:t>
                      </a:r>
                    </a:p>
                  </a:txBody>
                  <a:tcPr marL="26043" marR="26043" marT="13022" marB="13022" anchor="ctr">
                    <a:lnL w="635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46812229"/>
                  </a:ext>
                </a:extLst>
              </a:tr>
              <a:tr h="315058">
                <a:tc>
                  <a:txBody>
                    <a:bodyPr/>
                    <a:lstStyle/>
                    <a:p>
                      <a:pPr algn="l"/>
                      <a:r>
                        <a:rPr lang="en-US" sz="1800" b="1" u="none" strike="noStrike" dirty="0" err="1">
                          <a:solidFill>
                            <a:srgbClr val="00B0F0"/>
                          </a:solidFill>
                          <a:effectLst/>
                          <a:latin typeface="华文楷体" panose="02010600040101010101" pitchFamily="2" charset="-122"/>
                          <a:ea typeface="华文楷体" panose="02010600040101010101" pitchFamily="2" charset="-122"/>
                          <a:hlinkClick r:id="rId7" action="ppaction://hlinkfile">
                            <a:extLst>
                              <a:ext uri="{A12FA001-AC4F-418D-AE19-62706E023703}">
                                <ahyp:hlinkClr xmlns:ahyp="http://schemas.microsoft.com/office/drawing/2018/hyperlinkcolor" val="tx"/>
                              </a:ext>
                            </a:extLst>
                          </a:hlinkClick>
                        </a:rPr>
                        <a:t>partialsort</a:t>
                      </a:r>
                      <a:endParaRPr lang="en-US" sz="1800" b="1" dirty="0">
                        <a:solidFill>
                          <a:srgbClr val="00B0F0"/>
                        </a:solidFill>
                        <a:effectLst/>
                        <a:latin typeface="华文楷体" panose="02010600040101010101" pitchFamily="2" charset="-122"/>
                        <a:ea typeface="华文楷体" panose="02010600040101010101" pitchFamily="2" charset="-122"/>
                      </a:endParaRPr>
                    </a:p>
                  </a:txBody>
                  <a:tcPr marL="26043" marR="26043" marT="13022" marB="13022"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zh-CN" altLang="en-US" sz="1600" b="1" dirty="0">
                          <a:effectLst/>
                          <a:latin typeface="华文楷体" panose="02010600040101010101" pitchFamily="2" charset="-122"/>
                          <a:ea typeface="华文楷体" panose="02010600040101010101" pitchFamily="2" charset="-122"/>
                        </a:rPr>
                        <a:t>按照指定的顺序进行局部排序，并返回排序后索引的值，原数据的值不会被修改</a:t>
                      </a:r>
                    </a:p>
                  </a:txBody>
                  <a:tcPr marL="26043" marR="26043" marT="13022" marB="13022" anchor="ctr">
                    <a:lnL w="635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28581904"/>
                  </a:ext>
                </a:extLst>
              </a:tr>
              <a:tr h="315058">
                <a:tc>
                  <a:txBody>
                    <a:bodyPr/>
                    <a:lstStyle/>
                    <a:p>
                      <a:pPr algn="l"/>
                      <a:r>
                        <a:rPr lang="en-US" sz="1800" b="1" u="none" strike="noStrike" dirty="0" err="1">
                          <a:solidFill>
                            <a:srgbClr val="00B0F0"/>
                          </a:solidFill>
                          <a:effectLst/>
                          <a:latin typeface="华文楷体" panose="02010600040101010101" pitchFamily="2" charset="-122"/>
                          <a:ea typeface="华文楷体" panose="02010600040101010101" pitchFamily="2" charset="-122"/>
                          <a:hlinkClick r:id="rId8" action="ppaction://hlinkfile">
                            <a:extLst>
                              <a:ext uri="{A12FA001-AC4F-418D-AE19-62706E023703}">
                                <ahyp:hlinkClr xmlns:ahyp="http://schemas.microsoft.com/office/drawing/2018/hyperlinkcolor" val="tx"/>
                              </a:ext>
                            </a:extLst>
                          </a:hlinkClick>
                        </a:rPr>
                        <a:t>partialsort</a:t>
                      </a:r>
                      <a:r>
                        <a:rPr lang="en-US" sz="1800" b="1" u="none" strike="noStrike" dirty="0">
                          <a:solidFill>
                            <a:srgbClr val="00B0F0"/>
                          </a:solidFill>
                          <a:effectLst/>
                          <a:latin typeface="华文楷体" panose="02010600040101010101" pitchFamily="2" charset="-122"/>
                          <a:ea typeface="华文楷体" panose="02010600040101010101" pitchFamily="2" charset="-122"/>
                          <a:hlinkClick r:id="rId8" action="ppaction://hlinkfile">
                            <a:extLst>
                              <a:ext uri="{A12FA001-AC4F-418D-AE19-62706E023703}">
                                <ahyp:hlinkClr xmlns:ahyp="http://schemas.microsoft.com/office/drawing/2018/hyperlinkcolor" val="tx"/>
                              </a:ext>
                            </a:extLst>
                          </a:hlinkClick>
                        </a:rPr>
                        <a:t>!</a:t>
                      </a:r>
                      <a:endParaRPr lang="en-US" sz="1800" b="1" dirty="0">
                        <a:solidFill>
                          <a:srgbClr val="00B0F0"/>
                        </a:solidFill>
                        <a:effectLst/>
                        <a:latin typeface="华文楷体" panose="02010600040101010101" pitchFamily="2" charset="-122"/>
                        <a:ea typeface="华文楷体" panose="02010600040101010101" pitchFamily="2" charset="-122"/>
                      </a:endParaRPr>
                    </a:p>
                  </a:txBody>
                  <a:tcPr marL="26043" marR="26043" marT="13022" marB="13022"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zh-CN" altLang="en-US" sz="1600" b="1" dirty="0">
                          <a:effectLst/>
                          <a:latin typeface="华文楷体" panose="02010600040101010101" pitchFamily="2" charset="-122"/>
                          <a:ea typeface="华文楷体" panose="02010600040101010101" pitchFamily="2" charset="-122"/>
                        </a:rPr>
                        <a:t>按照指定的顺序进行局部排序，并返回排序后索引的值，原数据的值修改为排序后的值</a:t>
                      </a:r>
                    </a:p>
                  </a:txBody>
                  <a:tcPr marL="26043" marR="26043" marT="13022" marB="13022" anchor="ctr">
                    <a:lnL w="635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81215699"/>
                  </a:ext>
                </a:extLst>
              </a:tr>
              <a:tr h="291274">
                <a:tc>
                  <a:txBody>
                    <a:bodyPr/>
                    <a:lstStyle/>
                    <a:p>
                      <a:pPr algn="l"/>
                      <a:r>
                        <a:rPr lang="en-US" sz="1800" b="1" u="none" strike="noStrike">
                          <a:solidFill>
                            <a:srgbClr val="00B0F0"/>
                          </a:solidFill>
                          <a:effectLst/>
                          <a:latin typeface="华文楷体" panose="02010600040101010101" pitchFamily="2" charset="-122"/>
                          <a:ea typeface="华文楷体" panose="02010600040101010101" pitchFamily="2" charset="-122"/>
                          <a:hlinkClick r:id="rId9" action="ppaction://hlinkfile">
                            <a:extLst>
                              <a:ext uri="{A12FA001-AC4F-418D-AE19-62706E023703}">
                                <ahyp:hlinkClr xmlns:ahyp="http://schemas.microsoft.com/office/drawing/2018/hyperlinkcolor" val="tx"/>
                              </a:ext>
                            </a:extLst>
                          </a:hlinkClick>
                        </a:rPr>
                        <a:t>reverse</a:t>
                      </a:r>
                      <a:endParaRPr lang="en-US" sz="1800" b="1">
                        <a:solidFill>
                          <a:srgbClr val="00B0F0"/>
                        </a:solidFill>
                        <a:effectLst/>
                        <a:latin typeface="华文楷体" panose="02010600040101010101" pitchFamily="2" charset="-122"/>
                        <a:ea typeface="华文楷体" panose="02010600040101010101" pitchFamily="2" charset="-122"/>
                      </a:endParaRPr>
                    </a:p>
                  </a:txBody>
                  <a:tcPr marL="26043" marR="26043" marT="13022" marB="13022"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zh-CN" altLang="en-US" sz="1600" b="1" kern="1200" dirty="0">
                          <a:solidFill>
                            <a:srgbClr val="FF0000"/>
                          </a:solidFill>
                          <a:effectLst/>
                          <a:latin typeface="华文楷体" panose="02010600040101010101" pitchFamily="2" charset="-122"/>
                          <a:ea typeface="华文楷体" panose="02010600040101010101" pitchFamily="2" charset="-122"/>
                          <a:cs typeface="+mn-cs"/>
                        </a:rPr>
                        <a:t>对数据进行翻转</a:t>
                      </a:r>
                      <a:r>
                        <a:rPr lang="zh-CN" altLang="en-US" sz="1600" b="1" dirty="0">
                          <a:effectLst/>
                          <a:latin typeface="华文楷体" panose="02010600040101010101" pitchFamily="2" charset="-122"/>
                          <a:ea typeface="华文楷体" panose="02010600040101010101" pitchFamily="2" charset="-122"/>
                        </a:rPr>
                        <a:t>，创建副本</a:t>
                      </a:r>
                    </a:p>
                  </a:txBody>
                  <a:tcPr marL="26043" marR="26043" marT="13022" marB="13022" anchor="ctr">
                    <a:lnL w="635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763242898"/>
                  </a:ext>
                </a:extLst>
              </a:tr>
              <a:tr h="291274">
                <a:tc>
                  <a:txBody>
                    <a:bodyPr/>
                    <a:lstStyle/>
                    <a:p>
                      <a:pPr algn="l"/>
                      <a:r>
                        <a:rPr lang="en-US" sz="1800" b="1" u="none" strike="noStrike" dirty="0">
                          <a:solidFill>
                            <a:srgbClr val="00B0F0"/>
                          </a:solidFill>
                          <a:effectLst/>
                          <a:latin typeface="华文楷体" panose="02010600040101010101" pitchFamily="2" charset="-122"/>
                          <a:ea typeface="华文楷体" panose="02010600040101010101" pitchFamily="2" charset="-122"/>
                          <a:hlinkClick r:id="rId10" action="ppaction://hlinkfile">
                            <a:extLst>
                              <a:ext uri="{A12FA001-AC4F-418D-AE19-62706E023703}">
                                <ahyp:hlinkClr xmlns:ahyp="http://schemas.microsoft.com/office/drawing/2018/hyperlinkcolor" val="tx"/>
                              </a:ext>
                            </a:extLst>
                          </a:hlinkClick>
                        </a:rPr>
                        <a:t>reverse!</a:t>
                      </a:r>
                      <a:endParaRPr lang="en-US" sz="1800" b="1" dirty="0">
                        <a:solidFill>
                          <a:srgbClr val="00B0F0"/>
                        </a:solidFill>
                        <a:effectLst/>
                        <a:latin typeface="华文楷体" panose="02010600040101010101" pitchFamily="2" charset="-122"/>
                        <a:ea typeface="华文楷体" panose="02010600040101010101" pitchFamily="2" charset="-122"/>
                      </a:endParaRPr>
                    </a:p>
                  </a:txBody>
                  <a:tcPr marL="26043" marR="26043" marT="13022" marB="13022"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zh-CN" altLang="en-US" sz="1600" b="1" dirty="0">
                          <a:effectLst/>
                          <a:latin typeface="华文楷体" panose="02010600040101010101" pitchFamily="2" charset="-122"/>
                          <a:ea typeface="华文楷体" panose="02010600040101010101" pitchFamily="2" charset="-122"/>
                        </a:rPr>
                        <a:t>对数据进行翻转，不创建副本</a:t>
                      </a:r>
                    </a:p>
                  </a:txBody>
                  <a:tcPr marL="26043" marR="26043" marT="13022" marB="13022" anchor="ctr">
                    <a:lnL w="635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602612468"/>
                  </a:ext>
                </a:extLst>
              </a:tr>
              <a:tr h="291274">
                <a:tc>
                  <a:txBody>
                    <a:bodyPr/>
                    <a:lstStyle/>
                    <a:p>
                      <a:pPr algn="l"/>
                      <a:r>
                        <a:rPr lang="en-US" sz="1800" b="1" u="none" strike="noStrike" dirty="0">
                          <a:solidFill>
                            <a:srgbClr val="FF0000"/>
                          </a:solidFill>
                          <a:effectLst/>
                          <a:latin typeface="华文楷体" panose="02010600040101010101" pitchFamily="2" charset="-122"/>
                          <a:ea typeface="华文楷体" panose="02010600040101010101" pitchFamily="2" charset="-122"/>
                          <a:hlinkClick r:id="rId11" action="ppaction://hlinkfile">
                            <a:extLst>
                              <a:ext uri="{A12FA001-AC4F-418D-AE19-62706E023703}">
                                <ahyp:hlinkClr xmlns:ahyp="http://schemas.microsoft.com/office/drawing/2018/hyperlinkcolor" val="tx"/>
                              </a:ext>
                            </a:extLst>
                          </a:hlinkClick>
                        </a:rPr>
                        <a:t>rotr90</a:t>
                      </a:r>
                      <a:endParaRPr lang="en-US" sz="1800" b="1" dirty="0">
                        <a:solidFill>
                          <a:srgbClr val="FF0000"/>
                        </a:solidFill>
                        <a:effectLst/>
                        <a:latin typeface="华文楷体" panose="02010600040101010101" pitchFamily="2" charset="-122"/>
                        <a:ea typeface="华文楷体" panose="02010600040101010101" pitchFamily="2" charset="-122"/>
                      </a:endParaRPr>
                    </a:p>
                  </a:txBody>
                  <a:tcPr marL="26043" marR="26043" marT="13022" marB="13022"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zh-CN" altLang="en-US" sz="1600" b="1" dirty="0">
                          <a:solidFill>
                            <a:srgbClr val="FF0000"/>
                          </a:solidFill>
                          <a:effectLst/>
                          <a:latin typeface="华文楷体" panose="02010600040101010101" pitchFamily="2" charset="-122"/>
                          <a:ea typeface="华文楷体" panose="02010600040101010101" pitchFamily="2" charset="-122"/>
                        </a:rPr>
                        <a:t>将数组顺时针旋转 </a:t>
                      </a:r>
                      <a:r>
                        <a:rPr lang="en-US" altLang="zh-CN" sz="1600" b="1" dirty="0">
                          <a:effectLst/>
                          <a:latin typeface="华文楷体" panose="02010600040101010101" pitchFamily="2" charset="-122"/>
                          <a:ea typeface="华文楷体" panose="02010600040101010101" pitchFamily="2" charset="-122"/>
                        </a:rPr>
                        <a:t>90 </a:t>
                      </a:r>
                      <a:r>
                        <a:rPr lang="zh-CN" altLang="en-US" sz="1600" b="1" dirty="0">
                          <a:effectLst/>
                          <a:latin typeface="华文楷体" panose="02010600040101010101" pitchFamily="2" charset="-122"/>
                          <a:ea typeface="华文楷体" panose="02010600040101010101" pitchFamily="2" charset="-122"/>
                        </a:rPr>
                        <a:t>度</a:t>
                      </a:r>
                    </a:p>
                  </a:txBody>
                  <a:tcPr marL="26043" marR="26043" marT="13022" marB="13022" anchor="ctr">
                    <a:lnL w="635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61134192"/>
                  </a:ext>
                </a:extLst>
              </a:tr>
              <a:tr h="291274">
                <a:tc>
                  <a:txBody>
                    <a:bodyPr/>
                    <a:lstStyle/>
                    <a:p>
                      <a:pPr algn="l"/>
                      <a:r>
                        <a:rPr lang="en-US" sz="1800" b="1" u="none" strike="noStrike" dirty="0">
                          <a:solidFill>
                            <a:srgbClr val="FF0000"/>
                          </a:solidFill>
                          <a:effectLst/>
                          <a:latin typeface="华文楷体" panose="02010600040101010101" pitchFamily="2" charset="-122"/>
                          <a:ea typeface="华文楷体" panose="02010600040101010101" pitchFamily="2" charset="-122"/>
                          <a:hlinkClick r:id="rId12" action="ppaction://hlinkfile">
                            <a:extLst>
                              <a:ext uri="{A12FA001-AC4F-418D-AE19-62706E023703}">
                                <ahyp:hlinkClr xmlns:ahyp="http://schemas.microsoft.com/office/drawing/2018/hyperlinkcolor" val="tx"/>
                              </a:ext>
                            </a:extLst>
                          </a:hlinkClick>
                        </a:rPr>
                        <a:t>rotl90</a:t>
                      </a:r>
                      <a:endParaRPr lang="en-US" sz="1800" b="1" dirty="0">
                        <a:solidFill>
                          <a:srgbClr val="FF0000"/>
                        </a:solidFill>
                        <a:effectLst/>
                        <a:latin typeface="华文楷体" panose="02010600040101010101" pitchFamily="2" charset="-122"/>
                        <a:ea typeface="华文楷体" panose="02010600040101010101" pitchFamily="2" charset="-122"/>
                      </a:endParaRPr>
                    </a:p>
                  </a:txBody>
                  <a:tcPr marL="26043" marR="26043" marT="13022" marB="13022"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zh-CN" altLang="en-US" sz="1600" b="1" dirty="0">
                          <a:effectLst/>
                          <a:latin typeface="华文楷体" panose="02010600040101010101" pitchFamily="2" charset="-122"/>
                          <a:ea typeface="华文楷体" panose="02010600040101010101" pitchFamily="2" charset="-122"/>
                        </a:rPr>
                        <a:t>将数组逆时针旋转 </a:t>
                      </a:r>
                      <a:r>
                        <a:rPr lang="en-US" altLang="zh-CN" sz="1600" b="1" dirty="0">
                          <a:effectLst/>
                          <a:latin typeface="华文楷体" panose="02010600040101010101" pitchFamily="2" charset="-122"/>
                          <a:ea typeface="华文楷体" panose="02010600040101010101" pitchFamily="2" charset="-122"/>
                        </a:rPr>
                        <a:t>90 </a:t>
                      </a:r>
                      <a:r>
                        <a:rPr lang="zh-CN" altLang="en-US" sz="1600" b="1" dirty="0">
                          <a:effectLst/>
                          <a:latin typeface="华文楷体" panose="02010600040101010101" pitchFamily="2" charset="-122"/>
                          <a:ea typeface="华文楷体" panose="02010600040101010101" pitchFamily="2" charset="-122"/>
                        </a:rPr>
                        <a:t>度</a:t>
                      </a:r>
                    </a:p>
                  </a:txBody>
                  <a:tcPr marL="26043" marR="26043" marT="13022" marB="13022" anchor="ctr">
                    <a:lnL w="635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673059"/>
                  </a:ext>
                </a:extLst>
              </a:tr>
              <a:tr h="291274">
                <a:tc>
                  <a:txBody>
                    <a:bodyPr/>
                    <a:lstStyle/>
                    <a:p>
                      <a:pPr algn="l"/>
                      <a:r>
                        <a:rPr lang="en-US" sz="1800" b="1" u="none" strike="noStrike" dirty="0">
                          <a:solidFill>
                            <a:srgbClr val="FF0000"/>
                          </a:solidFill>
                          <a:effectLst/>
                          <a:latin typeface="华文楷体" panose="02010600040101010101" pitchFamily="2" charset="-122"/>
                          <a:ea typeface="华文楷体" panose="02010600040101010101" pitchFamily="2" charset="-122"/>
                          <a:hlinkClick r:id="rId13" action="ppaction://hlinkfile">
                            <a:extLst>
                              <a:ext uri="{A12FA001-AC4F-418D-AE19-62706E023703}">
                                <ahyp:hlinkClr xmlns:ahyp="http://schemas.microsoft.com/office/drawing/2018/hyperlinkcolor" val="tx"/>
                              </a:ext>
                            </a:extLst>
                          </a:hlinkClick>
                        </a:rPr>
                        <a:t>rot180</a:t>
                      </a:r>
                      <a:endParaRPr lang="en-US" sz="1800" b="1" dirty="0">
                        <a:solidFill>
                          <a:srgbClr val="FF0000"/>
                        </a:solidFill>
                        <a:effectLst/>
                        <a:latin typeface="华文楷体" panose="02010600040101010101" pitchFamily="2" charset="-122"/>
                        <a:ea typeface="华文楷体" panose="02010600040101010101" pitchFamily="2" charset="-122"/>
                      </a:endParaRPr>
                    </a:p>
                  </a:txBody>
                  <a:tcPr marL="26043" marR="26043" marT="13022" marB="13022"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zh-CN" altLang="en-US" sz="1600" b="1" dirty="0">
                          <a:effectLst/>
                          <a:latin typeface="华文楷体" panose="02010600040101010101" pitchFamily="2" charset="-122"/>
                          <a:ea typeface="华文楷体" panose="02010600040101010101" pitchFamily="2" charset="-122"/>
                        </a:rPr>
                        <a:t>将数组旋转</a:t>
                      </a:r>
                      <a:r>
                        <a:rPr lang="en-US" altLang="zh-CN" sz="1600" b="1" dirty="0">
                          <a:effectLst/>
                          <a:latin typeface="华文楷体" panose="02010600040101010101" pitchFamily="2" charset="-122"/>
                          <a:ea typeface="华文楷体" panose="02010600040101010101" pitchFamily="2" charset="-122"/>
                        </a:rPr>
                        <a:t>180</a:t>
                      </a:r>
                      <a:r>
                        <a:rPr lang="zh-CN" altLang="en-US" sz="1600" b="1" dirty="0">
                          <a:effectLst/>
                          <a:latin typeface="华文楷体" panose="02010600040101010101" pitchFamily="2" charset="-122"/>
                          <a:ea typeface="华文楷体" panose="02010600040101010101" pitchFamily="2" charset="-122"/>
                        </a:rPr>
                        <a:t>度</a:t>
                      </a:r>
                    </a:p>
                  </a:txBody>
                  <a:tcPr marL="26043" marR="26043" marT="13022" marB="13022" anchor="ctr">
                    <a:lnL w="635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64352426"/>
                  </a:ext>
                </a:extLst>
              </a:tr>
              <a:tr h="291274">
                <a:tc>
                  <a:txBody>
                    <a:bodyPr/>
                    <a:lstStyle/>
                    <a:p>
                      <a:pPr algn="l"/>
                      <a:r>
                        <a:rPr lang="en-US" sz="1800" b="1" u="none" strike="noStrike" dirty="0">
                          <a:solidFill>
                            <a:srgbClr val="00B0F0"/>
                          </a:solidFill>
                          <a:effectLst/>
                          <a:latin typeface="华文楷体" panose="02010600040101010101" pitchFamily="2" charset="-122"/>
                          <a:ea typeface="华文楷体" panose="02010600040101010101" pitchFamily="2" charset="-122"/>
                          <a:hlinkClick r:id="rId14" action="ppaction://hlinkfile">
                            <a:extLst>
                              <a:ext uri="{A12FA001-AC4F-418D-AE19-62706E023703}">
                                <ahyp:hlinkClr xmlns:ahyp="http://schemas.microsoft.com/office/drawing/2018/hyperlinkcolor" val="tx"/>
                              </a:ext>
                            </a:extLst>
                          </a:hlinkClick>
                        </a:rPr>
                        <a:t>transpose</a:t>
                      </a:r>
                      <a:endParaRPr lang="en-US" sz="1800" b="1" dirty="0">
                        <a:solidFill>
                          <a:srgbClr val="00B0F0"/>
                        </a:solidFill>
                        <a:effectLst/>
                        <a:latin typeface="华文楷体" panose="02010600040101010101" pitchFamily="2" charset="-122"/>
                        <a:ea typeface="华文楷体" panose="02010600040101010101" pitchFamily="2" charset="-122"/>
                      </a:endParaRPr>
                    </a:p>
                  </a:txBody>
                  <a:tcPr marL="26043" marR="26043" marT="13022" marB="13022"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zh-CN" altLang="en-US" sz="1600" b="1" dirty="0">
                          <a:effectLst/>
                          <a:latin typeface="华文楷体" panose="02010600040101010101" pitchFamily="2" charset="-122"/>
                          <a:ea typeface="华文楷体" panose="02010600040101010101" pitchFamily="2" charset="-122"/>
                        </a:rPr>
                        <a:t>转置向量或矩阵</a:t>
                      </a:r>
                    </a:p>
                  </a:txBody>
                  <a:tcPr marL="26043" marR="26043" marT="13022" marB="13022" anchor="ctr">
                    <a:lnL w="635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59483054"/>
                  </a:ext>
                </a:extLst>
              </a:tr>
            </a:tbl>
          </a:graphicData>
        </a:graphic>
      </p:graphicFrame>
      <p:sp>
        <p:nvSpPr>
          <p:cNvPr id="5" name="标题 1">
            <a:extLst>
              <a:ext uri="{FF2B5EF4-FFF2-40B4-BE49-F238E27FC236}">
                <a16:creationId xmlns:a16="http://schemas.microsoft.com/office/drawing/2014/main" id="{924817BB-F132-4AF0-9908-EF97F27076CB}"/>
              </a:ext>
            </a:extLst>
          </p:cNvPr>
          <p:cNvSpPr txBox="1">
            <a:spLocks/>
          </p:cNvSpPr>
          <p:nvPr/>
        </p:nvSpPr>
        <p:spPr bwMode="auto">
          <a:xfrm>
            <a:off x="2123729" y="193565"/>
            <a:ext cx="4752528" cy="438150"/>
          </a:xfrm>
          <a:prstGeom prst="rect">
            <a:avLst/>
          </a:prstGeom>
          <a:noFill/>
          <a:ln w="9525">
            <a:noFill/>
            <a:miter lim="800000"/>
            <a:headEnd/>
            <a:tailEnd/>
          </a:ln>
        </p:spPr>
        <p:txBody>
          <a:bodyPr vert="horz" wrap="none" lIns="91440" tIns="45720" rIns="91440" bIns="45720" numCol="1" anchor="b" anchorCtr="0" compatLnSpc="1">
            <a:prstTxWarp prst="textNoShape">
              <a:avLst/>
            </a:prstTxWarp>
          </a:bodyPr>
          <a:lstStyle>
            <a:lvl1pPr algn="l" rtl="0" eaLnBrk="0" fontAlgn="base" hangingPunct="0">
              <a:lnSpc>
                <a:spcPct val="85000"/>
              </a:lnSpc>
              <a:spcBef>
                <a:spcPct val="0"/>
              </a:spcBef>
              <a:spcAft>
                <a:spcPct val="0"/>
              </a:spcAft>
              <a:defRPr sz="3400" b="0">
                <a:solidFill>
                  <a:srgbClr val="002060"/>
                </a:solidFill>
                <a:latin typeface="华文楷体" panose="02010600040101010101" pitchFamily="2" charset="-122"/>
                <a:ea typeface="华文楷体" panose="02010600040101010101" pitchFamily="2" charset="-122"/>
                <a:cs typeface="+mj-cs"/>
              </a:defRPr>
            </a:lvl1pPr>
            <a:lvl2pPr algn="l" rtl="0" eaLnBrk="0" fontAlgn="base" hangingPunct="0">
              <a:lnSpc>
                <a:spcPct val="85000"/>
              </a:lnSpc>
              <a:spcBef>
                <a:spcPct val="0"/>
              </a:spcBef>
              <a:spcAft>
                <a:spcPct val="0"/>
              </a:spcAft>
              <a:defRPr sz="3400" b="1">
                <a:solidFill>
                  <a:srgbClr val="002E5C"/>
                </a:solidFill>
                <a:latin typeface="Helvetica" pitchFamily="34" charset="0"/>
              </a:defRPr>
            </a:lvl2pPr>
            <a:lvl3pPr algn="l" rtl="0" eaLnBrk="0" fontAlgn="base" hangingPunct="0">
              <a:lnSpc>
                <a:spcPct val="85000"/>
              </a:lnSpc>
              <a:spcBef>
                <a:spcPct val="0"/>
              </a:spcBef>
              <a:spcAft>
                <a:spcPct val="0"/>
              </a:spcAft>
              <a:defRPr sz="3400" b="1">
                <a:solidFill>
                  <a:srgbClr val="002E5C"/>
                </a:solidFill>
                <a:latin typeface="Helvetica" pitchFamily="34" charset="0"/>
              </a:defRPr>
            </a:lvl3pPr>
            <a:lvl4pPr algn="l" rtl="0" eaLnBrk="0" fontAlgn="base" hangingPunct="0">
              <a:lnSpc>
                <a:spcPct val="85000"/>
              </a:lnSpc>
              <a:spcBef>
                <a:spcPct val="0"/>
              </a:spcBef>
              <a:spcAft>
                <a:spcPct val="0"/>
              </a:spcAft>
              <a:defRPr sz="3400" b="1">
                <a:solidFill>
                  <a:srgbClr val="002E5C"/>
                </a:solidFill>
                <a:latin typeface="Helvetica" pitchFamily="34" charset="0"/>
              </a:defRPr>
            </a:lvl4pPr>
            <a:lvl5pPr algn="l" rtl="0" eaLnBrk="0" fontAlgn="base" hangingPunct="0">
              <a:lnSpc>
                <a:spcPct val="85000"/>
              </a:lnSpc>
              <a:spcBef>
                <a:spcPct val="0"/>
              </a:spcBef>
              <a:spcAft>
                <a:spcPct val="0"/>
              </a:spcAft>
              <a:defRPr sz="3400" b="1">
                <a:solidFill>
                  <a:srgbClr val="002E5C"/>
                </a:solidFill>
                <a:latin typeface="Helvetica" pitchFamily="34" charset="0"/>
              </a:defRPr>
            </a:lvl5pPr>
            <a:lvl6pPr marL="457200" algn="l" rtl="0" eaLnBrk="1" fontAlgn="base" hangingPunct="1">
              <a:lnSpc>
                <a:spcPct val="85000"/>
              </a:lnSpc>
              <a:spcBef>
                <a:spcPct val="0"/>
              </a:spcBef>
              <a:spcAft>
                <a:spcPct val="0"/>
              </a:spcAft>
              <a:defRPr sz="3400" b="1">
                <a:solidFill>
                  <a:srgbClr val="002E5C"/>
                </a:solidFill>
                <a:latin typeface="Helvetica" pitchFamily="34" charset="0"/>
              </a:defRPr>
            </a:lvl6pPr>
            <a:lvl7pPr marL="914400" algn="l" rtl="0" eaLnBrk="1" fontAlgn="base" hangingPunct="1">
              <a:lnSpc>
                <a:spcPct val="85000"/>
              </a:lnSpc>
              <a:spcBef>
                <a:spcPct val="0"/>
              </a:spcBef>
              <a:spcAft>
                <a:spcPct val="0"/>
              </a:spcAft>
              <a:defRPr sz="3400" b="1">
                <a:solidFill>
                  <a:srgbClr val="002E5C"/>
                </a:solidFill>
                <a:latin typeface="Helvetica" pitchFamily="34" charset="0"/>
              </a:defRPr>
            </a:lvl7pPr>
            <a:lvl8pPr marL="1371600" algn="l" rtl="0" eaLnBrk="1" fontAlgn="base" hangingPunct="1">
              <a:lnSpc>
                <a:spcPct val="85000"/>
              </a:lnSpc>
              <a:spcBef>
                <a:spcPct val="0"/>
              </a:spcBef>
              <a:spcAft>
                <a:spcPct val="0"/>
              </a:spcAft>
              <a:defRPr sz="3400" b="1">
                <a:solidFill>
                  <a:srgbClr val="002E5C"/>
                </a:solidFill>
                <a:latin typeface="Helvetica" pitchFamily="34" charset="0"/>
              </a:defRPr>
            </a:lvl8pPr>
            <a:lvl9pPr marL="1828800" algn="l" rtl="0" eaLnBrk="1" fontAlgn="base" hangingPunct="1">
              <a:lnSpc>
                <a:spcPct val="85000"/>
              </a:lnSpc>
              <a:spcBef>
                <a:spcPct val="0"/>
              </a:spcBef>
              <a:spcAft>
                <a:spcPct val="0"/>
              </a:spcAft>
              <a:defRPr sz="3400" b="1">
                <a:solidFill>
                  <a:srgbClr val="002E5C"/>
                </a:solidFill>
                <a:latin typeface="Helvetica" pitchFamily="34" charset="0"/>
              </a:defRPr>
            </a:lvl9pPr>
          </a:lstStyle>
          <a:p>
            <a:br>
              <a:rPr lang="en-US" altLang="zh-CN" sz="2800" kern="0" dirty="0">
                <a:latin typeface="Helvetica Neue"/>
              </a:rPr>
            </a:br>
            <a:r>
              <a:rPr lang="en-US" altLang="zh-CN" sz="2800" kern="0" dirty="0">
                <a:latin typeface="Helvetica Neue"/>
              </a:rPr>
              <a:t>§</a:t>
            </a:r>
            <a:r>
              <a:rPr lang="en-US" altLang="zh-CN" sz="2800" dirty="0"/>
              <a:t>1.4.1.6 </a:t>
            </a:r>
            <a:r>
              <a:rPr lang="zh-CN" altLang="en-US" sz="2800" dirty="0"/>
              <a:t>数组</a:t>
            </a:r>
            <a:r>
              <a:rPr lang="zh-CN" altLang="zh-CN" sz="2800" dirty="0"/>
              <a:t>重构和重新排列</a:t>
            </a:r>
            <a:endParaRPr lang="zh-CN" altLang="en-US" sz="2800" dirty="0"/>
          </a:p>
        </p:txBody>
      </p:sp>
      <p:sp>
        <p:nvSpPr>
          <p:cNvPr id="8" name="文本框 7">
            <a:extLst>
              <a:ext uri="{FF2B5EF4-FFF2-40B4-BE49-F238E27FC236}">
                <a16:creationId xmlns:a16="http://schemas.microsoft.com/office/drawing/2014/main" id="{C24FBE6A-39D0-4CCA-97BE-A717BF8C96E6}"/>
              </a:ext>
            </a:extLst>
          </p:cNvPr>
          <p:cNvSpPr txBox="1"/>
          <p:nvPr/>
        </p:nvSpPr>
        <p:spPr>
          <a:xfrm>
            <a:off x="5835826" y="1284898"/>
            <a:ext cx="2080862" cy="369332"/>
          </a:xfrm>
          <a:prstGeom prst="rect">
            <a:avLst/>
          </a:prstGeom>
          <a:noFill/>
        </p:spPr>
        <p:txBody>
          <a:bodyPr wrap="square">
            <a:spAutoFit/>
          </a:bodyPr>
          <a:lstStyle/>
          <a:p>
            <a:r>
              <a:rPr lang="zh-CN" altLang="en-US" dirty="0">
                <a:solidFill>
                  <a:srgbClr val="00B0F0"/>
                </a:solidFill>
              </a:rPr>
              <a:t>sort(r,dims=2)</a:t>
            </a:r>
          </a:p>
        </p:txBody>
      </p:sp>
    </p:spTree>
    <p:extLst>
      <p:ext uri="{BB962C8B-B14F-4D97-AF65-F5344CB8AC3E}">
        <p14:creationId xmlns:p14="http://schemas.microsoft.com/office/powerpoint/2010/main" val="6511815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07D5CF79-3A96-4B65-945F-4A80A2234D90}"/>
              </a:ext>
            </a:extLst>
          </p:cNvPr>
          <p:cNvSpPr txBox="1"/>
          <p:nvPr/>
        </p:nvSpPr>
        <p:spPr>
          <a:xfrm>
            <a:off x="179511" y="3291830"/>
            <a:ext cx="8820471" cy="1343445"/>
          </a:xfrm>
          <a:prstGeom prst="rect">
            <a:avLst/>
          </a:prstGeom>
          <a:solidFill>
            <a:schemeClr val="bg1"/>
          </a:solidFill>
        </p:spPr>
        <p:txBody>
          <a:bodyPr wrap="square">
            <a:spAutoFit/>
          </a:bodyPr>
          <a:lstStyle/>
          <a:p>
            <a:pPr marL="285750" indent="-285750">
              <a:lnSpc>
                <a:spcPts val="2500"/>
              </a:lnSpc>
              <a:buFont typeface="Wingdings" panose="05000000000000000000" pitchFamily="2" charset="2"/>
              <a:buChar char="u"/>
            </a:pPr>
            <a:r>
              <a:rPr lang="en-US" altLang="zh-CN" sz="1600" dirty="0">
                <a:solidFill>
                  <a:srgbClr val="0070C0"/>
                </a:solidFill>
                <a:latin typeface="微软雅黑" panose="020B0503020204020204" pitchFamily="34" charset="-122"/>
                <a:ea typeface="微软雅黑" panose="020B0503020204020204" pitchFamily="34" charset="-122"/>
              </a:rPr>
              <a:t>CSV</a:t>
            </a:r>
            <a:r>
              <a:rPr lang="zh-CN" altLang="en-US" sz="1600" dirty="0">
                <a:solidFill>
                  <a:srgbClr val="0070C0"/>
                </a:solidFill>
                <a:latin typeface="微软雅黑" panose="020B0503020204020204" pitchFamily="34" charset="-122"/>
                <a:ea typeface="微软雅黑" panose="020B0503020204020204" pitchFamily="34" charset="-122"/>
              </a:rPr>
              <a:t>文件是一种纯文本格式，用逗号分隔值，速度更快，占用的内存也更少，可以轻松导入和导出</a:t>
            </a:r>
            <a:r>
              <a:rPr lang="en-US" altLang="zh-CN" sz="1600" dirty="0">
                <a:solidFill>
                  <a:srgbClr val="0070C0"/>
                </a:solidFill>
                <a:latin typeface="微软雅黑" panose="020B0503020204020204" pitchFamily="34" charset="-122"/>
                <a:ea typeface="微软雅黑" panose="020B0503020204020204" pitchFamily="34" charset="-122"/>
              </a:rPr>
              <a:t>CSV</a:t>
            </a:r>
            <a:r>
              <a:rPr lang="zh-CN" altLang="en-US" sz="1600" dirty="0">
                <a:solidFill>
                  <a:srgbClr val="0070C0"/>
                </a:solidFill>
                <a:latin typeface="微软雅黑" panose="020B0503020204020204" pitchFamily="34" charset="-122"/>
                <a:ea typeface="微软雅黑" panose="020B0503020204020204" pitchFamily="34" charset="-122"/>
              </a:rPr>
              <a:t>文件</a:t>
            </a:r>
            <a:r>
              <a:rPr lang="en-US" altLang="zh-CN" sz="1600" dirty="0">
                <a:solidFill>
                  <a:srgbClr val="0070C0"/>
                </a:solidFill>
                <a:latin typeface="微软雅黑" panose="020B0503020204020204" pitchFamily="34" charset="-122"/>
                <a:ea typeface="微软雅黑" panose="020B0503020204020204" pitchFamily="34" charset="-122"/>
              </a:rPr>
              <a:t>,</a:t>
            </a:r>
            <a:r>
              <a:rPr lang="zh-CN" altLang="en-US" sz="1600" dirty="0">
                <a:solidFill>
                  <a:srgbClr val="0070C0"/>
                </a:solidFill>
                <a:latin typeface="微软雅黑" panose="020B0503020204020204" pitchFamily="34" charset="-122"/>
                <a:ea typeface="微软雅黑" panose="020B0503020204020204" pitchFamily="34" charset="-122"/>
              </a:rPr>
              <a:t>默认形式 </a:t>
            </a:r>
            <a:endParaRPr lang="en-US" altLang="zh-CN" sz="1600" dirty="0">
              <a:solidFill>
                <a:srgbClr val="0070C0"/>
              </a:solidFill>
              <a:latin typeface="微软雅黑" panose="020B0503020204020204" pitchFamily="34" charset="-122"/>
              <a:ea typeface="微软雅黑" panose="020B0503020204020204" pitchFamily="34" charset="-122"/>
            </a:endParaRPr>
          </a:p>
          <a:p>
            <a:pPr marL="285750" indent="-285750">
              <a:lnSpc>
                <a:spcPts val="2500"/>
              </a:lnSpc>
              <a:buFont typeface="Wingdings" panose="05000000000000000000" pitchFamily="2" charset="2"/>
              <a:buChar char="u"/>
            </a:pPr>
            <a:r>
              <a:rPr lang="en-US" altLang="zh-CN" sz="1600" dirty="0">
                <a:solidFill>
                  <a:srgbClr val="0070C0"/>
                </a:solidFill>
                <a:latin typeface="微软雅黑" panose="020B0503020204020204" pitchFamily="34" charset="-122"/>
                <a:ea typeface="微软雅黑" panose="020B0503020204020204" pitchFamily="34" charset="-122"/>
              </a:rPr>
              <a:t>Excel</a:t>
            </a:r>
            <a:r>
              <a:rPr lang="zh-CN" altLang="en-US" sz="1600" dirty="0">
                <a:solidFill>
                  <a:srgbClr val="0070C0"/>
                </a:solidFill>
                <a:latin typeface="微软雅黑" panose="020B0503020204020204" pitchFamily="34" charset="-122"/>
                <a:ea typeface="微软雅黑" panose="020B0503020204020204" pitchFamily="34" charset="-122"/>
              </a:rPr>
              <a:t>是电子表格，一种二进制格式，可以对数据进行操作，但不能用文本编辑器打开，而 </a:t>
            </a:r>
            <a:r>
              <a:rPr lang="en-US" altLang="zh-CN" sz="1600" dirty="0">
                <a:solidFill>
                  <a:srgbClr val="0070C0"/>
                </a:solidFill>
                <a:latin typeface="微软雅黑" panose="020B0503020204020204" pitchFamily="34" charset="-122"/>
                <a:ea typeface="微软雅黑" panose="020B0503020204020204" pitchFamily="34" charset="-122"/>
              </a:rPr>
              <a:t>Excel </a:t>
            </a:r>
            <a:r>
              <a:rPr lang="zh-CN" altLang="en-US" sz="1600" dirty="0">
                <a:solidFill>
                  <a:srgbClr val="0070C0"/>
                </a:solidFill>
                <a:latin typeface="微软雅黑" panose="020B0503020204020204" pitchFamily="34" charset="-122"/>
                <a:ea typeface="微软雅黑" panose="020B0503020204020204" pitchFamily="34" charset="-122"/>
              </a:rPr>
              <a:t>在导入数据时消耗的内存更多</a:t>
            </a:r>
          </a:p>
        </p:txBody>
      </p:sp>
      <p:graphicFrame>
        <p:nvGraphicFramePr>
          <p:cNvPr id="5" name="表格 4">
            <a:extLst>
              <a:ext uri="{FF2B5EF4-FFF2-40B4-BE49-F238E27FC236}">
                <a16:creationId xmlns:a16="http://schemas.microsoft.com/office/drawing/2014/main" id="{6AF1A227-B4E4-4896-AB1A-F520ADC5391D}"/>
              </a:ext>
            </a:extLst>
          </p:cNvPr>
          <p:cNvGraphicFramePr>
            <a:graphicFrameLocks noGrp="1"/>
          </p:cNvGraphicFramePr>
          <p:nvPr>
            <p:extLst>
              <p:ext uri="{D42A27DB-BD31-4B8C-83A1-F6EECF244321}">
                <p14:modId xmlns:p14="http://schemas.microsoft.com/office/powerpoint/2010/main" val="2969372011"/>
              </p:ext>
            </p:extLst>
          </p:nvPr>
        </p:nvGraphicFramePr>
        <p:xfrm>
          <a:off x="611559" y="1131590"/>
          <a:ext cx="8312076" cy="1782160"/>
        </p:xfrm>
        <a:graphic>
          <a:graphicData uri="http://schemas.openxmlformats.org/drawingml/2006/table">
            <a:tbl>
              <a:tblPr>
                <a:effectLst>
                  <a:outerShdw blurRad="63500" sx="102000" sy="102000" algn="ctr" rotWithShape="0">
                    <a:prstClr val="black">
                      <a:alpha val="40000"/>
                    </a:prstClr>
                  </a:outerShdw>
                </a:effectLst>
              </a:tblPr>
              <a:tblGrid>
                <a:gridCol w="1544613">
                  <a:extLst>
                    <a:ext uri="{9D8B030D-6E8A-4147-A177-3AD203B41FA5}">
                      <a16:colId xmlns:a16="http://schemas.microsoft.com/office/drawing/2014/main" val="4272550392"/>
                    </a:ext>
                  </a:extLst>
                </a:gridCol>
                <a:gridCol w="1516757">
                  <a:extLst>
                    <a:ext uri="{9D8B030D-6E8A-4147-A177-3AD203B41FA5}">
                      <a16:colId xmlns:a16="http://schemas.microsoft.com/office/drawing/2014/main" val="3163237844"/>
                    </a:ext>
                  </a:extLst>
                </a:gridCol>
                <a:gridCol w="2625353">
                  <a:extLst>
                    <a:ext uri="{9D8B030D-6E8A-4147-A177-3AD203B41FA5}">
                      <a16:colId xmlns:a16="http://schemas.microsoft.com/office/drawing/2014/main" val="859130979"/>
                    </a:ext>
                  </a:extLst>
                </a:gridCol>
                <a:gridCol w="2625353">
                  <a:extLst>
                    <a:ext uri="{9D8B030D-6E8A-4147-A177-3AD203B41FA5}">
                      <a16:colId xmlns:a16="http://schemas.microsoft.com/office/drawing/2014/main" val="1446252687"/>
                    </a:ext>
                  </a:extLst>
                </a:gridCol>
              </a:tblGrid>
              <a:tr h="356432">
                <a:tc>
                  <a:txBody>
                    <a:bodyPr/>
                    <a:lstStyle/>
                    <a:p>
                      <a:pPr algn="l"/>
                      <a:r>
                        <a:rPr lang="zh-CN" altLang="en-US" sz="1400" b="1" dirty="0">
                          <a:solidFill>
                            <a:schemeClr val="bg1"/>
                          </a:solidFill>
                          <a:effectLst/>
                          <a:latin typeface="微软雅黑" panose="020B0503020204020204" pitchFamily="34" charset="-122"/>
                          <a:ea typeface="微软雅黑" panose="020B0503020204020204" pitchFamily="34" charset="-122"/>
                        </a:rPr>
                        <a:t>导入和导出</a:t>
                      </a:r>
                    </a:p>
                  </a:txBody>
                  <a:tcPr anchor="ctr">
                    <a:lnL w="5443" cap="flat" cmpd="sng" algn="ctr">
                      <a:solidFill>
                        <a:srgbClr val="DFE2E5"/>
                      </a:solidFill>
                      <a:prstDash val="solid"/>
                      <a:round/>
                      <a:headEnd type="none" w="med" len="med"/>
                      <a:tailEnd type="none" w="med" len="med"/>
                    </a:lnL>
                    <a:lnR w="5443" cap="flat" cmpd="sng" algn="ctr">
                      <a:solidFill>
                        <a:srgbClr val="DFE2E5"/>
                      </a:solidFill>
                      <a:prstDash val="solid"/>
                      <a:round/>
                      <a:headEnd type="none" w="med" len="med"/>
                      <a:tailEnd type="none" w="med" len="med"/>
                    </a:lnR>
                    <a:lnT w="5443" cap="flat" cmpd="sng" algn="ctr">
                      <a:solidFill>
                        <a:srgbClr val="DFE2E5"/>
                      </a:solidFill>
                      <a:prstDash val="solid"/>
                      <a:round/>
                      <a:headEnd type="none" w="med" len="med"/>
                      <a:tailEnd type="none" w="med" len="med"/>
                    </a:lnT>
                    <a:lnB w="5443" cap="flat" cmpd="sng" algn="ctr">
                      <a:solidFill>
                        <a:srgbClr val="DFE2E5"/>
                      </a:solidFill>
                      <a:prstDash val="solid"/>
                      <a:round/>
                      <a:headEnd type="none" w="med" len="med"/>
                      <a:tailEnd type="none" w="med" len="med"/>
                    </a:lnB>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path path="circle">
                        <a:fillToRect l="100000" t="100000"/>
                      </a:path>
                      <a:tileRect r="-100000" b="-100000"/>
                    </a:gradFill>
                  </a:tcPr>
                </a:tc>
                <a:tc>
                  <a:txBody>
                    <a:bodyPr/>
                    <a:lstStyle/>
                    <a:p>
                      <a:pPr algn="l"/>
                      <a:r>
                        <a:rPr lang="zh-CN" altLang="en-US" sz="1400" b="1" dirty="0">
                          <a:solidFill>
                            <a:schemeClr val="bg1"/>
                          </a:solidFill>
                          <a:effectLst/>
                          <a:latin typeface="微软雅黑" panose="020B0503020204020204" pitchFamily="34" charset="-122"/>
                          <a:ea typeface="微软雅黑" panose="020B0503020204020204" pitchFamily="34" charset="-122"/>
                        </a:rPr>
                        <a:t>函数库</a:t>
                      </a:r>
                    </a:p>
                  </a:txBody>
                  <a:tcPr anchor="ctr">
                    <a:lnL w="5443" cap="flat" cmpd="sng" algn="ctr">
                      <a:solidFill>
                        <a:srgbClr val="DFE2E5"/>
                      </a:solidFill>
                      <a:prstDash val="solid"/>
                      <a:round/>
                      <a:headEnd type="none" w="med" len="med"/>
                      <a:tailEnd type="none" w="med" len="med"/>
                    </a:lnL>
                    <a:lnR w="5443" cap="flat" cmpd="sng" algn="ctr">
                      <a:solidFill>
                        <a:srgbClr val="DFE2E5"/>
                      </a:solidFill>
                      <a:prstDash val="solid"/>
                      <a:round/>
                      <a:headEnd type="none" w="med" len="med"/>
                      <a:tailEnd type="none" w="med" len="med"/>
                    </a:lnR>
                    <a:lnT w="5443" cap="flat" cmpd="sng" algn="ctr">
                      <a:solidFill>
                        <a:srgbClr val="DFE2E5"/>
                      </a:solidFill>
                      <a:prstDash val="solid"/>
                      <a:round/>
                      <a:headEnd type="none" w="med" len="med"/>
                      <a:tailEnd type="none" w="med" len="med"/>
                    </a:lnT>
                    <a:lnB w="5443" cap="flat" cmpd="sng" algn="ctr">
                      <a:solidFill>
                        <a:srgbClr val="DFE2E5"/>
                      </a:solidFill>
                      <a:prstDash val="solid"/>
                      <a:round/>
                      <a:headEnd type="none" w="med" len="med"/>
                      <a:tailEnd type="none" w="med" len="med"/>
                    </a:lnB>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path path="circle">
                        <a:fillToRect l="100000" t="100000"/>
                      </a:path>
                      <a:tileRect r="-100000" b="-100000"/>
                    </a:gradFill>
                  </a:tcPr>
                </a:tc>
                <a:tc>
                  <a:txBody>
                    <a:bodyPr/>
                    <a:lstStyle/>
                    <a:p>
                      <a:pPr algn="l"/>
                      <a:r>
                        <a:rPr lang="zh-CN" altLang="en-US" sz="1400" b="1" dirty="0">
                          <a:solidFill>
                            <a:schemeClr val="bg1"/>
                          </a:solidFill>
                          <a:effectLst/>
                          <a:latin typeface="微软雅黑" panose="020B0503020204020204" pitchFamily="34" charset="-122"/>
                          <a:ea typeface="微软雅黑" panose="020B0503020204020204" pitchFamily="34" charset="-122"/>
                        </a:rPr>
                        <a:t>简介函</a:t>
                      </a:r>
                    </a:p>
                  </a:txBody>
                  <a:tcPr anchor="ctr">
                    <a:lnL w="5443" cap="flat" cmpd="sng" algn="ctr">
                      <a:solidFill>
                        <a:srgbClr val="DFE2E5"/>
                      </a:solidFill>
                      <a:prstDash val="solid"/>
                      <a:round/>
                      <a:headEnd type="none" w="med" len="med"/>
                      <a:tailEnd type="none" w="med" len="med"/>
                    </a:lnL>
                    <a:lnR w="5443" cap="flat" cmpd="sng" algn="ctr">
                      <a:solidFill>
                        <a:srgbClr val="DFE2E5"/>
                      </a:solidFill>
                      <a:prstDash val="solid"/>
                      <a:round/>
                      <a:headEnd type="none" w="med" len="med"/>
                      <a:tailEnd type="none" w="med" len="med"/>
                    </a:lnR>
                    <a:lnT w="5443" cap="flat" cmpd="sng" algn="ctr">
                      <a:solidFill>
                        <a:srgbClr val="DFE2E5"/>
                      </a:solidFill>
                      <a:prstDash val="solid"/>
                      <a:round/>
                      <a:headEnd type="none" w="med" len="med"/>
                      <a:tailEnd type="none" w="med" len="med"/>
                    </a:lnT>
                    <a:lnB w="5443" cap="flat" cmpd="sng" algn="ctr">
                      <a:solidFill>
                        <a:srgbClr val="DFE2E5"/>
                      </a:solidFill>
                      <a:prstDash val="solid"/>
                      <a:round/>
                      <a:headEnd type="none" w="med" len="med"/>
                      <a:tailEnd type="none" w="med" len="med"/>
                    </a:lnB>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path path="circle">
                        <a:fillToRect l="100000" t="100000"/>
                      </a:path>
                      <a:tileRect r="-100000" b="-100000"/>
                    </a:gradFill>
                  </a:tcPr>
                </a:tc>
                <a:tc>
                  <a:txBody>
                    <a:bodyPr/>
                    <a:lstStyle/>
                    <a:p>
                      <a:pPr algn="l"/>
                      <a:r>
                        <a:rPr lang="zh-CN" altLang="en-US" sz="1400" b="1" dirty="0">
                          <a:solidFill>
                            <a:schemeClr val="bg1"/>
                          </a:solidFill>
                          <a:effectLst/>
                          <a:latin typeface="微软雅黑" panose="020B0503020204020204" pitchFamily="34" charset="-122"/>
                          <a:ea typeface="微软雅黑" panose="020B0503020204020204" pitchFamily="34" charset="-122"/>
                        </a:rPr>
                        <a:t>函数调用格式</a:t>
                      </a:r>
                    </a:p>
                  </a:txBody>
                  <a:tcPr anchor="ctr">
                    <a:lnL w="5443" cap="flat" cmpd="sng" algn="ctr">
                      <a:solidFill>
                        <a:srgbClr val="DFE2E5"/>
                      </a:solidFill>
                      <a:prstDash val="solid"/>
                      <a:round/>
                      <a:headEnd type="none" w="med" len="med"/>
                      <a:tailEnd type="none" w="med" len="med"/>
                    </a:lnL>
                    <a:lnR w="5443" cap="flat" cmpd="sng" algn="ctr">
                      <a:solidFill>
                        <a:srgbClr val="DFE2E5"/>
                      </a:solidFill>
                      <a:prstDash val="solid"/>
                      <a:round/>
                      <a:headEnd type="none" w="med" len="med"/>
                      <a:tailEnd type="none" w="med" len="med"/>
                    </a:lnR>
                    <a:lnT w="5443" cap="flat" cmpd="sng" algn="ctr">
                      <a:solidFill>
                        <a:srgbClr val="DFE2E5"/>
                      </a:solidFill>
                      <a:prstDash val="solid"/>
                      <a:round/>
                      <a:headEnd type="none" w="med" len="med"/>
                      <a:tailEnd type="none" w="med" len="med"/>
                    </a:lnT>
                    <a:lnB w="5443" cap="flat" cmpd="sng" algn="ctr">
                      <a:solidFill>
                        <a:srgbClr val="DFE2E5"/>
                      </a:solidFill>
                      <a:prstDash val="solid"/>
                      <a:round/>
                      <a:headEnd type="none" w="med" len="med"/>
                      <a:tailEnd type="none" w="med" len="med"/>
                    </a:lnB>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path path="circle">
                        <a:fillToRect l="100000" t="100000"/>
                      </a:path>
                      <a:tileRect r="-100000" b="-100000"/>
                    </a:gradFill>
                  </a:tcPr>
                </a:tc>
                <a:extLst>
                  <a:ext uri="{0D108BD9-81ED-4DB2-BD59-A6C34878D82A}">
                    <a16:rowId xmlns:a16="http://schemas.microsoft.com/office/drawing/2014/main" val="337728226"/>
                  </a:ext>
                </a:extLst>
              </a:tr>
              <a:tr h="356432">
                <a:tc>
                  <a:txBody>
                    <a:bodyPr/>
                    <a:lstStyle/>
                    <a:p>
                      <a:pPr algn="l"/>
                      <a:r>
                        <a:rPr lang="en-US" sz="1400" b="1" u="none" strike="noStrike" dirty="0" err="1">
                          <a:solidFill>
                            <a:schemeClr val="bg1"/>
                          </a:solidFill>
                          <a:effectLst/>
                          <a:hlinkClick r:id="rId2" action="ppaction://hlinkfile">
                            <a:extLst>
                              <a:ext uri="{A12FA001-AC4F-418D-AE19-62706E023703}">
                                <ahyp:hlinkClr xmlns:ahyp="http://schemas.microsoft.com/office/drawing/2018/hyperlinkcolor" val="tx"/>
                              </a:ext>
                            </a:extLst>
                          </a:hlinkClick>
                        </a:rPr>
                        <a:t>readtable</a:t>
                      </a:r>
                      <a:endParaRPr lang="en-US" sz="1400" b="1" dirty="0">
                        <a:solidFill>
                          <a:schemeClr val="bg1"/>
                        </a:solidFill>
                        <a:effectLst/>
                      </a:endParaRPr>
                    </a:p>
                  </a:txBody>
                  <a:tcPr anchor="ctr">
                    <a:lnL w="5443" cap="flat" cmpd="sng" algn="ctr">
                      <a:solidFill>
                        <a:srgbClr val="DFE2E5"/>
                      </a:solidFill>
                      <a:prstDash val="solid"/>
                      <a:round/>
                      <a:headEnd type="none" w="med" len="med"/>
                      <a:tailEnd type="none" w="med" len="med"/>
                    </a:lnL>
                    <a:lnR w="5443" cap="flat" cmpd="sng" algn="ctr">
                      <a:solidFill>
                        <a:srgbClr val="DFE2E5"/>
                      </a:solidFill>
                      <a:prstDash val="solid"/>
                      <a:round/>
                      <a:headEnd type="none" w="med" len="med"/>
                      <a:tailEnd type="none" w="med" len="med"/>
                    </a:lnR>
                    <a:lnT w="5443" cap="flat" cmpd="sng" algn="ctr">
                      <a:solidFill>
                        <a:srgbClr val="DFE2E5"/>
                      </a:solidFill>
                      <a:prstDash val="solid"/>
                      <a:round/>
                      <a:headEnd type="none" w="med" len="med"/>
                      <a:tailEnd type="none" w="med" len="med"/>
                    </a:lnT>
                    <a:lnB w="5443" cap="flat" cmpd="sng" algn="ctr">
                      <a:solidFill>
                        <a:srgbClr val="DFE2E5"/>
                      </a:solidFill>
                      <a:prstDash val="solid"/>
                      <a:round/>
                      <a:headEnd type="none" w="med" len="med"/>
                      <a:tailEnd type="none" w="med" len="med"/>
                    </a:lnB>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path path="circle">
                        <a:fillToRect l="100000" t="100000"/>
                      </a:path>
                      <a:tileRect r="-100000" b="-100000"/>
                    </a:gradFill>
                  </a:tcPr>
                </a:tc>
                <a:tc>
                  <a:txBody>
                    <a:bodyPr/>
                    <a:lstStyle/>
                    <a:p>
                      <a:pPr algn="l"/>
                      <a:r>
                        <a:rPr lang="en-US" altLang="zh-CN" sz="1400" b="1" i="0" dirty="0" err="1">
                          <a:solidFill>
                            <a:schemeClr val="bg1"/>
                          </a:solidFill>
                          <a:effectLst/>
                          <a:latin typeface="Microsoft YaHei" panose="020B0503020204020204" pitchFamily="34" charset="-122"/>
                          <a:ea typeface="Microsoft YaHei" panose="020B0503020204020204" pitchFamily="34" charset="-122"/>
                        </a:rPr>
                        <a:t>TyBase</a:t>
                      </a:r>
                      <a:endParaRPr lang="en-US" sz="1400" b="1" dirty="0">
                        <a:solidFill>
                          <a:schemeClr val="bg1"/>
                        </a:solidFill>
                        <a:effectLst/>
                      </a:endParaRPr>
                    </a:p>
                  </a:txBody>
                  <a:tcPr anchor="ctr">
                    <a:lnL w="5443" cap="flat" cmpd="sng" algn="ctr">
                      <a:solidFill>
                        <a:srgbClr val="DFE2E5"/>
                      </a:solidFill>
                      <a:prstDash val="solid"/>
                      <a:round/>
                      <a:headEnd type="none" w="med" len="med"/>
                      <a:tailEnd type="none" w="med" len="med"/>
                    </a:lnL>
                    <a:lnR w="5443" cap="flat" cmpd="sng" algn="ctr">
                      <a:solidFill>
                        <a:srgbClr val="DFE2E5"/>
                      </a:solidFill>
                      <a:prstDash val="solid"/>
                      <a:round/>
                      <a:headEnd type="none" w="med" len="med"/>
                      <a:tailEnd type="none" w="med" len="med"/>
                    </a:lnR>
                    <a:lnT w="5443" cap="flat" cmpd="sng" algn="ctr">
                      <a:solidFill>
                        <a:srgbClr val="DFE2E5"/>
                      </a:solidFill>
                      <a:prstDash val="solid"/>
                      <a:round/>
                      <a:headEnd type="none" w="med" len="med"/>
                      <a:tailEnd type="none" w="med" len="med"/>
                    </a:lnT>
                    <a:lnB w="5443" cap="flat" cmpd="sng" algn="ctr">
                      <a:solidFill>
                        <a:srgbClr val="DFE2E5"/>
                      </a:solidFill>
                      <a:prstDash val="solid"/>
                      <a:round/>
                      <a:headEnd type="none" w="med" len="med"/>
                      <a:tailEnd type="none" w="med" len="med"/>
                    </a:lnB>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path path="circle">
                        <a:fillToRect l="100000" t="100000"/>
                      </a:path>
                      <a:tileRect r="-100000" b="-100000"/>
                    </a:gradFill>
                  </a:tcPr>
                </a:tc>
                <a:tc>
                  <a:txBody>
                    <a:bodyPr/>
                    <a:lstStyle/>
                    <a:p>
                      <a:pPr algn="l"/>
                      <a:r>
                        <a:rPr lang="zh-CN" altLang="en-US" sz="1400" b="1" dirty="0">
                          <a:solidFill>
                            <a:schemeClr val="bg1"/>
                          </a:solidFill>
                          <a:effectLst/>
                        </a:rPr>
                        <a:t>基于文件创建表</a:t>
                      </a:r>
                    </a:p>
                  </a:txBody>
                  <a:tcPr anchor="ctr">
                    <a:lnL w="5443" cap="flat" cmpd="sng" algn="ctr">
                      <a:solidFill>
                        <a:srgbClr val="DFE2E5"/>
                      </a:solidFill>
                      <a:prstDash val="solid"/>
                      <a:round/>
                      <a:headEnd type="none" w="med" len="med"/>
                      <a:tailEnd type="none" w="med" len="med"/>
                    </a:lnL>
                    <a:lnR w="5443" cap="flat" cmpd="sng" algn="ctr">
                      <a:solidFill>
                        <a:srgbClr val="DFE2E5"/>
                      </a:solidFill>
                      <a:prstDash val="solid"/>
                      <a:round/>
                      <a:headEnd type="none" w="med" len="med"/>
                      <a:tailEnd type="none" w="med" len="med"/>
                    </a:lnR>
                    <a:lnT w="5443" cap="flat" cmpd="sng" algn="ctr">
                      <a:solidFill>
                        <a:srgbClr val="DFE2E5"/>
                      </a:solidFill>
                      <a:prstDash val="solid"/>
                      <a:round/>
                      <a:headEnd type="none" w="med" len="med"/>
                      <a:tailEnd type="none" w="med" len="med"/>
                    </a:lnT>
                    <a:lnB w="5443" cap="flat" cmpd="sng" algn="ctr">
                      <a:solidFill>
                        <a:srgbClr val="DFE2E5"/>
                      </a:solidFill>
                      <a:prstDash val="solid"/>
                      <a:round/>
                      <a:headEnd type="none" w="med" len="med"/>
                      <a:tailEnd type="none" w="med" len="med"/>
                    </a:lnB>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path path="circle">
                        <a:fillToRect l="100000" t="100000"/>
                      </a:path>
                      <a:tileRect r="-100000" b="-100000"/>
                    </a:gradFill>
                  </a:tcPr>
                </a:tc>
                <a:tc>
                  <a:txBody>
                    <a:bodyPr/>
                    <a:lstStyle/>
                    <a:p>
                      <a:pPr algn="l"/>
                      <a:endParaRPr lang="zh-CN" altLang="en-US" sz="1400" b="1" dirty="0">
                        <a:solidFill>
                          <a:schemeClr val="bg1"/>
                        </a:solidFill>
                        <a:effectLst/>
                      </a:endParaRPr>
                    </a:p>
                  </a:txBody>
                  <a:tcPr anchor="ctr">
                    <a:lnL w="5443" cap="flat" cmpd="sng" algn="ctr">
                      <a:solidFill>
                        <a:srgbClr val="DFE2E5"/>
                      </a:solidFill>
                      <a:prstDash val="solid"/>
                      <a:round/>
                      <a:headEnd type="none" w="med" len="med"/>
                      <a:tailEnd type="none" w="med" len="med"/>
                    </a:lnL>
                    <a:lnR w="5443" cap="flat" cmpd="sng" algn="ctr">
                      <a:solidFill>
                        <a:srgbClr val="DFE2E5"/>
                      </a:solidFill>
                      <a:prstDash val="solid"/>
                      <a:round/>
                      <a:headEnd type="none" w="med" len="med"/>
                      <a:tailEnd type="none" w="med" len="med"/>
                    </a:lnR>
                    <a:lnT w="5443" cap="flat" cmpd="sng" algn="ctr">
                      <a:solidFill>
                        <a:srgbClr val="DFE2E5"/>
                      </a:solidFill>
                      <a:prstDash val="solid"/>
                      <a:round/>
                      <a:headEnd type="none" w="med" len="med"/>
                      <a:tailEnd type="none" w="med" len="med"/>
                    </a:lnT>
                    <a:lnB w="5443" cap="flat" cmpd="sng" algn="ctr">
                      <a:solidFill>
                        <a:srgbClr val="DFE2E5"/>
                      </a:solidFill>
                      <a:prstDash val="solid"/>
                      <a:round/>
                      <a:headEnd type="none" w="med" len="med"/>
                      <a:tailEnd type="none" w="med" len="med"/>
                    </a:lnB>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path path="circle">
                        <a:fillToRect l="100000" t="100000"/>
                      </a:path>
                      <a:tileRect r="-100000" b="-100000"/>
                    </a:gradFill>
                  </a:tcPr>
                </a:tc>
                <a:extLst>
                  <a:ext uri="{0D108BD9-81ED-4DB2-BD59-A6C34878D82A}">
                    <a16:rowId xmlns:a16="http://schemas.microsoft.com/office/drawing/2014/main" val="2198284784"/>
                  </a:ext>
                </a:extLst>
              </a:tr>
              <a:tr h="356432">
                <a:tc>
                  <a:txBody>
                    <a:bodyPr/>
                    <a:lstStyle/>
                    <a:p>
                      <a:pPr marL="0" algn="l" defTabSz="914400" rtl="0" eaLnBrk="1" latinLnBrk="0" hangingPunct="1"/>
                      <a:r>
                        <a:rPr lang="zh-CN" altLang="en-US" sz="1400" b="1" i="0" kern="1200" dirty="0">
                          <a:solidFill>
                            <a:schemeClr val="bg1"/>
                          </a:solidFill>
                          <a:effectLst/>
                          <a:latin typeface="Microsoft YaHei" panose="020B0503020204020204" pitchFamily="34" charset="-122"/>
                          <a:ea typeface="Microsoft YaHei" panose="020B0503020204020204" pitchFamily="34" charset="-122"/>
                          <a:cs typeface="+mn-cs"/>
                        </a:rPr>
                        <a:t>DataFrames</a:t>
                      </a:r>
                      <a:endParaRPr lang="en-US" sz="1400" b="1" i="0" kern="1200" dirty="0">
                        <a:solidFill>
                          <a:schemeClr val="bg1"/>
                        </a:solidFill>
                        <a:effectLst/>
                        <a:latin typeface="Microsoft YaHei" panose="020B0503020204020204" pitchFamily="34" charset="-122"/>
                        <a:ea typeface="Microsoft YaHei" panose="020B0503020204020204" pitchFamily="34" charset="-122"/>
                        <a:cs typeface="+mn-cs"/>
                      </a:endParaRPr>
                    </a:p>
                  </a:txBody>
                  <a:tcPr anchor="ctr">
                    <a:lnL w="5443" cap="flat" cmpd="sng" algn="ctr">
                      <a:solidFill>
                        <a:srgbClr val="DFE2E5"/>
                      </a:solidFill>
                      <a:prstDash val="solid"/>
                      <a:round/>
                      <a:headEnd type="none" w="med" len="med"/>
                      <a:tailEnd type="none" w="med" len="med"/>
                    </a:lnL>
                    <a:lnR w="5443" cap="flat" cmpd="sng" algn="ctr">
                      <a:solidFill>
                        <a:srgbClr val="DFE2E5"/>
                      </a:solidFill>
                      <a:prstDash val="solid"/>
                      <a:round/>
                      <a:headEnd type="none" w="med" len="med"/>
                      <a:tailEnd type="none" w="med" len="med"/>
                    </a:lnR>
                    <a:lnT w="5443" cap="flat" cmpd="sng" algn="ctr">
                      <a:solidFill>
                        <a:srgbClr val="DFE2E5"/>
                      </a:solidFill>
                      <a:prstDash val="solid"/>
                      <a:round/>
                      <a:headEnd type="none" w="med" len="med"/>
                      <a:tailEnd type="none" w="med" len="med"/>
                    </a:lnT>
                    <a:lnB w="5443" cap="flat" cmpd="sng" algn="ctr">
                      <a:solidFill>
                        <a:srgbClr val="DFE2E5"/>
                      </a:solidFill>
                      <a:prstDash val="solid"/>
                      <a:round/>
                      <a:headEnd type="none" w="med" len="med"/>
                      <a:tailEnd type="none" w="med" len="med"/>
                    </a:lnB>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path path="circle">
                        <a:fillToRect l="100000" t="100000"/>
                      </a:path>
                      <a:tileRect r="-100000" b="-100000"/>
                    </a:gradFill>
                  </a:tcPr>
                </a:tc>
                <a:tc>
                  <a:txBody>
                    <a:bodyPr/>
                    <a:lstStyle/>
                    <a:p>
                      <a:pPr marL="0" algn="l" defTabSz="914400" rtl="0" eaLnBrk="1" latinLnBrk="0" hangingPunct="1"/>
                      <a:r>
                        <a:rPr lang="en-US" altLang="zh-CN" sz="1400" b="1" i="0" kern="1200" dirty="0" err="1">
                          <a:solidFill>
                            <a:schemeClr val="bg1"/>
                          </a:solidFill>
                          <a:effectLst/>
                          <a:latin typeface="Microsoft YaHei" panose="020B0503020204020204" pitchFamily="34" charset="-122"/>
                          <a:ea typeface="Microsoft YaHei" panose="020B0503020204020204" pitchFamily="34" charset="-122"/>
                          <a:cs typeface="+mn-cs"/>
                        </a:rPr>
                        <a:t>TyBase</a:t>
                      </a:r>
                      <a:endParaRPr lang="en-US" altLang="zh-CN" sz="1400" b="1" i="0" kern="1200" dirty="0">
                        <a:solidFill>
                          <a:schemeClr val="bg1"/>
                        </a:solidFill>
                        <a:effectLst/>
                        <a:latin typeface="Microsoft YaHei" panose="020B0503020204020204" pitchFamily="34" charset="-122"/>
                        <a:ea typeface="Microsoft YaHei" panose="020B0503020204020204" pitchFamily="34" charset="-122"/>
                        <a:cs typeface="+mn-cs"/>
                      </a:endParaRPr>
                    </a:p>
                  </a:txBody>
                  <a:tcPr anchor="ctr">
                    <a:lnL w="5443" cap="flat" cmpd="sng" algn="ctr">
                      <a:solidFill>
                        <a:srgbClr val="DFE2E5"/>
                      </a:solidFill>
                      <a:prstDash val="solid"/>
                      <a:round/>
                      <a:headEnd type="none" w="med" len="med"/>
                      <a:tailEnd type="none" w="med" len="med"/>
                    </a:lnL>
                    <a:lnR w="5443" cap="flat" cmpd="sng" algn="ctr">
                      <a:solidFill>
                        <a:srgbClr val="DFE2E5"/>
                      </a:solidFill>
                      <a:prstDash val="solid"/>
                      <a:round/>
                      <a:headEnd type="none" w="med" len="med"/>
                      <a:tailEnd type="none" w="med" len="med"/>
                    </a:lnR>
                    <a:lnT w="5443" cap="flat" cmpd="sng" algn="ctr">
                      <a:solidFill>
                        <a:srgbClr val="DFE2E5"/>
                      </a:solidFill>
                      <a:prstDash val="solid"/>
                      <a:round/>
                      <a:headEnd type="none" w="med" len="med"/>
                      <a:tailEnd type="none" w="med" len="med"/>
                    </a:lnT>
                    <a:lnB w="5443" cap="flat" cmpd="sng" algn="ctr">
                      <a:solidFill>
                        <a:srgbClr val="DFE2E5"/>
                      </a:solidFill>
                      <a:prstDash val="solid"/>
                      <a:round/>
                      <a:headEnd type="none" w="med" len="med"/>
                      <a:tailEnd type="none" w="med" len="med"/>
                    </a:lnB>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path path="circle">
                        <a:fillToRect l="100000" t="100000"/>
                      </a:path>
                      <a:tileRect r="-100000" b="-100000"/>
                    </a:gradFill>
                  </a:tcPr>
                </a:tc>
                <a:tc>
                  <a:txBody>
                    <a:bodyPr/>
                    <a:lstStyle/>
                    <a:p>
                      <a:pPr algn="l"/>
                      <a:r>
                        <a:rPr lang="zh-CN" altLang="en-US" sz="1400" b="1" dirty="0">
                          <a:solidFill>
                            <a:schemeClr val="bg1"/>
                          </a:solidFill>
                          <a:effectLst/>
                        </a:rPr>
                        <a:t>构造与表格数据框架</a:t>
                      </a:r>
                    </a:p>
                  </a:txBody>
                  <a:tcPr anchor="ctr">
                    <a:lnL w="5443" cap="flat" cmpd="sng" algn="ctr">
                      <a:solidFill>
                        <a:srgbClr val="DFE2E5"/>
                      </a:solidFill>
                      <a:prstDash val="solid"/>
                      <a:round/>
                      <a:headEnd type="none" w="med" len="med"/>
                      <a:tailEnd type="none" w="med" len="med"/>
                    </a:lnL>
                    <a:lnR w="5443" cap="flat" cmpd="sng" algn="ctr">
                      <a:solidFill>
                        <a:srgbClr val="DFE2E5"/>
                      </a:solidFill>
                      <a:prstDash val="solid"/>
                      <a:round/>
                      <a:headEnd type="none" w="med" len="med"/>
                      <a:tailEnd type="none" w="med" len="med"/>
                    </a:lnR>
                    <a:lnT w="5443" cap="flat" cmpd="sng" algn="ctr">
                      <a:solidFill>
                        <a:srgbClr val="DFE2E5"/>
                      </a:solidFill>
                      <a:prstDash val="solid"/>
                      <a:round/>
                      <a:headEnd type="none" w="med" len="med"/>
                      <a:tailEnd type="none" w="med" len="med"/>
                    </a:lnT>
                    <a:lnB w="5443" cap="flat" cmpd="sng" algn="ctr">
                      <a:solidFill>
                        <a:srgbClr val="DFE2E5"/>
                      </a:solidFill>
                      <a:prstDash val="solid"/>
                      <a:round/>
                      <a:headEnd type="none" w="med" len="med"/>
                      <a:tailEnd type="none" w="med" len="med"/>
                    </a:lnB>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path path="circle">
                        <a:fillToRect l="100000" t="100000"/>
                      </a:path>
                      <a:tileRect r="-100000" b="-100000"/>
                    </a:gradFill>
                  </a:tcPr>
                </a:tc>
                <a:tc>
                  <a:txBody>
                    <a:bodyPr/>
                    <a:lstStyle/>
                    <a:p>
                      <a:pPr algn="l"/>
                      <a:endParaRPr lang="zh-CN" altLang="en-US" sz="1400" b="1" dirty="0">
                        <a:solidFill>
                          <a:schemeClr val="bg1"/>
                        </a:solidFill>
                        <a:effectLst/>
                      </a:endParaRPr>
                    </a:p>
                  </a:txBody>
                  <a:tcPr anchor="ctr">
                    <a:lnL w="5443" cap="flat" cmpd="sng" algn="ctr">
                      <a:solidFill>
                        <a:srgbClr val="DFE2E5"/>
                      </a:solidFill>
                      <a:prstDash val="solid"/>
                      <a:round/>
                      <a:headEnd type="none" w="med" len="med"/>
                      <a:tailEnd type="none" w="med" len="med"/>
                    </a:lnL>
                    <a:lnR w="5443" cap="flat" cmpd="sng" algn="ctr">
                      <a:solidFill>
                        <a:srgbClr val="DFE2E5"/>
                      </a:solidFill>
                      <a:prstDash val="solid"/>
                      <a:round/>
                      <a:headEnd type="none" w="med" len="med"/>
                      <a:tailEnd type="none" w="med" len="med"/>
                    </a:lnR>
                    <a:lnT w="5443" cap="flat" cmpd="sng" algn="ctr">
                      <a:solidFill>
                        <a:srgbClr val="DFE2E5"/>
                      </a:solidFill>
                      <a:prstDash val="solid"/>
                      <a:round/>
                      <a:headEnd type="none" w="med" len="med"/>
                      <a:tailEnd type="none" w="med" len="med"/>
                    </a:lnT>
                    <a:lnB w="5443" cap="flat" cmpd="sng" algn="ctr">
                      <a:solidFill>
                        <a:srgbClr val="DFE2E5"/>
                      </a:solidFill>
                      <a:prstDash val="solid"/>
                      <a:round/>
                      <a:headEnd type="none" w="med" len="med"/>
                      <a:tailEnd type="none" w="med" len="med"/>
                    </a:lnB>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path path="circle">
                        <a:fillToRect l="100000" t="100000"/>
                      </a:path>
                      <a:tileRect r="-100000" b="-100000"/>
                    </a:gradFill>
                  </a:tcPr>
                </a:tc>
                <a:extLst>
                  <a:ext uri="{0D108BD9-81ED-4DB2-BD59-A6C34878D82A}">
                    <a16:rowId xmlns:a16="http://schemas.microsoft.com/office/drawing/2014/main" val="2731979505"/>
                  </a:ext>
                </a:extLst>
              </a:tr>
              <a:tr h="356432">
                <a:tc>
                  <a:txBody>
                    <a:bodyPr/>
                    <a:lstStyle/>
                    <a:p>
                      <a:pPr marL="0" algn="l" defTabSz="914400" rtl="0" eaLnBrk="1" latinLnBrk="0" hangingPunct="1"/>
                      <a:r>
                        <a:rPr lang="en-US" sz="1400" b="1" kern="1200" dirty="0" err="1">
                          <a:solidFill>
                            <a:schemeClr val="bg1"/>
                          </a:solidFill>
                          <a:effectLst/>
                          <a:latin typeface="微软雅黑" panose="020B0503020204020204" pitchFamily="34" charset="-122"/>
                          <a:ea typeface="微软雅黑" panose="020B0503020204020204" pitchFamily="34" charset="-122"/>
                          <a:cs typeface="+mn-cs"/>
                          <a:hlinkClick r:id="rId3" action="ppaction://hlinkfile">
                            <a:extLst>
                              <a:ext uri="{A12FA001-AC4F-418D-AE19-62706E023703}">
                                <ahyp:hlinkClr xmlns:ahyp="http://schemas.microsoft.com/office/drawing/2018/hyperlinkcolor" val="tx"/>
                              </a:ext>
                            </a:extLst>
                          </a:hlinkClick>
                        </a:rPr>
                        <a:t>CSV.read</a:t>
                      </a:r>
                      <a:endParaRPr lang="en-US" sz="1400" b="1" kern="1200" dirty="0">
                        <a:solidFill>
                          <a:schemeClr val="bg1"/>
                        </a:solidFill>
                        <a:effectLst/>
                        <a:latin typeface="微软雅黑" panose="020B0503020204020204" pitchFamily="34" charset="-122"/>
                        <a:ea typeface="微软雅黑" panose="020B0503020204020204" pitchFamily="34" charset="-122"/>
                        <a:cs typeface="+mn-cs"/>
                      </a:endParaRPr>
                    </a:p>
                  </a:txBody>
                  <a:tcPr anchor="ctr">
                    <a:lnL w="5443" cap="flat" cmpd="sng" algn="ctr">
                      <a:solidFill>
                        <a:srgbClr val="DFE2E5"/>
                      </a:solidFill>
                      <a:prstDash val="solid"/>
                      <a:round/>
                      <a:headEnd type="none" w="med" len="med"/>
                      <a:tailEnd type="none" w="med" len="med"/>
                    </a:lnL>
                    <a:lnR w="5443" cap="flat" cmpd="sng" algn="ctr">
                      <a:solidFill>
                        <a:srgbClr val="DFE2E5"/>
                      </a:solidFill>
                      <a:prstDash val="solid"/>
                      <a:round/>
                      <a:headEnd type="none" w="med" len="med"/>
                      <a:tailEnd type="none" w="med" len="med"/>
                    </a:lnR>
                    <a:lnT w="5443" cap="flat" cmpd="sng" algn="ctr">
                      <a:solidFill>
                        <a:srgbClr val="DFE2E5"/>
                      </a:solidFill>
                      <a:prstDash val="solid"/>
                      <a:round/>
                      <a:headEnd type="none" w="med" len="med"/>
                      <a:tailEnd type="none" w="med" len="med"/>
                    </a:lnT>
                    <a:lnB w="5443" cap="flat" cmpd="sng" algn="ctr">
                      <a:solidFill>
                        <a:srgbClr val="DFE2E5"/>
                      </a:solidFill>
                      <a:prstDash val="solid"/>
                      <a:round/>
                      <a:headEnd type="none" w="med" len="med"/>
                      <a:tailEnd type="none" w="med" len="med"/>
                    </a:lnB>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path path="circle">
                        <a:fillToRect l="100000" t="100000"/>
                      </a:path>
                      <a:tileRect r="-100000" b="-100000"/>
                    </a:gradFill>
                  </a:tcPr>
                </a:tc>
                <a:tc>
                  <a:txBody>
                    <a:bodyPr/>
                    <a:lstStyle/>
                    <a:p>
                      <a:pPr marL="0" algn="l" defTabSz="914400" rtl="0" eaLnBrk="1" latinLnBrk="0" hangingPunct="1"/>
                      <a:r>
                        <a:rPr lang="zh-CN" altLang="zh-CN" sz="1400" b="1" kern="1200" dirty="0">
                          <a:solidFill>
                            <a:schemeClr val="bg1"/>
                          </a:solidFill>
                          <a:effectLst/>
                          <a:latin typeface="微软雅黑" panose="020B0503020204020204" pitchFamily="34" charset="-122"/>
                          <a:ea typeface="微软雅黑" panose="020B0503020204020204" pitchFamily="34" charset="-122"/>
                          <a:cs typeface="+mn-cs"/>
                        </a:rPr>
                        <a:t>CSV</a:t>
                      </a:r>
                      <a:endParaRPr lang="en-US" sz="1400" b="1" kern="1200" dirty="0">
                        <a:solidFill>
                          <a:schemeClr val="bg1"/>
                        </a:solidFill>
                        <a:effectLst/>
                        <a:latin typeface="微软雅黑" panose="020B0503020204020204" pitchFamily="34" charset="-122"/>
                        <a:ea typeface="微软雅黑" panose="020B0503020204020204" pitchFamily="34" charset="-122"/>
                        <a:cs typeface="+mn-cs"/>
                      </a:endParaRPr>
                    </a:p>
                  </a:txBody>
                  <a:tcPr anchor="ctr">
                    <a:lnL w="5443" cap="flat" cmpd="sng" algn="ctr">
                      <a:solidFill>
                        <a:srgbClr val="DFE2E5"/>
                      </a:solidFill>
                      <a:prstDash val="solid"/>
                      <a:round/>
                      <a:headEnd type="none" w="med" len="med"/>
                      <a:tailEnd type="none" w="med" len="med"/>
                    </a:lnL>
                    <a:lnR w="5443" cap="flat" cmpd="sng" algn="ctr">
                      <a:solidFill>
                        <a:srgbClr val="DFE2E5"/>
                      </a:solidFill>
                      <a:prstDash val="solid"/>
                      <a:round/>
                      <a:headEnd type="none" w="med" len="med"/>
                      <a:tailEnd type="none" w="med" len="med"/>
                    </a:lnR>
                    <a:lnT w="5443" cap="flat" cmpd="sng" algn="ctr">
                      <a:solidFill>
                        <a:srgbClr val="DFE2E5"/>
                      </a:solidFill>
                      <a:prstDash val="solid"/>
                      <a:round/>
                      <a:headEnd type="none" w="med" len="med"/>
                      <a:tailEnd type="none" w="med" len="med"/>
                    </a:lnT>
                    <a:lnB w="5443" cap="flat" cmpd="sng" algn="ctr">
                      <a:solidFill>
                        <a:srgbClr val="DFE2E5"/>
                      </a:solidFill>
                      <a:prstDash val="solid"/>
                      <a:round/>
                      <a:headEnd type="none" w="med" len="med"/>
                      <a:tailEnd type="none" w="med" len="med"/>
                    </a:lnB>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path path="circle">
                        <a:fillToRect l="100000" t="100000"/>
                      </a:path>
                      <a:tileRect r="-100000" b="-100000"/>
                    </a:gradFill>
                  </a:tcPr>
                </a:tc>
                <a:tc>
                  <a:txBody>
                    <a:bodyPr/>
                    <a:lstStyle/>
                    <a:p>
                      <a:pPr algn="l"/>
                      <a:r>
                        <a:rPr lang="zh-CN" altLang="en-US" sz="1400" b="1" dirty="0">
                          <a:solidFill>
                            <a:schemeClr val="bg1"/>
                          </a:solidFill>
                          <a:effectLst/>
                        </a:rPr>
                        <a:t>读取文件</a:t>
                      </a:r>
                    </a:p>
                  </a:txBody>
                  <a:tcPr anchor="ctr">
                    <a:lnL w="5443" cap="flat" cmpd="sng" algn="ctr">
                      <a:solidFill>
                        <a:srgbClr val="DFE2E5"/>
                      </a:solidFill>
                      <a:prstDash val="solid"/>
                      <a:round/>
                      <a:headEnd type="none" w="med" len="med"/>
                      <a:tailEnd type="none" w="med" len="med"/>
                    </a:lnL>
                    <a:lnR w="5443" cap="flat" cmpd="sng" algn="ctr">
                      <a:solidFill>
                        <a:srgbClr val="DFE2E5"/>
                      </a:solidFill>
                      <a:prstDash val="solid"/>
                      <a:round/>
                      <a:headEnd type="none" w="med" len="med"/>
                      <a:tailEnd type="none" w="med" len="med"/>
                    </a:lnR>
                    <a:lnT w="5443" cap="flat" cmpd="sng" algn="ctr">
                      <a:solidFill>
                        <a:srgbClr val="DFE2E5"/>
                      </a:solidFill>
                      <a:prstDash val="solid"/>
                      <a:round/>
                      <a:headEnd type="none" w="med" len="med"/>
                      <a:tailEnd type="none" w="med" len="med"/>
                    </a:lnT>
                    <a:lnB w="5443" cap="flat" cmpd="sng" algn="ctr">
                      <a:solidFill>
                        <a:srgbClr val="DFE2E5"/>
                      </a:solidFill>
                      <a:prstDash val="solid"/>
                      <a:round/>
                      <a:headEnd type="none" w="med" len="med"/>
                      <a:tailEnd type="none" w="med" len="med"/>
                    </a:lnB>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path path="circle">
                        <a:fillToRect l="100000" t="100000"/>
                      </a:path>
                      <a:tileRect r="-100000" b="-100000"/>
                    </a:gradFill>
                  </a:tcPr>
                </a:tc>
                <a:tc>
                  <a:txBody>
                    <a:bodyPr/>
                    <a:lstStyle/>
                    <a:p>
                      <a:pPr algn="l"/>
                      <a:endParaRPr lang="zh-CN" altLang="en-US" sz="1400" b="1" dirty="0">
                        <a:solidFill>
                          <a:schemeClr val="bg1"/>
                        </a:solidFill>
                        <a:effectLst/>
                      </a:endParaRPr>
                    </a:p>
                  </a:txBody>
                  <a:tcPr anchor="ctr">
                    <a:lnL w="5443" cap="flat" cmpd="sng" algn="ctr">
                      <a:solidFill>
                        <a:srgbClr val="DFE2E5"/>
                      </a:solidFill>
                      <a:prstDash val="solid"/>
                      <a:round/>
                      <a:headEnd type="none" w="med" len="med"/>
                      <a:tailEnd type="none" w="med" len="med"/>
                    </a:lnL>
                    <a:lnR w="5443" cap="flat" cmpd="sng" algn="ctr">
                      <a:solidFill>
                        <a:srgbClr val="DFE2E5"/>
                      </a:solidFill>
                      <a:prstDash val="solid"/>
                      <a:round/>
                      <a:headEnd type="none" w="med" len="med"/>
                      <a:tailEnd type="none" w="med" len="med"/>
                    </a:lnR>
                    <a:lnT w="5443" cap="flat" cmpd="sng" algn="ctr">
                      <a:solidFill>
                        <a:srgbClr val="DFE2E5"/>
                      </a:solidFill>
                      <a:prstDash val="solid"/>
                      <a:round/>
                      <a:headEnd type="none" w="med" len="med"/>
                      <a:tailEnd type="none" w="med" len="med"/>
                    </a:lnT>
                    <a:lnB w="5443" cap="flat" cmpd="sng" algn="ctr">
                      <a:solidFill>
                        <a:srgbClr val="DFE2E5"/>
                      </a:solidFill>
                      <a:prstDash val="solid"/>
                      <a:round/>
                      <a:headEnd type="none" w="med" len="med"/>
                      <a:tailEnd type="none" w="med" len="med"/>
                    </a:lnB>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path path="circle">
                        <a:fillToRect l="100000" t="100000"/>
                      </a:path>
                      <a:tileRect r="-100000" b="-100000"/>
                    </a:gradFill>
                  </a:tcPr>
                </a:tc>
                <a:extLst>
                  <a:ext uri="{0D108BD9-81ED-4DB2-BD59-A6C34878D82A}">
                    <a16:rowId xmlns:a16="http://schemas.microsoft.com/office/drawing/2014/main" val="685192086"/>
                  </a:ext>
                </a:extLst>
              </a:tr>
              <a:tr h="356432">
                <a:tc>
                  <a:txBody>
                    <a:bodyPr/>
                    <a:lstStyle/>
                    <a:p>
                      <a:pPr algn="l"/>
                      <a:r>
                        <a:rPr lang="en-US" sz="1400" b="1" u="none" strike="noStrike" dirty="0" err="1">
                          <a:solidFill>
                            <a:schemeClr val="bg1"/>
                          </a:solidFill>
                          <a:effectLst/>
                          <a:hlinkClick r:id="rId4" action="ppaction://hlinkfile">
                            <a:extLst>
                              <a:ext uri="{A12FA001-AC4F-418D-AE19-62706E023703}">
                                <ahyp:hlinkClr xmlns:ahyp="http://schemas.microsoft.com/office/drawing/2018/hyperlinkcolor" val="tx"/>
                              </a:ext>
                            </a:extLst>
                          </a:hlinkClick>
                        </a:rPr>
                        <a:t>CSV.write</a:t>
                      </a:r>
                      <a:endParaRPr lang="en-US" sz="1400" b="1" dirty="0">
                        <a:solidFill>
                          <a:schemeClr val="bg1"/>
                        </a:solidFill>
                        <a:effectLst/>
                      </a:endParaRPr>
                    </a:p>
                  </a:txBody>
                  <a:tcPr anchor="ctr">
                    <a:lnL w="5443" cap="flat" cmpd="sng" algn="ctr">
                      <a:solidFill>
                        <a:srgbClr val="DFE2E5"/>
                      </a:solidFill>
                      <a:prstDash val="solid"/>
                      <a:round/>
                      <a:headEnd type="none" w="med" len="med"/>
                      <a:tailEnd type="none" w="med" len="med"/>
                    </a:lnL>
                    <a:lnR w="5443" cap="flat" cmpd="sng" algn="ctr">
                      <a:solidFill>
                        <a:srgbClr val="DFE2E5"/>
                      </a:solidFill>
                      <a:prstDash val="solid"/>
                      <a:round/>
                      <a:headEnd type="none" w="med" len="med"/>
                      <a:tailEnd type="none" w="med" len="med"/>
                    </a:lnR>
                    <a:lnT w="5443" cap="flat" cmpd="sng" algn="ctr">
                      <a:solidFill>
                        <a:srgbClr val="DFE2E5"/>
                      </a:solidFill>
                      <a:prstDash val="solid"/>
                      <a:round/>
                      <a:headEnd type="none" w="med" len="med"/>
                      <a:tailEnd type="none" w="med" len="med"/>
                    </a:lnT>
                    <a:lnB w="5443" cap="flat" cmpd="sng" algn="ctr">
                      <a:solidFill>
                        <a:srgbClr val="DFE2E5"/>
                      </a:solidFill>
                      <a:prstDash val="solid"/>
                      <a:round/>
                      <a:headEnd type="none" w="med" len="med"/>
                      <a:tailEnd type="none" w="med" len="med"/>
                    </a:lnB>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path path="circle">
                        <a:fillToRect l="100000" t="100000"/>
                      </a:path>
                      <a:tileRect r="-100000" b="-100000"/>
                    </a:gradFill>
                  </a:tcPr>
                </a:tc>
                <a:tc>
                  <a:txBody>
                    <a:bodyPr/>
                    <a:lstStyle/>
                    <a:p>
                      <a:pPr algn="l"/>
                      <a:r>
                        <a:rPr lang="en-US" sz="1400" b="1" dirty="0">
                          <a:solidFill>
                            <a:schemeClr val="bg1"/>
                          </a:solidFill>
                          <a:effectLst/>
                        </a:rPr>
                        <a:t>CSV</a:t>
                      </a:r>
                    </a:p>
                  </a:txBody>
                  <a:tcPr anchor="ctr">
                    <a:lnL w="5443" cap="flat" cmpd="sng" algn="ctr">
                      <a:solidFill>
                        <a:srgbClr val="DFE2E5"/>
                      </a:solidFill>
                      <a:prstDash val="solid"/>
                      <a:round/>
                      <a:headEnd type="none" w="med" len="med"/>
                      <a:tailEnd type="none" w="med" len="med"/>
                    </a:lnL>
                    <a:lnR w="5443" cap="flat" cmpd="sng" algn="ctr">
                      <a:solidFill>
                        <a:srgbClr val="DFE2E5"/>
                      </a:solidFill>
                      <a:prstDash val="solid"/>
                      <a:round/>
                      <a:headEnd type="none" w="med" len="med"/>
                      <a:tailEnd type="none" w="med" len="med"/>
                    </a:lnR>
                    <a:lnT w="5443" cap="flat" cmpd="sng" algn="ctr">
                      <a:solidFill>
                        <a:srgbClr val="DFE2E5"/>
                      </a:solidFill>
                      <a:prstDash val="solid"/>
                      <a:round/>
                      <a:headEnd type="none" w="med" len="med"/>
                      <a:tailEnd type="none" w="med" len="med"/>
                    </a:lnT>
                    <a:lnB w="5443" cap="flat" cmpd="sng" algn="ctr">
                      <a:solidFill>
                        <a:srgbClr val="DFE2E5"/>
                      </a:solidFill>
                      <a:prstDash val="solid"/>
                      <a:round/>
                      <a:headEnd type="none" w="med" len="med"/>
                      <a:tailEnd type="none" w="med" len="med"/>
                    </a:lnB>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path path="circle">
                        <a:fillToRect l="100000" t="100000"/>
                      </a:path>
                      <a:tileRect r="-100000" b="-100000"/>
                    </a:gradFill>
                  </a:tcPr>
                </a:tc>
                <a:tc>
                  <a:txBody>
                    <a:bodyPr/>
                    <a:lstStyle/>
                    <a:p>
                      <a:pPr algn="l"/>
                      <a:r>
                        <a:rPr lang="zh-CN" altLang="en-US" sz="1400" b="1" dirty="0">
                          <a:solidFill>
                            <a:schemeClr val="bg1"/>
                          </a:solidFill>
                          <a:effectLst/>
                        </a:rPr>
                        <a:t>将表写入文件</a:t>
                      </a:r>
                    </a:p>
                  </a:txBody>
                  <a:tcPr anchor="ctr">
                    <a:lnL w="5443" cap="flat" cmpd="sng" algn="ctr">
                      <a:solidFill>
                        <a:srgbClr val="DFE2E5"/>
                      </a:solidFill>
                      <a:prstDash val="solid"/>
                      <a:round/>
                      <a:headEnd type="none" w="med" len="med"/>
                      <a:tailEnd type="none" w="med" len="med"/>
                    </a:lnL>
                    <a:lnR w="5443" cap="flat" cmpd="sng" algn="ctr">
                      <a:solidFill>
                        <a:srgbClr val="DFE2E5"/>
                      </a:solidFill>
                      <a:prstDash val="solid"/>
                      <a:round/>
                      <a:headEnd type="none" w="med" len="med"/>
                      <a:tailEnd type="none" w="med" len="med"/>
                    </a:lnR>
                    <a:lnT w="5443" cap="flat" cmpd="sng" algn="ctr">
                      <a:solidFill>
                        <a:srgbClr val="DFE2E5"/>
                      </a:solidFill>
                      <a:prstDash val="solid"/>
                      <a:round/>
                      <a:headEnd type="none" w="med" len="med"/>
                      <a:tailEnd type="none" w="med" len="med"/>
                    </a:lnT>
                    <a:lnB w="5443" cap="flat" cmpd="sng" algn="ctr">
                      <a:solidFill>
                        <a:srgbClr val="DFE2E5"/>
                      </a:solidFill>
                      <a:prstDash val="solid"/>
                      <a:round/>
                      <a:headEnd type="none" w="med" len="med"/>
                      <a:tailEnd type="none" w="med" len="med"/>
                    </a:lnB>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path path="circle">
                        <a:fillToRect l="100000" t="100000"/>
                      </a:path>
                      <a:tileRect r="-100000" b="-100000"/>
                    </a:gradFill>
                  </a:tcPr>
                </a:tc>
                <a:tc>
                  <a:txBody>
                    <a:bodyPr/>
                    <a:lstStyle/>
                    <a:p>
                      <a:pPr algn="l"/>
                      <a:endParaRPr lang="zh-CN" altLang="en-US" sz="1400" b="1" dirty="0">
                        <a:solidFill>
                          <a:schemeClr val="bg1"/>
                        </a:solidFill>
                        <a:effectLst/>
                      </a:endParaRPr>
                    </a:p>
                  </a:txBody>
                  <a:tcPr anchor="ctr">
                    <a:lnL w="5443" cap="flat" cmpd="sng" algn="ctr">
                      <a:solidFill>
                        <a:srgbClr val="DFE2E5"/>
                      </a:solidFill>
                      <a:prstDash val="solid"/>
                      <a:round/>
                      <a:headEnd type="none" w="med" len="med"/>
                      <a:tailEnd type="none" w="med" len="med"/>
                    </a:lnL>
                    <a:lnR w="5443" cap="flat" cmpd="sng" algn="ctr">
                      <a:solidFill>
                        <a:srgbClr val="DFE2E5"/>
                      </a:solidFill>
                      <a:prstDash val="solid"/>
                      <a:round/>
                      <a:headEnd type="none" w="med" len="med"/>
                      <a:tailEnd type="none" w="med" len="med"/>
                    </a:lnR>
                    <a:lnT w="5443" cap="flat" cmpd="sng" algn="ctr">
                      <a:solidFill>
                        <a:srgbClr val="DFE2E5"/>
                      </a:solidFill>
                      <a:prstDash val="solid"/>
                      <a:round/>
                      <a:headEnd type="none" w="med" len="med"/>
                      <a:tailEnd type="none" w="med" len="med"/>
                    </a:lnT>
                    <a:lnB w="5443" cap="flat" cmpd="sng" algn="ctr">
                      <a:solidFill>
                        <a:srgbClr val="DFE2E5"/>
                      </a:solidFill>
                      <a:prstDash val="solid"/>
                      <a:round/>
                      <a:headEnd type="none" w="med" len="med"/>
                      <a:tailEnd type="none" w="med" len="med"/>
                    </a:lnB>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path path="circle">
                        <a:fillToRect l="100000" t="100000"/>
                      </a:path>
                      <a:tileRect r="-100000" b="-100000"/>
                    </a:gradFill>
                  </a:tcPr>
                </a:tc>
                <a:extLst>
                  <a:ext uri="{0D108BD9-81ED-4DB2-BD59-A6C34878D82A}">
                    <a16:rowId xmlns:a16="http://schemas.microsoft.com/office/drawing/2014/main" val="3709948325"/>
                  </a:ext>
                </a:extLst>
              </a:tr>
            </a:tbl>
          </a:graphicData>
        </a:graphic>
      </p:graphicFrame>
      <p:sp>
        <p:nvSpPr>
          <p:cNvPr id="6" name="文本框 5">
            <a:extLst>
              <a:ext uri="{FF2B5EF4-FFF2-40B4-BE49-F238E27FC236}">
                <a16:creationId xmlns:a16="http://schemas.microsoft.com/office/drawing/2014/main" id="{92CC29E8-06D1-4E71-AE2C-FFEAC7ACC4F8}"/>
              </a:ext>
            </a:extLst>
          </p:cNvPr>
          <p:cNvSpPr txBox="1"/>
          <p:nvPr/>
        </p:nvSpPr>
        <p:spPr>
          <a:xfrm>
            <a:off x="69785" y="739742"/>
            <a:ext cx="3007366" cy="369332"/>
          </a:xfrm>
          <a:prstGeom prst="rect">
            <a:avLst/>
          </a:prstGeom>
          <a:solidFill>
            <a:schemeClr val="bg1"/>
          </a:solidFill>
        </p:spPr>
        <p:txBody>
          <a:bodyPr wrap="square">
            <a:spAutoFit/>
          </a:bodyPr>
          <a:lstStyle>
            <a:defPPr>
              <a:defRPr lang="zh-CN"/>
            </a:defPPr>
            <a:lvl1pPr>
              <a:defRPr sz="2000" b="1">
                <a:solidFill>
                  <a:srgbClr val="0070C0"/>
                </a:solidFill>
                <a:latin typeface="微软雅黑" panose="020B0503020204020204" pitchFamily="34" charset="-122"/>
                <a:ea typeface="微软雅黑" panose="020B0503020204020204" pitchFamily="34" charset="-122"/>
              </a:defRPr>
            </a:lvl1pPr>
          </a:lstStyle>
          <a:p>
            <a:pPr marL="457200" indent="-457200">
              <a:buFont typeface="+mj-ea"/>
              <a:buAutoNum type="circleNumDbPlain"/>
            </a:pPr>
            <a:r>
              <a:rPr lang="zh-CN" altLang="en-US" sz="1800" dirty="0"/>
              <a:t>读取和写入表格文件</a:t>
            </a:r>
          </a:p>
        </p:txBody>
      </p:sp>
      <p:sp>
        <p:nvSpPr>
          <p:cNvPr id="9" name="标题 1">
            <a:extLst>
              <a:ext uri="{FF2B5EF4-FFF2-40B4-BE49-F238E27FC236}">
                <a16:creationId xmlns:a16="http://schemas.microsoft.com/office/drawing/2014/main" id="{6FAFF46B-90A0-4B94-BC0A-1FB016B84857}"/>
              </a:ext>
            </a:extLst>
          </p:cNvPr>
          <p:cNvSpPr txBox="1">
            <a:spLocks/>
          </p:cNvSpPr>
          <p:nvPr/>
        </p:nvSpPr>
        <p:spPr bwMode="auto">
          <a:xfrm>
            <a:off x="637823" y="265435"/>
            <a:ext cx="6696744" cy="362006"/>
          </a:xfrm>
          <a:prstGeom prst="rect">
            <a:avLst/>
          </a:prstGeom>
          <a:noFill/>
          <a:ln w="9525">
            <a:noFill/>
            <a:miter lim="800000"/>
            <a:headEnd/>
            <a:tailEnd/>
          </a:ln>
        </p:spPr>
        <p:txBody>
          <a:bodyPr vert="horz" wrap="none" lIns="91440" tIns="45720" rIns="91440" bIns="45720" numCol="1" anchor="b" anchorCtr="0" compatLnSpc="1">
            <a:prstTxWarp prst="textNoShape">
              <a:avLst/>
            </a:prstTxWarp>
          </a:bodyPr>
          <a:lstStyle>
            <a:lvl1pPr algn="l" rtl="0" eaLnBrk="0" fontAlgn="base" hangingPunct="0">
              <a:lnSpc>
                <a:spcPct val="85000"/>
              </a:lnSpc>
              <a:spcBef>
                <a:spcPct val="0"/>
              </a:spcBef>
              <a:spcAft>
                <a:spcPct val="0"/>
              </a:spcAft>
              <a:defRPr sz="3200" b="0">
                <a:solidFill>
                  <a:srgbClr val="002060"/>
                </a:solidFill>
                <a:latin typeface="华文楷体" panose="02010600040101010101" pitchFamily="2" charset="-122"/>
                <a:ea typeface="华文楷体" panose="02010600040101010101" pitchFamily="2" charset="-122"/>
                <a:cs typeface="+mj-cs"/>
              </a:defRPr>
            </a:lvl1pPr>
            <a:lvl2pPr algn="l" rtl="0" eaLnBrk="0" fontAlgn="base" hangingPunct="0">
              <a:lnSpc>
                <a:spcPct val="85000"/>
              </a:lnSpc>
              <a:spcBef>
                <a:spcPct val="0"/>
              </a:spcBef>
              <a:spcAft>
                <a:spcPct val="0"/>
              </a:spcAft>
              <a:defRPr sz="3400" b="1">
                <a:solidFill>
                  <a:srgbClr val="002E5C"/>
                </a:solidFill>
                <a:latin typeface="Helvetica" pitchFamily="34" charset="0"/>
              </a:defRPr>
            </a:lvl2pPr>
            <a:lvl3pPr algn="l" rtl="0" eaLnBrk="0" fontAlgn="base" hangingPunct="0">
              <a:lnSpc>
                <a:spcPct val="85000"/>
              </a:lnSpc>
              <a:spcBef>
                <a:spcPct val="0"/>
              </a:spcBef>
              <a:spcAft>
                <a:spcPct val="0"/>
              </a:spcAft>
              <a:defRPr sz="3400" b="1">
                <a:solidFill>
                  <a:srgbClr val="002E5C"/>
                </a:solidFill>
                <a:latin typeface="Helvetica" pitchFamily="34" charset="0"/>
              </a:defRPr>
            </a:lvl3pPr>
            <a:lvl4pPr algn="l" rtl="0" eaLnBrk="0" fontAlgn="base" hangingPunct="0">
              <a:lnSpc>
                <a:spcPct val="85000"/>
              </a:lnSpc>
              <a:spcBef>
                <a:spcPct val="0"/>
              </a:spcBef>
              <a:spcAft>
                <a:spcPct val="0"/>
              </a:spcAft>
              <a:defRPr sz="3400" b="1">
                <a:solidFill>
                  <a:srgbClr val="002E5C"/>
                </a:solidFill>
                <a:latin typeface="Helvetica" pitchFamily="34" charset="0"/>
              </a:defRPr>
            </a:lvl4pPr>
            <a:lvl5pPr algn="l" rtl="0" eaLnBrk="0" fontAlgn="base" hangingPunct="0">
              <a:lnSpc>
                <a:spcPct val="85000"/>
              </a:lnSpc>
              <a:spcBef>
                <a:spcPct val="0"/>
              </a:spcBef>
              <a:spcAft>
                <a:spcPct val="0"/>
              </a:spcAft>
              <a:defRPr sz="3400" b="1">
                <a:solidFill>
                  <a:srgbClr val="002E5C"/>
                </a:solidFill>
                <a:latin typeface="Helvetica" pitchFamily="34" charset="0"/>
              </a:defRPr>
            </a:lvl5pPr>
            <a:lvl6pPr marL="457200" algn="l" rtl="0" eaLnBrk="1" fontAlgn="base" hangingPunct="1">
              <a:lnSpc>
                <a:spcPct val="85000"/>
              </a:lnSpc>
              <a:spcBef>
                <a:spcPct val="0"/>
              </a:spcBef>
              <a:spcAft>
                <a:spcPct val="0"/>
              </a:spcAft>
              <a:defRPr sz="3400" b="1">
                <a:solidFill>
                  <a:srgbClr val="002E5C"/>
                </a:solidFill>
                <a:latin typeface="Helvetica" pitchFamily="34" charset="0"/>
              </a:defRPr>
            </a:lvl6pPr>
            <a:lvl7pPr marL="914400" algn="l" rtl="0" eaLnBrk="1" fontAlgn="base" hangingPunct="1">
              <a:lnSpc>
                <a:spcPct val="85000"/>
              </a:lnSpc>
              <a:spcBef>
                <a:spcPct val="0"/>
              </a:spcBef>
              <a:spcAft>
                <a:spcPct val="0"/>
              </a:spcAft>
              <a:defRPr sz="3400" b="1">
                <a:solidFill>
                  <a:srgbClr val="002E5C"/>
                </a:solidFill>
                <a:latin typeface="Helvetica" pitchFamily="34" charset="0"/>
              </a:defRPr>
            </a:lvl7pPr>
            <a:lvl8pPr marL="1371600" algn="l" rtl="0" eaLnBrk="1" fontAlgn="base" hangingPunct="1">
              <a:lnSpc>
                <a:spcPct val="85000"/>
              </a:lnSpc>
              <a:spcBef>
                <a:spcPct val="0"/>
              </a:spcBef>
              <a:spcAft>
                <a:spcPct val="0"/>
              </a:spcAft>
              <a:defRPr sz="3400" b="1">
                <a:solidFill>
                  <a:srgbClr val="002E5C"/>
                </a:solidFill>
                <a:latin typeface="Helvetica" pitchFamily="34" charset="0"/>
              </a:defRPr>
            </a:lvl8pPr>
            <a:lvl9pPr marL="1828800" algn="l" rtl="0" eaLnBrk="1" fontAlgn="base" hangingPunct="1">
              <a:lnSpc>
                <a:spcPct val="85000"/>
              </a:lnSpc>
              <a:spcBef>
                <a:spcPct val="0"/>
              </a:spcBef>
              <a:spcAft>
                <a:spcPct val="0"/>
              </a:spcAft>
              <a:defRPr sz="3400" b="1">
                <a:solidFill>
                  <a:srgbClr val="002E5C"/>
                </a:solidFill>
                <a:latin typeface="Helvetica" pitchFamily="34" charset="0"/>
              </a:defRPr>
            </a:lvl9pPr>
          </a:lstStyle>
          <a:p>
            <a:r>
              <a:rPr lang="en-US" altLang="zh-CN" sz="3000" kern="0" dirty="0">
                <a:solidFill>
                  <a:srgbClr val="0070C0"/>
                </a:solidFill>
              </a:rPr>
              <a:t>§1.4.2  </a:t>
            </a:r>
            <a:r>
              <a:rPr lang="zh-CN" altLang="en-US" sz="3000" dirty="0">
                <a:solidFill>
                  <a:srgbClr val="0070C0"/>
                </a:solidFill>
              </a:rPr>
              <a:t>列表</a:t>
            </a:r>
            <a:r>
              <a:rPr lang="en-US" altLang="zh-CN" sz="3000" dirty="0">
                <a:solidFill>
                  <a:srgbClr val="0070C0"/>
                </a:solidFill>
              </a:rPr>
              <a:t>table</a:t>
            </a:r>
            <a:r>
              <a:rPr lang="en-US" altLang="zh-CN" sz="3000" kern="0" dirty="0">
                <a:solidFill>
                  <a:srgbClr val="0070C0"/>
                </a:solidFill>
              </a:rPr>
              <a:t> </a:t>
            </a:r>
            <a:r>
              <a:rPr lang="en-US" altLang="zh-CN" sz="3000" kern="0" dirty="0">
                <a:solidFill>
                  <a:srgbClr val="FF0000"/>
                </a:solidFill>
              </a:rPr>
              <a:t>——</a:t>
            </a:r>
            <a:r>
              <a:rPr lang="zh-CN" altLang="en-US" sz="3000" kern="0" dirty="0">
                <a:solidFill>
                  <a:srgbClr val="FF0000"/>
                </a:solidFill>
              </a:rPr>
              <a:t>读取和写入表格文件函数</a:t>
            </a:r>
          </a:p>
        </p:txBody>
      </p:sp>
      <p:sp>
        <p:nvSpPr>
          <p:cNvPr id="15" name="矩形 14">
            <a:extLst>
              <a:ext uri="{FF2B5EF4-FFF2-40B4-BE49-F238E27FC236}">
                <a16:creationId xmlns:a16="http://schemas.microsoft.com/office/drawing/2014/main" id="{4FF2BEF0-7118-4D05-A2C3-6CCE4B2A9243}"/>
              </a:ext>
            </a:extLst>
          </p:cNvPr>
          <p:cNvSpPr/>
          <p:nvPr/>
        </p:nvSpPr>
        <p:spPr>
          <a:xfrm>
            <a:off x="5305416" y="2226072"/>
            <a:ext cx="3572948" cy="307777"/>
          </a:xfrm>
          <a:prstGeom prst="rect">
            <a:avLst/>
          </a:prstGeom>
          <a:solidFill>
            <a:srgbClr val="0070C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p>
            <a:pPr algn="dist"/>
            <a:r>
              <a:rPr lang="zh-CN" altLang="en-US" sz="1400" dirty="0">
                <a:highlight>
                  <a:srgbClr val="003B76"/>
                </a:highlight>
              </a:rPr>
              <a:t>表格变量</a:t>
            </a:r>
            <a:r>
              <a:rPr lang="en-US" altLang="zh-CN" sz="1400" dirty="0">
                <a:highlight>
                  <a:srgbClr val="003B76"/>
                </a:highlight>
              </a:rPr>
              <a:t>T</a:t>
            </a:r>
            <a:r>
              <a:rPr lang="zh-CN" altLang="zh-CN" sz="1400" dirty="0">
                <a:highlight>
                  <a:srgbClr val="003B76"/>
                </a:highlight>
              </a:rPr>
              <a:t> </a:t>
            </a:r>
            <a:r>
              <a:rPr lang="en-US" altLang="zh-CN" sz="1400" dirty="0">
                <a:highlight>
                  <a:srgbClr val="003B76"/>
                </a:highlight>
              </a:rPr>
              <a:t>=</a:t>
            </a:r>
            <a:r>
              <a:rPr lang="en-US" altLang="zh-CN" sz="1400" dirty="0" err="1">
                <a:highlight>
                  <a:srgbClr val="003B76"/>
                </a:highlight>
              </a:rPr>
              <a:t>CSV.read</a:t>
            </a:r>
            <a:r>
              <a:rPr lang="en-US" altLang="zh-CN" sz="1400" dirty="0">
                <a:highlight>
                  <a:srgbClr val="003B76"/>
                </a:highlight>
              </a:rPr>
              <a:t>(“file.csv",</a:t>
            </a:r>
            <a:r>
              <a:rPr lang="en-US" altLang="zh-CN" sz="1400" dirty="0" err="1">
                <a:highlight>
                  <a:srgbClr val="003B76"/>
                </a:highlight>
              </a:rPr>
              <a:t>DataFrame</a:t>
            </a:r>
            <a:r>
              <a:rPr lang="en-US" altLang="zh-CN" sz="1400" dirty="0">
                <a:highlight>
                  <a:srgbClr val="003B76"/>
                </a:highlight>
              </a:rPr>
              <a:t>)</a:t>
            </a:r>
            <a:endParaRPr lang="zh-CN" altLang="en-US" sz="1400" dirty="0">
              <a:highlight>
                <a:srgbClr val="003B76"/>
              </a:highlight>
            </a:endParaRPr>
          </a:p>
        </p:txBody>
      </p:sp>
      <p:sp>
        <p:nvSpPr>
          <p:cNvPr id="10" name="矩形 9">
            <a:extLst>
              <a:ext uri="{FF2B5EF4-FFF2-40B4-BE49-F238E27FC236}">
                <a16:creationId xmlns:a16="http://schemas.microsoft.com/office/drawing/2014/main" id="{18C65830-A458-429E-A1CD-696A4B41E360}"/>
              </a:ext>
            </a:extLst>
          </p:cNvPr>
          <p:cNvSpPr/>
          <p:nvPr/>
        </p:nvSpPr>
        <p:spPr>
          <a:xfrm>
            <a:off x="35496" y="2966394"/>
            <a:ext cx="4536504" cy="338554"/>
          </a:xfrm>
          <a:prstGeom prst="rect">
            <a:avLst/>
          </a:prstGeom>
          <a:solidFill>
            <a:schemeClr val="bg1"/>
          </a:solidFill>
        </p:spPr>
        <p:txBody>
          <a:bodyPr wrap="square">
            <a:spAutoFit/>
          </a:bodyPr>
          <a:lstStyle/>
          <a:p>
            <a:pPr marL="457200" indent="-457200">
              <a:buFont typeface="+mj-ea"/>
              <a:buAutoNum type="circleNumDbPlain" startAt="2"/>
            </a:pPr>
            <a:r>
              <a:rPr lang="zh-CN" altLang="en-US" sz="1600" b="1" dirty="0">
                <a:solidFill>
                  <a:srgbClr val="0070C0"/>
                </a:solidFill>
                <a:latin typeface="微软雅黑" panose="020B0503020204020204" pitchFamily="34" charset="-122"/>
                <a:ea typeface="微软雅黑" panose="020B0503020204020204" pitchFamily="34" charset="-122"/>
              </a:rPr>
              <a:t>数据存储和处理常用</a:t>
            </a:r>
            <a:r>
              <a:rPr lang="en-US" altLang="zh-CN" sz="1600" b="1" dirty="0">
                <a:solidFill>
                  <a:srgbClr val="0070C0"/>
                </a:solidFill>
                <a:latin typeface="微软雅黑" panose="020B0503020204020204" pitchFamily="34" charset="-122"/>
                <a:ea typeface="微软雅黑" panose="020B0503020204020204" pitchFamily="34" charset="-122"/>
              </a:rPr>
              <a:t>CSV</a:t>
            </a:r>
            <a:r>
              <a:rPr lang="zh-CN" altLang="en-US" sz="1600" b="1" dirty="0">
                <a:solidFill>
                  <a:srgbClr val="0070C0"/>
                </a:solidFill>
                <a:latin typeface="微软雅黑" panose="020B0503020204020204" pitchFamily="34" charset="-122"/>
                <a:ea typeface="微软雅黑" panose="020B0503020204020204" pitchFamily="34" charset="-122"/>
              </a:rPr>
              <a:t>文件和</a:t>
            </a:r>
            <a:r>
              <a:rPr lang="en-US" altLang="zh-CN" sz="1600" b="1" dirty="0">
                <a:solidFill>
                  <a:srgbClr val="0070C0"/>
                </a:solidFill>
                <a:latin typeface="微软雅黑" panose="020B0503020204020204" pitchFamily="34" charset="-122"/>
                <a:ea typeface="微软雅黑" panose="020B0503020204020204" pitchFamily="34" charset="-122"/>
              </a:rPr>
              <a:t>excel</a:t>
            </a:r>
            <a:r>
              <a:rPr lang="zh-CN" altLang="en-US" sz="1600" b="1" dirty="0">
                <a:solidFill>
                  <a:srgbClr val="0070C0"/>
                </a:solidFill>
                <a:latin typeface="微软雅黑" panose="020B0503020204020204" pitchFamily="34" charset="-122"/>
                <a:ea typeface="微软雅黑" panose="020B0503020204020204" pitchFamily="34" charset="-122"/>
              </a:rPr>
              <a:t>文件</a:t>
            </a:r>
          </a:p>
        </p:txBody>
      </p:sp>
      <p:sp>
        <p:nvSpPr>
          <p:cNvPr id="17" name="文本框 16">
            <a:extLst>
              <a:ext uri="{FF2B5EF4-FFF2-40B4-BE49-F238E27FC236}">
                <a16:creationId xmlns:a16="http://schemas.microsoft.com/office/drawing/2014/main" id="{1863D288-73FF-4141-BD13-7DEADDB3C990}"/>
              </a:ext>
            </a:extLst>
          </p:cNvPr>
          <p:cNvSpPr txBox="1"/>
          <p:nvPr/>
        </p:nvSpPr>
        <p:spPr>
          <a:xfrm>
            <a:off x="5974652" y="2572398"/>
            <a:ext cx="2917827" cy="307777"/>
          </a:xfrm>
          <a:prstGeom prst="rect">
            <a:avLst/>
          </a:prstGeom>
          <a:solidFill>
            <a:srgbClr val="0070C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defPPr>
              <a:defRPr lang="zh-CN"/>
            </a:defPPr>
            <a:lvl1pPr>
              <a:defRPr sz="1600"/>
            </a:lvl1pPr>
            <a:lvl2pPr>
              <a:defRPr>
                <a:solidFill>
                  <a:schemeClr val="lt1"/>
                </a:solidFill>
                <a:latin typeface="+mn-lt"/>
                <a:ea typeface="+mn-ea"/>
              </a:defRPr>
            </a:lvl2pPr>
            <a:lvl3pPr>
              <a:defRPr>
                <a:solidFill>
                  <a:schemeClr val="lt1"/>
                </a:solidFill>
                <a:latin typeface="+mn-lt"/>
                <a:ea typeface="+mn-ea"/>
              </a:defRPr>
            </a:lvl3pPr>
            <a:lvl4pPr>
              <a:defRPr>
                <a:solidFill>
                  <a:schemeClr val="lt1"/>
                </a:solidFill>
                <a:latin typeface="+mn-lt"/>
                <a:ea typeface="+mn-ea"/>
              </a:defRPr>
            </a:lvl4pPr>
            <a:lvl5pPr>
              <a:defRPr>
                <a:solidFill>
                  <a:schemeClr val="lt1"/>
                </a:solidFill>
                <a:latin typeface="+mn-lt"/>
                <a:ea typeface="+mn-ea"/>
              </a:defRPr>
            </a:lvl5pPr>
            <a:lvl6pPr>
              <a:defRPr>
                <a:solidFill>
                  <a:schemeClr val="lt1"/>
                </a:solidFill>
                <a:latin typeface="+mn-lt"/>
                <a:ea typeface="+mn-ea"/>
              </a:defRPr>
            </a:lvl6pPr>
            <a:lvl7pPr>
              <a:defRPr>
                <a:solidFill>
                  <a:schemeClr val="lt1"/>
                </a:solidFill>
                <a:latin typeface="+mn-lt"/>
                <a:ea typeface="+mn-ea"/>
              </a:defRPr>
            </a:lvl7pPr>
            <a:lvl8pPr>
              <a:defRPr>
                <a:solidFill>
                  <a:schemeClr val="lt1"/>
                </a:solidFill>
                <a:latin typeface="+mn-lt"/>
                <a:ea typeface="+mn-ea"/>
              </a:defRPr>
            </a:lvl8pPr>
            <a:lvl9pPr>
              <a:defRPr>
                <a:solidFill>
                  <a:schemeClr val="lt1"/>
                </a:solidFill>
                <a:latin typeface="+mn-lt"/>
                <a:ea typeface="+mn-ea"/>
              </a:defRPr>
            </a:lvl9pPr>
          </a:lstStyle>
          <a:p>
            <a:pPr algn="dist"/>
            <a:r>
              <a:rPr lang="zh-CN" altLang="en-US" sz="1400" dirty="0">
                <a:highlight>
                  <a:srgbClr val="003B76"/>
                </a:highlight>
              </a:rPr>
              <a:t> CSV.write</a:t>
            </a:r>
            <a:r>
              <a:rPr lang="en-US" altLang="zh-CN" sz="1400" dirty="0">
                <a:highlight>
                  <a:srgbClr val="003B76"/>
                </a:highlight>
              </a:rPr>
              <a:t> (“file.csv”,</a:t>
            </a:r>
            <a:r>
              <a:rPr lang="zh-CN" altLang="en-US" sz="1400" dirty="0">
                <a:highlight>
                  <a:srgbClr val="003B76"/>
                </a:highlight>
              </a:rPr>
              <a:t> 框架变量名)</a:t>
            </a:r>
          </a:p>
        </p:txBody>
      </p:sp>
      <p:sp>
        <p:nvSpPr>
          <p:cNvPr id="18" name="Rectangle 1">
            <a:extLst>
              <a:ext uri="{FF2B5EF4-FFF2-40B4-BE49-F238E27FC236}">
                <a16:creationId xmlns:a16="http://schemas.microsoft.com/office/drawing/2014/main" id="{C418D8C7-E51D-4FC2-9C89-FD8273DCCA24}"/>
              </a:ext>
            </a:extLst>
          </p:cNvPr>
          <p:cNvSpPr>
            <a:spLocks noChangeArrowheads="1"/>
          </p:cNvSpPr>
          <p:nvPr/>
        </p:nvSpPr>
        <p:spPr bwMode="auto">
          <a:xfrm>
            <a:off x="6047508" y="1879746"/>
            <a:ext cx="2815603" cy="307777"/>
          </a:xfrm>
          <a:prstGeom prst="rect">
            <a:avLst/>
          </a:prstGeom>
          <a:solidFill>
            <a:srgbClr val="0070C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p>
            <a:pPr algn="dist"/>
            <a:r>
              <a:rPr lang="zh-CN" altLang="en-US" sz="1400" dirty="0">
                <a:highlight>
                  <a:srgbClr val="003B76"/>
                </a:highlight>
              </a:rPr>
              <a:t>框架变量名</a:t>
            </a:r>
            <a:r>
              <a:rPr lang="zh-CN" altLang="zh-CN" sz="1400" dirty="0">
                <a:highlight>
                  <a:srgbClr val="003B76"/>
                </a:highlight>
              </a:rPr>
              <a:t>DataFram</a:t>
            </a:r>
            <a:r>
              <a:rPr lang="en-US" altLang="zh-CN" sz="1400" dirty="0">
                <a:highlight>
                  <a:srgbClr val="003B76"/>
                </a:highlight>
              </a:rPr>
              <a:t>=</a:t>
            </a:r>
            <a:r>
              <a:rPr lang="zh-CN" altLang="zh-CN" sz="1400" dirty="0">
                <a:highlight>
                  <a:srgbClr val="003B76"/>
                </a:highlight>
              </a:rPr>
              <a:t>e(</a:t>
            </a:r>
            <a:r>
              <a:rPr lang="en-US" altLang="zh-CN" sz="1400" dirty="0">
                <a:highlight>
                  <a:srgbClr val="003B76"/>
                </a:highlight>
              </a:rPr>
              <a:t>x1,…</a:t>
            </a:r>
            <a:r>
              <a:rPr lang="en-US" altLang="zh-CN" sz="1400" dirty="0" err="1">
                <a:highlight>
                  <a:srgbClr val="003B76"/>
                </a:highlight>
              </a:rPr>
              <a:t>xn</a:t>
            </a:r>
            <a:r>
              <a:rPr lang="zh-CN" altLang="zh-CN" sz="1400" dirty="0">
                <a:highlight>
                  <a:srgbClr val="003B76"/>
                </a:highlight>
              </a:rPr>
              <a:t>) </a:t>
            </a:r>
          </a:p>
        </p:txBody>
      </p:sp>
      <p:sp>
        <p:nvSpPr>
          <p:cNvPr id="19" name="矩形 18">
            <a:extLst>
              <a:ext uri="{FF2B5EF4-FFF2-40B4-BE49-F238E27FC236}">
                <a16:creationId xmlns:a16="http://schemas.microsoft.com/office/drawing/2014/main" id="{9B621A08-22DE-4A97-A051-F2996B65360D}"/>
              </a:ext>
            </a:extLst>
          </p:cNvPr>
          <p:cNvSpPr/>
          <p:nvPr/>
        </p:nvSpPr>
        <p:spPr>
          <a:xfrm>
            <a:off x="6047508" y="1473590"/>
            <a:ext cx="2815603" cy="307777"/>
          </a:xfrm>
          <a:prstGeom prst="rect">
            <a:avLst/>
          </a:prstGeom>
          <a:solidFill>
            <a:srgbClr val="0070C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p>
            <a:pPr algn="dist"/>
            <a:r>
              <a:rPr lang="zh-CN" altLang="en-US" sz="1400" dirty="0">
                <a:highlight>
                  <a:srgbClr val="003B76"/>
                </a:highlight>
              </a:rPr>
              <a:t>表格变量</a:t>
            </a:r>
            <a:r>
              <a:rPr lang="zh-CN" altLang="zh-CN" sz="1400" dirty="0">
                <a:highlight>
                  <a:srgbClr val="003B76"/>
                </a:highlight>
              </a:rPr>
              <a:t> </a:t>
            </a:r>
            <a:r>
              <a:rPr lang="en-US" altLang="zh-CN" sz="1400" dirty="0">
                <a:highlight>
                  <a:srgbClr val="003B76"/>
                </a:highlight>
              </a:rPr>
              <a:t>T</a:t>
            </a:r>
            <a:r>
              <a:rPr lang="zh-CN" altLang="zh-CN" sz="1400" dirty="0">
                <a:highlight>
                  <a:srgbClr val="003B76"/>
                </a:highlight>
              </a:rPr>
              <a:t>= readtable(</a:t>
            </a:r>
            <a:r>
              <a:rPr lang="en-US" altLang="zh-CN" sz="1400" dirty="0">
                <a:highlight>
                  <a:srgbClr val="003B76"/>
                </a:highlight>
              </a:rPr>
              <a:t>“</a:t>
            </a:r>
            <a:r>
              <a:rPr lang="zh-CN" altLang="en-US" sz="1400" dirty="0">
                <a:highlight>
                  <a:srgbClr val="003B76"/>
                </a:highlight>
              </a:rPr>
              <a:t>文件名</a:t>
            </a:r>
            <a:r>
              <a:rPr lang="en-US" altLang="zh-CN" sz="1400" dirty="0">
                <a:highlight>
                  <a:srgbClr val="003B76"/>
                </a:highlight>
              </a:rPr>
              <a:t>”</a:t>
            </a:r>
            <a:r>
              <a:rPr lang="zh-CN" altLang="zh-CN" sz="1400" dirty="0">
                <a:highlight>
                  <a:srgbClr val="003B76"/>
                </a:highlight>
              </a:rPr>
              <a:t>) </a:t>
            </a:r>
            <a:endParaRPr lang="en-US" altLang="zh-CN" sz="1400" dirty="0">
              <a:highlight>
                <a:srgbClr val="003B76"/>
              </a:highlight>
            </a:endParaRPr>
          </a:p>
        </p:txBody>
      </p:sp>
      <p:sp>
        <p:nvSpPr>
          <p:cNvPr id="20" name="矩形 19">
            <a:extLst>
              <a:ext uri="{FF2B5EF4-FFF2-40B4-BE49-F238E27FC236}">
                <a16:creationId xmlns:a16="http://schemas.microsoft.com/office/drawing/2014/main" id="{4C16868B-E000-46AF-8E32-D13556F9AFD8}"/>
              </a:ext>
            </a:extLst>
          </p:cNvPr>
          <p:cNvSpPr/>
          <p:nvPr/>
        </p:nvSpPr>
        <p:spPr>
          <a:xfrm>
            <a:off x="3077151" y="742702"/>
            <a:ext cx="5709030" cy="338554"/>
          </a:xfrm>
          <a:prstGeom prst="rect">
            <a:avLst/>
          </a:prstGeom>
          <a:solidFill>
            <a:schemeClr val="bg1"/>
          </a:solidFill>
        </p:spPr>
        <p:txBody>
          <a:bodyPr wrap="square">
            <a:spAutoFit/>
          </a:bodyPr>
          <a:lstStyle/>
          <a:p>
            <a:pPr algn="dist"/>
            <a:r>
              <a:rPr lang="zh-CN" altLang="en-US" sz="1600" dirty="0">
                <a:solidFill>
                  <a:srgbClr val="FF0000"/>
                </a:solidFill>
                <a:latin typeface="微软雅黑" panose="020B0503020204020204" pitchFamily="34" charset="-122"/>
                <a:ea typeface="微软雅黑" panose="020B0503020204020204" pitchFamily="34" charset="-122"/>
              </a:rPr>
              <a:t>位于当前目录下的文件可以不用指明文件路径</a:t>
            </a:r>
          </a:p>
        </p:txBody>
      </p:sp>
    </p:spTree>
    <p:extLst>
      <p:ext uri="{BB962C8B-B14F-4D97-AF65-F5344CB8AC3E}">
        <p14:creationId xmlns:p14="http://schemas.microsoft.com/office/powerpoint/2010/main" val="19220432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0" grpId="0" animBg="1"/>
      <p:bldP spid="17" grpId="0" animBg="1"/>
      <p:bldP spid="18" grpId="0" animBg="1"/>
      <p:bldP spid="19"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a:extLst>
              <a:ext uri="{FF2B5EF4-FFF2-40B4-BE49-F238E27FC236}">
                <a16:creationId xmlns:a16="http://schemas.microsoft.com/office/drawing/2014/main" id="{951CA5A1-ED94-49E7-9F53-D4292D7000FA}"/>
              </a:ext>
            </a:extLst>
          </p:cNvPr>
          <p:cNvSpPr txBox="1">
            <a:spLocks/>
          </p:cNvSpPr>
          <p:nvPr/>
        </p:nvSpPr>
        <p:spPr bwMode="auto">
          <a:xfrm>
            <a:off x="6664944" y="1319750"/>
            <a:ext cx="2361243" cy="651204"/>
          </a:xfrm>
          <a:prstGeom prst="rect">
            <a:avLst/>
          </a:prstGeom>
          <a:solidFill>
            <a:schemeClr val="bg1"/>
          </a:solidFill>
          <a:ln w="9525">
            <a:noFill/>
            <a:miter lim="800000"/>
            <a:headEnd/>
            <a:tailEnd/>
          </a:ln>
        </p:spPr>
        <p:txBody>
          <a:bodyPr vert="horz" wrap="square" lIns="91440" tIns="45720" rIns="91440" bIns="45720" numCol="1" anchor="t" anchorCtr="0" compatLnSpc="1">
            <a:prstTxWarp prst="textNoShape">
              <a:avLst/>
            </a:prstTxWarp>
            <a:spAutoFit/>
          </a:bodyPr>
          <a:lstStyle>
            <a:lvl1pPr marL="177800" indent="-177800" algn="l" rtl="0" eaLnBrk="0" fontAlgn="base" hangingPunct="0">
              <a:lnSpc>
                <a:spcPct val="110000"/>
              </a:lnSpc>
              <a:spcBef>
                <a:spcPct val="0"/>
              </a:spcBef>
              <a:spcAft>
                <a:spcPct val="0"/>
              </a:spcAft>
              <a:buFont typeface="Wingdings" panose="05000000000000000000" pitchFamily="2" charset="2"/>
              <a:buChar char="Ø"/>
              <a:defRPr sz="2800" b="0">
                <a:solidFill>
                  <a:srgbClr val="002060"/>
                </a:solidFill>
                <a:latin typeface="华文楷体" panose="02010600040101010101" pitchFamily="2" charset="-122"/>
                <a:ea typeface="华文楷体" panose="02010600040101010101" pitchFamily="2" charset="-122"/>
                <a:cs typeface="+mn-cs"/>
              </a:defRPr>
            </a:lvl1pPr>
            <a:lvl2pPr marL="635000" indent="-177800" algn="l" rtl="0" eaLnBrk="0" fontAlgn="base" hangingPunct="0">
              <a:lnSpc>
                <a:spcPct val="110000"/>
              </a:lnSpc>
              <a:spcBef>
                <a:spcPct val="0"/>
              </a:spcBef>
              <a:spcAft>
                <a:spcPct val="0"/>
              </a:spcAft>
              <a:buFont typeface="Wingdings" panose="05000000000000000000" pitchFamily="2" charset="2"/>
              <a:buChar char="Ø"/>
              <a:defRPr sz="2400" b="0">
                <a:solidFill>
                  <a:srgbClr val="002060"/>
                </a:solidFill>
                <a:latin typeface="华文楷体" panose="02010600040101010101" pitchFamily="2" charset="-122"/>
                <a:ea typeface="华文楷体" panose="02010600040101010101" pitchFamily="2" charset="-122"/>
              </a:defRPr>
            </a:lvl2pPr>
            <a:lvl3pPr marL="1092200" indent="-177800" algn="l" rtl="0" eaLnBrk="0" fontAlgn="base" hangingPunct="0">
              <a:lnSpc>
                <a:spcPct val="110000"/>
              </a:lnSpc>
              <a:spcBef>
                <a:spcPct val="0"/>
              </a:spcBef>
              <a:spcAft>
                <a:spcPct val="0"/>
              </a:spcAft>
              <a:buFont typeface="Wingdings" panose="05000000000000000000" pitchFamily="2" charset="2"/>
              <a:buChar char="Ø"/>
              <a:defRPr sz="2400" b="0">
                <a:solidFill>
                  <a:srgbClr val="002060"/>
                </a:solidFill>
                <a:latin typeface="华文楷体" panose="02010600040101010101" pitchFamily="2" charset="-122"/>
                <a:ea typeface="华文楷体" panose="02010600040101010101" pitchFamily="2" charset="-122"/>
              </a:defRPr>
            </a:lvl3pPr>
            <a:lvl4pPr marL="1549400" indent="-177800" algn="l" rtl="0" eaLnBrk="0" fontAlgn="base" hangingPunct="0">
              <a:lnSpc>
                <a:spcPct val="110000"/>
              </a:lnSpc>
              <a:spcBef>
                <a:spcPct val="0"/>
              </a:spcBef>
              <a:spcAft>
                <a:spcPct val="0"/>
              </a:spcAft>
              <a:buFont typeface="Wingdings" panose="05000000000000000000" pitchFamily="2" charset="2"/>
              <a:buChar char="Ø"/>
              <a:defRPr sz="2000" b="0">
                <a:solidFill>
                  <a:srgbClr val="002060"/>
                </a:solidFill>
                <a:latin typeface="华文楷体" panose="02010600040101010101" pitchFamily="2" charset="-122"/>
                <a:ea typeface="华文楷体" panose="02010600040101010101" pitchFamily="2" charset="-122"/>
              </a:defRPr>
            </a:lvl4pPr>
            <a:lvl5pPr marL="2006600" indent="-177800" algn="l" rtl="0" eaLnBrk="0" fontAlgn="base" hangingPunct="0">
              <a:lnSpc>
                <a:spcPct val="110000"/>
              </a:lnSpc>
              <a:spcBef>
                <a:spcPct val="0"/>
              </a:spcBef>
              <a:spcAft>
                <a:spcPct val="0"/>
              </a:spcAft>
              <a:buFont typeface="Wingdings" panose="05000000000000000000" pitchFamily="2" charset="2"/>
              <a:buChar char="Ø"/>
              <a:defRPr sz="2000" b="0">
                <a:solidFill>
                  <a:srgbClr val="002060"/>
                </a:solidFill>
                <a:latin typeface="华文楷体" panose="02010600040101010101" pitchFamily="2" charset="-122"/>
                <a:ea typeface="华文楷体" panose="02010600040101010101" pitchFamily="2" charset="-122"/>
              </a:defRPr>
            </a:lvl5pPr>
            <a:lvl6pPr marL="2463800" indent="-177800" algn="l" rtl="0" eaLnBrk="1" fontAlgn="base" hangingPunct="1">
              <a:lnSpc>
                <a:spcPct val="110000"/>
              </a:lnSpc>
              <a:spcBef>
                <a:spcPct val="0"/>
              </a:spcBef>
              <a:spcAft>
                <a:spcPct val="0"/>
              </a:spcAft>
              <a:buChar char="•"/>
              <a:defRPr b="1">
                <a:solidFill>
                  <a:srgbClr val="002E5C"/>
                </a:solidFill>
                <a:latin typeface="+mn-lt"/>
              </a:defRPr>
            </a:lvl6pPr>
            <a:lvl7pPr marL="2921000" indent="-177800" algn="l" rtl="0" eaLnBrk="1" fontAlgn="base" hangingPunct="1">
              <a:lnSpc>
                <a:spcPct val="110000"/>
              </a:lnSpc>
              <a:spcBef>
                <a:spcPct val="0"/>
              </a:spcBef>
              <a:spcAft>
                <a:spcPct val="0"/>
              </a:spcAft>
              <a:buChar char="•"/>
              <a:defRPr b="1">
                <a:solidFill>
                  <a:srgbClr val="002E5C"/>
                </a:solidFill>
                <a:latin typeface="+mn-lt"/>
              </a:defRPr>
            </a:lvl7pPr>
            <a:lvl8pPr marL="3378200" indent="-177800" algn="l" rtl="0" eaLnBrk="1" fontAlgn="base" hangingPunct="1">
              <a:lnSpc>
                <a:spcPct val="110000"/>
              </a:lnSpc>
              <a:spcBef>
                <a:spcPct val="0"/>
              </a:spcBef>
              <a:spcAft>
                <a:spcPct val="0"/>
              </a:spcAft>
              <a:buChar char="•"/>
              <a:defRPr b="1">
                <a:solidFill>
                  <a:srgbClr val="002E5C"/>
                </a:solidFill>
                <a:latin typeface="+mn-lt"/>
              </a:defRPr>
            </a:lvl8pPr>
            <a:lvl9pPr marL="3835400" indent="-177800" algn="l" rtl="0" eaLnBrk="1" fontAlgn="base" hangingPunct="1">
              <a:lnSpc>
                <a:spcPct val="110000"/>
              </a:lnSpc>
              <a:spcBef>
                <a:spcPct val="0"/>
              </a:spcBef>
              <a:spcAft>
                <a:spcPct val="0"/>
              </a:spcAft>
              <a:buChar char="•"/>
              <a:defRPr b="1">
                <a:solidFill>
                  <a:srgbClr val="002E5C"/>
                </a:solidFill>
                <a:latin typeface="+mn-lt"/>
              </a:defRPr>
            </a:lvl9pPr>
          </a:lstStyle>
          <a:p>
            <a:pPr marL="0" indent="0">
              <a:lnSpc>
                <a:spcPts val="2300"/>
              </a:lnSpc>
              <a:buNone/>
            </a:pPr>
            <a:r>
              <a:rPr lang="en-US" altLang="zh-CN" sz="1400" b="1" kern="0" dirty="0">
                <a:solidFill>
                  <a:srgbClr val="00B0F0"/>
                </a:solidFill>
                <a:latin typeface="微软雅黑" panose="020B0503020204020204" pitchFamily="34" charset="-122"/>
                <a:ea typeface="微软雅黑" panose="020B0503020204020204" pitchFamily="34" charset="-122"/>
              </a:rPr>
              <a:t>table</a:t>
            </a:r>
            <a:r>
              <a:rPr lang="zh-CN" altLang="en-US" sz="1400" b="1" kern="0" dirty="0">
                <a:solidFill>
                  <a:srgbClr val="00B0F0"/>
                </a:solidFill>
                <a:latin typeface="微软雅黑" panose="020B0503020204020204" pitchFamily="34" charset="-122"/>
                <a:ea typeface="微软雅黑" panose="020B0503020204020204" pitchFamily="34" charset="-122"/>
              </a:rPr>
              <a:t>表格形式的数组，其指定列可以有不同类型数据</a:t>
            </a:r>
          </a:p>
        </p:txBody>
      </p:sp>
      <p:sp>
        <p:nvSpPr>
          <p:cNvPr id="7" name="标题 1">
            <a:extLst>
              <a:ext uri="{FF2B5EF4-FFF2-40B4-BE49-F238E27FC236}">
                <a16:creationId xmlns:a16="http://schemas.microsoft.com/office/drawing/2014/main" id="{55667FD8-8D7C-488E-A5FD-DACC9273A480}"/>
              </a:ext>
            </a:extLst>
          </p:cNvPr>
          <p:cNvSpPr txBox="1">
            <a:spLocks/>
          </p:cNvSpPr>
          <p:nvPr/>
        </p:nvSpPr>
        <p:spPr bwMode="auto">
          <a:xfrm>
            <a:off x="611560" y="261647"/>
            <a:ext cx="6696744" cy="362006"/>
          </a:xfrm>
          <a:prstGeom prst="rect">
            <a:avLst/>
          </a:prstGeom>
          <a:noFill/>
          <a:ln w="9525">
            <a:noFill/>
            <a:miter lim="800000"/>
            <a:headEnd/>
            <a:tailEnd/>
          </a:ln>
        </p:spPr>
        <p:txBody>
          <a:bodyPr vert="horz" wrap="none" lIns="91440" tIns="45720" rIns="91440" bIns="45720" numCol="1" anchor="b" anchorCtr="0" compatLnSpc="1">
            <a:prstTxWarp prst="textNoShape">
              <a:avLst/>
            </a:prstTxWarp>
          </a:bodyPr>
          <a:lstStyle>
            <a:lvl1pPr algn="l" rtl="0" eaLnBrk="0" fontAlgn="base" hangingPunct="0">
              <a:lnSpc>
                <a:spcPct val="85000"/>
              </a:lnSpc>
              <a:spcBef>
                <a:spcPct val="0"/>
              </a:spcBef>
              <a:spcAft>
                <a:spcPct val="0"/>
              </a:spcAft>
              <a:defRPr sz="3200" b="0">
                <a:solidFill>
                  <a:srgbClr val="002060"/>
                </a:solidFill>
                <a:latin typeface="华文楷体" panose="02010600040101010101" pitchFamily="2" charset="-122"/>
                <a:ea typeface="华文楷体" panose="02010600040101010101" pitchFamily="2" charset="-122"/>
                <a:cs typeface="+mj-cs"/>
              </a:defRPr>
            </a:lvl1pPr>
            <a:lvl2pPr algn="l" rtl="0" eaLnBrk="0" fontAlgn="base" hangingPunct="0">
              <a:lnSpc>
                <a:spcPct val="85000"/>
              </a:lnSpc>
              <a:spcBef>
                <a:spcPct val="0"/>
              </a:spcBef>
              <a:spcAft>
                <a:spcPct val="0"/>
              </a:spcAft>
              <a:defRPr sz="3400" b="1">
                <a:solidFill>
                  <a:srgbClr val="002E5C"/>
                </a:solidFill>
                <a:latin typeface="Helvetica" pitchFamily="34" charset="0"/>
              </a:defRPr>
            </a:lvl2pPr>
            <a:lvl3pPr algn="l" rtl="0" eaLnBrk="0" fontAlgn="base" hangingPunct="0">
              <a:lnSpc>
                <a:spcPct val="85000"/>
              </a:lnSpc>
              <a:spcBef>
                <a:spcPct val="0"/>
              </a:spcBef>
              <a:spcAft>
                <a:spcPct val="0"/>
              </a:spcAft>
              <a:defRPr sz="3400" b="1">
                <a:solidFill>
                  <a:srgbClr val="002E5C"/>
                </a:solidFill>
                <a:latin typeface="Helvetica" pitchFamily="34" charset="0"/>
              </a:defRPr>
            </a:lvl3pPr>
            <a:lvl4pPr algn="l" rtl="0" eaLnBrk="0" fontAlgn="base" hangingPunct="0">
              <a:lnSpc>
                <a:spcPct val="85000"/>
              </a:lnSpc>
              <a:spcBef>
                <a:spcPct val="0"/>
              </a:spcBef>
              <a:spcAft>
                <a:spcPct val="0"/>
              </a:spcAft>
              <a:defRPr sz="3400" b="1">
                <a:solidFill>
                  <a:srgbClr val="002E5C"/>
                </a:solidFill>
                <a:latin typeface="Helvetica" pitchFamily="34" charset="0"/>
              </a:defRPr>
            </a:lvl4pPr>
            <a:lvl5pPr algn="l" rtl="0" eaLnBrk="0" fontAlgn="base" hangingPunct="0">
              <a:lnSpc>
                <a:spcPct val="85000"/>
              </a:lnSpc>
              <a:spcBef>
                <a:spcPct val="0"/>
              </a:spcBef>
              <a:spcAft>
                <a:spcPct val="0"/>
              </a:spcAft>
              <a:defRPr sz="3400" b="1">
                <a:solidFill>
                  <a:srgbClr val="002E5C"/>
                </a:solidFill>
                <a:latin typeface="Helvetica" pitchFamily="34" charset="0"/>
              </a:defRPr>
            </a:lvl5pPr>
            <a:lvl6pPr marL="457200" algn="l" rtl="0" eaLnBrk="1" fontAlgn="base" hangingPunct="1">
              <a:lnSpc>
                <a:spcPct val="85000"/>
              </a:lnSpc>
              <a:spcBef>
                <a:spcPct val="0"/>
              </a:spcBef>
              <a:spcAft>
                <a:spcPct val="0"/>
              </a:spcAft>
              <a:defRPr sz="3400" b="1">
                <a:solidFill>
                  <a:srgbClr val="002E5C"/>
                </a:solidFill>
                <a:latin typeface="Helvetica" pitchFamily="34" charset="0"/>
              </a:defRPr>
            </a:lvl6pPr>
            <a:lvl7pPr marL="914400" algn="l" rtl="0" eaLnBrk="1" fontAlgn="base" hangingPunct="1">
              <a:lnSpc>
                <a:spcPct val="85000"/>
              </a:lnSpc>
              <a:spcBef>
                <a:spcPct val="0"/>
              </a:spcBef>
              <a:spcAft>
                <a:spcPct val="0"/>
              </a:spcAft>
              <a:defRPr sz="3400" b="1">
                <a:solidFill>
                  <a:srgbClr val="002E5C"/>
                </a:solidFill>
                <a:latin typeface="Helvetica" pitchFamily="34" charset="0"/>
              </a:defRPr>
            </a:lvl7pPr>
            <a:lvl8pPr marL="1371600" algn="l" rtl="0" eaLnBrk="1" fontAlgn="base" hangingPunct="1">
              <a:lnSpc>
                <a:spcPct val="85000"/>
              </a:lnSpc>
              <a:spcBef>
                <a:spcPct val="0"/>
              </a:spcBef>
              <a:spcAft>
                <a:spcPct val="0"/>
              </a:spcAft>
              <a:defRPr sz="3400" b="1">
                <a:solidFill>
                  <a:srgbClr val="002E5C"/>
                </a:solidFill>
                <a:latin typeface="Helvetica" pitchFamily="34" charset="0"/>
              </a:defRPr>
            </a:lvl8pPr>
            <a:lvl9pPr marL="1828800" algn="l" rtl="0" eaLnBrk="1" fontAlgn="base" hangingPunct="1">
              <a:lnSpc>
                <a:spcPct val="85000"/>
              </a:lnSpc>
              <a:spcBef>
                <a:spcPct val="0"/>
              </a:spcBef>
              <a:spcAft>
                <a:spcPct val="0"/>
              </a:spcAft>
              <a:defRPr sz="3400" b="1">
                <a:solidFill>
                  <a:srgbClr val="002E5C"/>
                </a:solidFill>
                <a:latin typeface="Helvetica" pitchFamily="34" charset="0"/>
              </a:defRPr>
            </a:lvl9pPr>
          </a:lstStyle>
          <a:p>
            <a:r>
              <a:rPr lang="en-US" altLang="zh-CN" sz="3000" kern="0" dirty="0">
                <a:solidFill>
                  <a:srgbClr val="0070C0"/>
                </a:solidFill>
              </a:rPr>
              <a:t>§1.4.2  </a:t>
            </a:r>
            <a:r>
              <a:rPr lang="zh-CN" altLang="en-US" sz="3000" dirty="0">
                <a:solidFill>
                  <a:srgbClr val="0070C0"/>
                </a:solidFill>
              </a:rPr>
              <a:t>列表</a:t>
            </a:r>
            <a:r>
              <a:rPr lang="en-US" altLang="zh-CN" sz="3000" dirty="0">
                <a:solidFill>
                  <a:srgbClr val="0070C0"/>
                </a:solidFill>
              </a:rPr>
              <a:t>table</a:t>
            </a:r>
            <a:r>
              <a:rPr lang="en-US" altLang="zh-CN" sz="3000" kern="0" dirty="0">
                <a:solidFill>
                  <a:srgbClr val="0070C0"/>
                </a:solidFill>
              </a:rPr>
              <a:t> </a:t>
            </a:r>
            <a:r>
              <a:rPr lang="en-US" altLang="zh-CN" sz="3000" kern="0" dirty="0">
                <a:solidFill>
                  <a:srgbClr val="FF0000"/>
                </a:solidFill>
              </a:rPr>
              <a:t>——</a:t>
            </a:r>
            <a:r>
              <a:rPr lang="en-US" altLang="zh-CN" sz="3000" kern="0" dirty="0" err="1">
                <a:solidFill>
                  <a:srgbClr val="FF0000"/>
                </a:solidFill>
              </a:rPr>
              <a:t>readtable</a:t>
            </a:r>
            <a:r>
              <a:rPr lang="zh-CN" altLang="en-US" sz="3000" kern="0" dirty="0">
                <a:solidFill>
                  <a:srgbClr val="FF0000"/>
                </a:solidFill>
              </a:rPr>
              <a:t>基于文件创建表格</a:t>
            </a:r>
          </a:p>
        </p:txBody>
      </p:sp>
      <p:sp>
        <p:nvSpPr>
          <p:cNvPr id="12" name="Rectangle 1">
            <a:extLst>
              <a:ext uri="{FF2B5EF4-FFF2-40B4-BE49-F238E27FC236}">
                <a16:creationId xmlns:a16="http://schemas.microsoft.com/office/drawing/2014/main" id="{AAB94E26-73AF-4FB0-B025-1E63F493913E}"/>
              </a:ext>
            </a:extLst>
          </p:cNvPr>
          <p:cNvSpPr>
            <a:spLocks noChangeArrowheads="1"/>
          </p:cNvSpPr>
          <p:nvPr/>
        </p:nvSpPr>
        <p:spPr bwMode="auto">
          <a:xfrm>
            <a:off x="153248" y="1146341"/>
            <a:ext cx="6511695" cy="3512794"/>
          </a:xfrm>
          <a:prstGeom prst="rect">
            <a:avLst/>
          </a:prstGeom>
          <a:noFill/>
          <a:ln w="9525">
            <a:noFill/>
            <a:miter lim="800000"/>
            <a:headEnd/>
            <a:tailEnd/>
          </a:ln>
          <a:effectLst/>
        </p:spPr>
        <p:txBody>
          <a:bodyPr vert="horz" wrap="square" lIns="0" tIns="28566" rIns="0" bIns="57132" numCol="1" anchor="ctr"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457200" indent="-457200">
              <a:lnSpc>
                <a:spcPts val="2900"/>
              </a:lnSpc>
              <a:buFont typeface="+mj-ea"/>
              <a:buAutoNum type="circleNumDbPlain"/>
            </a:pPr>
            <a:r>
              <a:rPr lang="zh-CN" altLang="en-US" sz="1600" b="1" dirty="0">
                <a:solidFill>
                  <a:srgbClr val="0070C0"/>
                </a:solidFill>
                <a:latin typeface="微软雅黑 Light" panose="020B0502040204020203" pitchFamily="34" charset="-122"/>
                <a:ea typeface="微软雅黑 Light" panose="020B0502040204020203" pitchFamily="34" charset="-122"/>
              </a:rPr>
              <a:t>读取带有扩展名</a:t>
            </a:r>
            <a:r>
              <a:rPr lang="en-US" altLang="zh-CN" sz="1600" b="1" dirty="0">
                <a:solidFill>
                  <a:srgbClr val="0070C0"/>
                </a:solidFill>
                <a:latin typeface="微软雅黑 Light" panose="020B0502040204020203" pitchFamily="34" charset="-122"/>
                <a:ea typeface="微软雅黑 Light" panose="020B0502040204020203" pitchFamily="34" charset="-122"/>
              </a:rPr>
              <a:t>filename</a:t>
            </a:r>
            <a:r>
              <a:rPr lang="zh-CN" altLang="en-US" sz="1600" b="1" dirty="0">
                <a:solidFill>
                  <a:srgbClr val="0070C0"/>
                </a:solidFill>
                <a:latin typeface="微软雅黑 Light" panose="020B0502040204020203" pitchFamily="34" charset="-122"/>
                <a:ea typeface="微软雅黑 Light" panose="020B0502040204020203" pitchFamily="34" charset="-122"/>
              </a:rPr>
              <a:t>文件，指定为字符串标量</a:t>
            </a:r>
            <a:endParaRPr lang="en-US" altLang="zh-CN" sz="1600" b="1" dirty="0">
              <a:solidFill>
                <a:srgbClr val="0070C0"/>
              </a:solidFill>
              <a:latin typeface="微软雅黑 Light" panose="020B0502040204020203" pitchFamily="34" charset="-122"/>
              <a:ea typeface="微软雅黑 Light" panose="020B0502040204020203" pitchFamily="34" charset="-122"/>
            </a:endParaRPr>
          </a:p>
          <a:p>
            <a:pPr marL="457200" indent="-457200">
              <a:lnSpc>
                <a:spcPts val="2900"/>
              </a:lnSpc>
              <a:buFont typeface="+mj-ea"/>
              <a:buAutoNum type="circleNumDbPlain"/>
            </a:pPr>
            <a:r>
              <a:rPr lang="en-US" altLang="zh-CN" sz="1600" b="1" dirty="0">
                <a:solidFill>
                  <a:srgbClr val="0070C0"/>
                </a:solidFill>
                <a:latin typeface="微软雅黑 Light" panose="020B0502040204020203" pitchFamily="34" charset="-122"/>
                <a:ea typeface="微软雅黑 Light" panose="020B0502040204020203" pitchFamily="34" charset="-122"/>
              </a:rPr>
              <a:t>readtable </a:t>
            </a:r>
            <a:r>
              <a:rPr lang="zh-CN" altLang="en-US" sz="1600" b="1" dirty="0">
                <a:solidFill>
                  <a:srgbClr val="0070C0"/>
                </a:solidFill>
                <a:latin typeface="微软雅黑 Light" panose="020B0502040204020203" pitchFamily="34" charset="-122"/>
                <a:ea typeface="微软雅黑 Light" panose="020B0502040204020203" pitchFamily="34" charset="-122"/>
              </a:rPr>
              <a:t>基于文件扩展名确定文件格式，</a:t>
            </a:r>
            <a:r>
              <a:rPr lang="en-US" altLang="zh-CN" sz="1600" b="1" dirty="0">
                <a:solidFill>
                  <a:srgbClr val="0070C0"/>
                </a:solidFill>
                <a:latin typeface="微软雅黑 Light" panose="020B0502040204020203" pitchFamily="34" charset="-122"/>
                <a:ea typeface="微软雅黑 Light" panose="020B0502040204020203" pitchFamily="34" charset="-122"/>
              </a:rPr>
              <a:t>.xlsx</a:t>
            </a:r>
            <a:r>
              <a:rPr lang="zh-CN" altLang="en-US" sz="1600" b="1" dirty="0">
                <a:solidFill>
                  <a:srgbClr val="0070C0"/>
                </a:solidFill>
                <a:latin typeface="微软雅黑 Light" panose="020B0502040204020203" pitchFamily="34" charset="-122"/>
                <a:ea typeface="微软雅黑 Light" panose="020B0502040204020203" pitchFamily="34" charset="-122"/>
              </a:rPr>
              <a:t>（电子表格文件）、</a:t>
            </a:r>
            <a:r>
              <a:rPr lang="en-US" altLang="zh-CN" sz="1600" b="1" dirty="0">
                <a:solidFill>
                  <a:srgbClr val="0070C0"/>
                </a:solidFill>
                <a:latin typeface="微软雅黑 Light" panose="020B0502040204020203" pitchFamily="34" charset="-122"/>
                <a:ea typeface="微软雅黑 Light" panose="020B0502040204020203" pitchFamily="34" charset="-122"/>
              </a:rPr>
              <a:t>.txt</a:t>
            </a:r>
            <a:r>
              <a:rPr lang="zh-CN" altLang="en-US" sz="1600" b="1" dirty="0">
                <a:solidFill>
                  <a:srgbClr val="0070C0"/>
                </a:solidFill>
                <a:latin typeface="微软雅黑 Light" panose="020B0502040204020203" pitchFamily="34" charset="-122"/>
                <a:ea typeface="微软雅黑 Light" panose="020B0502040204020203" pitchFamily="34" charset="-122"/>
              </a:rPr>
              <a:t>、</a:t>
            </a:r>
            <a:r>
              <a:rPr lang="en-US" altLang="zh-CN" sz="1600" b="1" dirty="0">
                <a:solidFill>
                  <a:srgbClr val="0070C0"/>
                </a:solidFill>
                <a:latin typeface="微软雅黑 Light" panose="020B0502040204020203" pitchFamily="34" charset="-122"/>
                <a:ea typeface="微软雅黑 Light" panose="020B0502040204020203" pitchFamily="34" charset="-122"/>
              </a:rPr>
              <a:t>.</a:t>
            </a:r>
            <a:r>
              <a:rPr lang="en-US" altLang="zh-CN" sz="1600" b="1" dirty="0" err="1">
                <a:solidFill>
                  <a:srgbClr val="0070C0"/>
                </a:solidFill>
                <a:latin typeface="微软雅黑 Light" panose="020B0502040204020203" pitchFamily="34" charset="-122"/>
                <a:ea typeface="微软雅黑 Light" panose="020B0502040204020203" pitchFamily="34" charset="-122"/>
              </a:rPr>
              <a:t>dat</a:t>
            </a:r>
            <a:r>
              <a:rPr lang="en-US" altLang="zh-CN" sz="1600" b="1" dirty="0">
                <a:solidFill>
                  <a:srgbClr val="0070C0"/>
                </a:solidFill>
                <a:latin typeface="微软雅黑 Light" panose="020B0502040204020203" pitchFamily="34" charset="-122"/>
                <a:ea typeface="微软雅黑 Light" panose="020B0502040204020203" pitchFamily="34" charset="-122"/>
              </a:rPr>
              <a:t> </a:t>
            </a:r>
            <a:r>
              <a:rPr lang="zh-CN" altLang="en-US" sz="1600" b="1" dirty="0">
                <a:solidFill>
                  <a:srgbClr val="0070C0"/>
                </a:solidFill>
                <a:latin typeface="微软雅黑 Light" panose="020B0502040204020203" pitchFamily="34" charset="-122"/>
                <a:ea typeface="微软雅黑 Light" panose="020B0502040204020203" pitchFamily="34" charset="-122"/>
              </a:rPr>
              <a:t>或 </a:t>
            </a:r>
            <a:r>
              <a:rPr lang="en-US" altLang="zh-CN" sz="1600" b="1" dirty="0">
                <a:solidFill>
                  <a:srgbClr val="0070C0"/>
                </a:solidFill>
                <a:latin typeface="微软雅黑 Light" panose="020B0502040204020203" pitchFamily="34" charset="-122"/>
                <a:ea typeface="微软雅黑 Light" panose="020B0502040204020203" pitchFamily="34" charset="-122"/>
              </a:rPr>
              <a:t>.csv</a:t>
            </a:r>
            <a:r>
              <a:rPr lang="zh-CN" altLang="en-US" sz="1600" b="1" dirty="0">
                <a:solidFill>
                  <a:srgbClr val="0070C0"/>
                </a:solidFill>
                <a:latin typeface="微软雅黑 Light" panose="020B0502040204020203" pitchFamily="34" charset="-122"/>
                <a:ea typeface="微软雅黑 Light" panose="020B0502040204020203" pitchFamily="34" charset="-122"/>
              </a:rPr>
              <a:t>（带分隔符的文本文件）</a:t>
            </a:r>
            <a:endParaRPr lang="en-US" altLang="zh-CN" sz="1600" b="1" dirty="0">
              <a:solidFill>
                <a:srgbClr val="0070C0"/>
              </a:solidFill>
              <a:latin typeface="微软雅黑 Light" panose="020B0502040204020203" pitchFamily="34" charset="-122"/>
              <a:ea typeface="微软雅黑 Light" panose="020B0502040204020203" pitchFamily="34" charset="-122"/>
            </a:endParaRPr>
          </a:p>
          <a:p>
            <a:pPr marL="457200" indent="-457200">
              <a:lnSpc>
                <a:spcPts val="2900"/>
              </a:lnSpc>
              <a:buFont typeface="+mj-ea"/>
              <a:buAutoNum type="circleNumDbPlain"/>
            </a:pPr>
            <a:r>
              <a:rPr lang="en-US" altLang="zh-CN" sz="1600" b="1" dirty="0">
                <a:solidFill>
                  <a:srgbClr val="0070C0"/>
                </a:solidFill>
                <a:latin typeface="微软雅黑 Light" panose="020B0502040204020203" pitchFamily="34" charset="-122"/>
                <a:ea typeface="微软雅黑 Light" panose="020B0502040204020203" pitchFamily="34" charset="-122"/>
              </a:rPr>
              <a:t>filename</a:t>
            </a:r>
            <a:r>
              <a:rPr lang="zh-CN" altLang="en-US" sz="1600" b="1" dirty="0">
                <a:solidFill>
                  <a:srgbClr val="0070C0"/>
                </a:solidFill>
                <a:latin typeface="微软雅黑 Light" panose="020B0502040204020203" pitchFamily="34" charset="-122"/>
                <a:ea typeface="微软雅黑 Light" panose="020B0502040204020203" pitchFamily="34" charset="-122"/>
              </a:rPr>
              <a:t>在当前目录文件夹，直接读取文件名</a:t>
            </a:r>
            <a:r>
              <a:rPr lang="en-US" altLang="zh-CN" sz="1600" b="1" dirty="0">
                <a:solidFill>
                  <a:srgbClr val="0070C0"/>
                </a:solidFill>
                <a:latin typeface="微软雅黑 Light" panose="020B0502040204020203" pitchFamily="34" charset="-122"/>
                <a:ea typeface="微软雅黑 Light" panose="020B0502040204020203" pitchFamily="34" charset="-122"/>
              </a:rPr>
              <a:t>filename</a:t>
            </a:r>
            <a:r>
              <a:rPr lang="zh-CN" altLang="en-US" sz="1600" b="1" dirty="0">
                <a:solidFill>
                  <a:srgbClr val="0070C0"/>
                </a:solidFill>
                <a:latin typeface="微软雅黑 Light" panose="020B0502040204020203" pitchFamily="34" charset="-122"/>
                <a:ea typeface="微软雅黑 Light" panose="020B0502040204020203" pitchFamily="34" charset="-122"/>
              </a:rPr>
              <a:t>，文件不在当前文件夹指定完整或相对路径名</a:t>
            </a:r>
            <a:endParaRPr lang="en-US" altLang="zh-CN" sz="1600" b="1" dirty="0">
              <a:solidFill>
                <a:srgbClr val="0070C0"/>
              </a:solidFill>
              <a:latin typeface="微软雅黑 Light" panose="020B0502040204020203" pitchFamily="34" charset="-122"/>
              <a:ea typeface="微软雅黑 Light" panose="020B0502040204020203" pitchFamily="34" charset="-122"/>
            </a:endParaRPr>
          </a:p>
          <a:p>
            <a:pPr marL="457200" indent="-457200">
              <a:lnSpc>
                <a:spcPts val="2900"/>
              </a:lnSpc>
              <a:buFont typeface="+mj-ea"/>
              <a:buAutoNum type="circleNumDbPlain"/>
            </a:pPr>
            <a:r>
              <a:rPr lang="en-US" altLang="zh-CN" sz="1600" b="1" dirty="0" err="1">
                <a:solidFill>
                  <a:srgbClr val="0070C0"/>
                </a:solidFill>
                <a:latin typeface="微软雅黑 Light" panose="020B0502040204020203" pitchFamily="34" charset="-122"/>
                <a:ea typeface="微软雅黑 Light" panose="020B0502040204020203" pitchFamily="34" charset="-122"/>
              </a:rPr>
              <a:t>readtable</a:t>
            </a:r>
            <a:r>
              <a:rPr lang="zh-CN" altLang="en-US" sz="1600" b="1" dirty="0">
                <a:solidFill>
                  <a:srgbClr val="0070C0"/>
                </a:solidFill>
                <a:latin typeface="微软雅黑 Light" panose="020B0502040204020203" pitchFamily="34" charset="-122"/>
                <a:ea typeface="微软雅黑 Light" panose="020B0502040204020203" pitchFamily="34" charset="-122"/>
              </a:rPr>
              <a:t>为该文件中每列在表格</a:t>
            </a:r>
            <a:r>
              <a:rPr lang="en-US" altLang="zh-CN" sz="1600" b="1" dirty="0">
                <a:solidFill>
                  <a:srgbClr val="0070C0"/>
                </a:solidFill>
                <a:latin typeface="微软雅黑 Light" panose="020B0502040204020203" pitchFamily="34" charset="-122"/>
                <a:ea typeface="微软雅黑 Light" panose="020B0502040204020203" pitchFamily="34" charset="-122"/>
              </a:rPr>
              <a:t>T</a:t>
            </a:r>
            <a:r>
              <a:rPr lang="zh-CN" altLang="en-US" sz="1600" b="1" dirty="0">
                <a:solidFill>
                  <a:srgbClr val="0070C0"/>
                </a:solidFill>
                <a:latin typeface="微软雅黑 Light" panose="020B0502040204020203" pitchFamily="34" charset="-122"/>
                <a:ea typeface="微软雅黑 Light" panose="020B0502040204020203" pitchFamily="34" charset="-122"/>
              </a:rPr>
              <a:t>中创建一个变量，并从文件的第一行中读取变量名称 </a:t>
            </a:r>
            <a:endParaRPr lang="en-US" altLang="zh-CN" sz="1600" b="1" dirty="0">
              <a:solidFill>
                <a:srgbClr val="0070C0"/>
              </a:solidFill>
              <a:latin typeface="微软雅黑 Light" panose="020B0502040204020203" pitchFamily="34" charset="-122"/>
              <a:ea typeface="微软雅黑 Light" panose="020B0502040204020203" pitchFamily="34" charset="-122"/>
            </a:endParaRPr>
          </a:p>
          <a:p>
            <a:pPr marL="457200" indent="-457200">
              <a:lnSpc>
                <a:spcPts val="2900"/>
              </a:lnSpc>
              <a:buFont typeface="+mj-ea"/>
              <a:buAutoNum type="circleNumDbPlain"/>
            </a:pPr>
            <a:r>
              <a:rPr lang="en-US" altLang="zh-CN" sz="1600" b="1" dirty="0">
                <a:solidFill>
                  <a:srgbClr val="0070C0"/>
                </a:solidFill>
                <a:latin typeface="微软雅黑 Light" panose="020B0502040204020203" pitchFamily="34" charset="-122"/>
                <a:ea typeface="微软雅黑 Light" panose="020B0502040204020203" pitchFamily="34" charset="-122"/>
              </a:rPr>
              <a:t>readtable</a:t>
            </a:r>
            <a:r>
              <a:rPr lang="zh-CN" altLang="en-US" sz="1600" b="1" dirty="0">
                <a:solidFill>
                  <a:srgbClr val="0070C0"/>
                </a:solidFill>
                <a:latin typeface="微软雅黑 Light" panose="020B0502040204020203" pitchFamily="34" charset="-122"/>
                <a:ea typeface="微软雅黑 Light" panose="020B0502040204020203" pitchFamily="34" charset="-122"/>
              </a:rPr>
              <a:t> 会根据在输入文件的每列中检测到的数据值来创建具有适当数据类型的变量</a:t>
            </a:r>
            <a:endParaRPr lang="en-US" altLang="zh-CN" sz="1600" b="1" dirty="0">
              <a:solidFill>
                <a:srgbClr val="0070C0"/>
              </a:solidFill>
              <a:latin typeface="微软雅黑 Light" panose="020B0502040204020203" pitchFamily="34" charset="-122"/>
              <a:ea typeface="微软雅黑 Light" panose="020B0502040204020203" pitchFamily="34" charset="-122"/>
            </a:endParaRPr>
          </a:p>
        </p:txBody>
      </p:sp>
      <p:sp>
        <p:nvSpPr>
          <p:cNvPr id="8" name="内容占位符 2">
            <a:extLst>
              <a:ext uri="{FF2B5EF4-FFF2-40B4-BE49-F238E27FC236}">
                <a16:creationId xmlns:a16="http://schemas.microsoft.com/office/drawing/2014/main" id="{D4699D9C-F3C9-4971-9211-8D5D6D0C5B6C}"/>
              </a:ext>
            </a:extLst>
          </p:cNvPr>
          <p:cNvSpPr>
            <a:spLocks noGrp="1"/>
          </p:cNvSpPr>
          <p:nvPr>
            <p:ph idx="1"/>
          </p:nvPr>
        </p:nvSpPr>
        <p:spPr>
          <a:xfrm>
            <a:off x="120984" y="755911"/>
            <a:ext cx="5142054" cy="447687"/>
          </a:xfrm>
          <a:solidFill>
            <a:schemeClr val="bg1"/>
          </a:solidFill>
        </p:spPr>
        <p:txBody>
          <a:bodyPr/>
          <a:lstStyle/>
          <a:p>
            <a:pPr marL="0" indent="0" algn="dist">
              <a:buNone/>
            </a:pPr>
            <a:r>
              <a:rPr lang="en-US" altLang="zh-CN" sz="2200" b="1" i="0" dirty="0">
                <a:solidFill>
                  <a:srgbClr val="0070C0"/>
                </a:solidFill>
                <a:effectLst/>
                <a:latin typeface="-apple-system"/>
              </a:rPr>
              <a:t>readtable</a:t>
            </a:r>
            <a:r>
              <a:rPr lang="zh-CN" altLang="en-US" sz="2200" b="1" i="0" dirty="0">
                <a:solidFill>
                  <a:srgbClr val="0070C0"/>
                </a:solidFill>
                <a:effectLst/>
                <a:latin typeface="微软雅黑" panose="020B0503020204020204" pitchFamily="34" charset="-122"/>
                <a:ea typeface="微软雅黑" panose="020B0503020204020204" pitchFamily="34" charset="-122"/>
              </a:rPr>
              <a:t>基于文件创建表</a:t>
            </a:r>
            <a:r>
              <a:rPr lang="en-US" altLang="zh-CN" sz="2200" b="1" i="0" dirty="0">
                <a:solidFill>
                  <a:srgbClr val="0070C0"/>
                </a:solidFill>
                <a:effectLst/>
                <a:latin typeface="微软雅黑" panose="020B0503020204020204" pitchFamily="34" charset="-122"/>
                <a:ea typeface="微软雅黑" panose="020B0503020204020204" pitchFamily="34" charset="-122"/>
              </a:rPr>
              <a:t>T</a:t>
            </a:r>
            <a:r>
              <a:rPr lang="zh-CN" altLang="en-US" sz="2200" b="1" i="0" dirty="0">
                <a:solidFill>
                  <a:srgbClr val="0070C0"/>
                </a:solidFill>
                <a:effectLst/>
                <a:latin typeface="微软雅黑" panose="020B0503020204020204" pitchFamily="34" charset="-122"/>
                <a:ea typeface="微软雅黑" panose="020B0503020204020204" pitchFamily="34" charset="-122"/>
              </a:rPr>
              <a:t>的调用格式</a:t>
            </a:r>
            <a:r>
              <a:rPr lang="en-US" altLang="zh-CN" sz="2200" b="1" i="0" dirty="0">
                <a:effectLst/>
                <a:latin typeface="-apple-system"/>
              </a:rPr>
              <a:t>:</a:t>
            </a:r>
            <a:endParaRPr lang="zh-CN" altLang="en-US" sz="2200" b="1" dirty="0"/>
          </a:p>
        </p:txBody>
      </p:sp>
      <p:sp>
        <p:nvSpPr>
          <p:cNvPr id="11" name="矩形 10">
            <a:extLst>
              <a:ext uri="{FF2B5EF4-FFF2-40B4-BE49-F238E27FC236}">
                <a16:creationId xmlns:a16="http://schemas.microsoft.com/office/drawing/2014/main" id="{75685BFD-CBA3-4A4E-97C4-FB3484BCF7E8}"/>
              </a:ext>
            </a:extLst>
          </p:cNvPr>
          <p:cNvSpPr/>
          <p:nvPr/>
        </p:nvSpPr>
        <p:spPr>
          <a:xfrm>
            <a:off x="5263038" y="792252"/>
            <a:ext cx="3629442" cy="353943"/>
          </a:xfrm>
          <a:prstGeom prst="rect">
            <a:avLst/>
          </a:prstGeom>
          <a:solidFill>
            <a:srgbClr val="0070C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p>
            <a:pPr lvl="0" algn="dist" eaLnBrk="0" hangingPunct="0"/>
            <a:r>
              <a:rPr lang="zh-CN" altLang="zh-CN" sz="1700" b="1" dirty="0">
                <a:solidFill>
                  <a:schemeClr val="bg1">
                    <a:lumMod val="95000"/>
                  </a:schemeClr>
                </a:solidFill>
                <a:latin typeface="Arial Unicode MS"/>
                <a:ea typeface="source-code-pro"/>
              </a:rPr>
              <a:t>T = readtable(</a:t>
            </a:r>
            <a:r>
              <a:rPr lang="en-US" altLang="zh-CN" sz="1700" b="1" dirty="0">
                <a:solidFill>
                  <a:schemeClr val="bg1">
                    <a:lumMod val="95000"/>
                  </a:schemeClr>
                </a:solidFill>
                <a:latin typeface="Arial Unicode MS"/>
                <a:ea typeface="source-code-pro"/>
              </a:rPr>
              <a:t>“</a:t>
            </a:r>
            <a:r>
              <a:rPr lang="zh-CN" altLang="zh-CN" sz="1700" b="1" dirty="0">
                <a:solidFill>
                  <a:schemeClr val="bg1">
                    <a:lumMod val="95000"/>
                  </a:schemeClr>
                </a:solidFill>
                <a:latin typeface="Arial Unicode MS"/>
                <a:ea typeface="source-code-pro"/>
              </a:rPr>
              <a:t>filename</a:t>
            </a:r>
            <a:r>
              <a:rPr lang="en-US" altLang="zh-CN" sz="1700" b="1" dirty="0">
                <a:solidFill>
                  <a:schemeClr val="bg1">
                    <a:lumMod val="95000"/>
                  </a:schemeClr>
                </a:solidFill>
                <a:latin typeface="Arial Unicode MS"/>
                <a:ea typeface="source-code-pro"/>
              </a:rPr>
              <a:t>”</a:t>
            </a:r>
            <a:r>
              <a:rPr lang="zh-CN" altLang="zh-CN" sz="1700" b="1" dirty="0">
                <a:solidFill>
                  <a:schemeClr val="bg1">
                    <a:lumMod val="95000"/>
                  </a:schemeClr>
                </a:solidFill>
                <a:latin typeface="Arial Unicode MS"/>
                <a:ea typeface="source-code-pro"/>
              </a:rPr>
              <a:t>) </a:t>
            </a:r>
            <a:endParaRPr lang="en-US" altLang="zh-CN" sz="1700" b="1" dirty="0">
              <a:solidFill>
                <a:schemeClr val="bg1">
                  <a:lumMod val="95000"/>
                </a:schemeClr>
              </a:solidFill>
              <a:latin typeface="Arial Unicode MS"/>
              <a:ea typeface="source-code-pro"/>
            </a:endParaRPr>
          </a:p>
        </p:txBody>
      </p:sp>
      <p:pic>
        <p:nvPicPr>
          <p:cNvPr id="16" name="图片 15">
            <a:extLst>
              <a:ext uri="{FF2B5EF4-FFF2-40B4-BE49-F238E27FC236}">
                <a16:creationId xmlns:a16="http://schemas.microsoft.com/office/drawing/2014/main" id="{C9B0B754-19B3-44E5-8E6B-87509EF9C056}"/>
              </a:ext>
            </a:extLst>
          </p:cNvPr>
          <p:cNvPicPr>
            <a:picLocks noChangeAspect="1"/>
          </p:cNvPicPr>
          <p:nvPr/>
        </p:nvPicPr>
        <p:blipFill rotWithShape="1">
          <a:blip r:embed="rId3"/>
          <a:srcRect l="17320" t="38067" r="4736" b="19201"/>
          <a:stretch/>
        </p:blipFill>
        <p:spPr>
          <a:xfrm>
            <a:off x="6639277" y="2258693"/>
            <a:ext cx="2361243" cy="2112702"/>
          </a:xfrm>
          <a:prstGeom prst="rect">
            <a:avLst/>
          </a:prstGeom>
          <a:ln>
            <a:noFill/>
          </a:ln>
          <a:effectLst>
            <a:outerShdw blurRad="292100" dist="139700" dir="2700000" algn="tl" rotWithShape="0">
              <a:srgbClr val="333333">
                <a:alpha val="65000"/>
              </a:srgbClr>
            </a:outerShdw>
          </a:effectLst>
        </p:spPr>
      </p:pic>
      <p:sp>
        <p:nvSpPr>
          <p:cNvPr id="2" name="矩形: 圆角 1">
            <a:extLst>
              <a:ext uri="{FF2B5EF4-FFF2-40B4-BE49-F238E27FC236}">
                <a16:creationId xmlns:a16="http://schemas.microsoft.com/office/drawing/2014/main" id="{CB443E2D-36B7-4172-859F-2458588D465D}"/>
              </a:ext>
            </a:extLst>
          </p:cNvPr>
          <p:cNvSpPr/>
          <p:nvPr/>
        </p:nvSpPr>
        <p:spPr bwMode="auto">
          <a:xfrm>
            <a:off x="6664944" y="2258693"/>
            <a:ext cx="499344" cy="2092555"/>
          </a:xfrm>
          <a:prstGeom prst="roundRect">
            <a:avLst/>
          </a:prstGeom>
          <a:noFill/>
          <a:ln w="127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177800" marR="0" indent="-177800" algn="ctr" defTabSz="914400" rtl="0" eaLnBrk="0" fontAlgn="base" latinLnBrk="0" hangingPunct="0">
              <a:lnSpc>
                <a:spcPct val="110000"/>
              </a:lnSpc>
              <a:spcBef>
                <a:spcPct val="0"/>
              </a:spcBef>
              <a:spcAft>
                <a:spcPct val="0"/>
              </a:spcAft>
              <a:buClrTx/>
              <a:buSzTx/>
              <a:buFontTx/>
              <a:buNone/>
              <a:tabLst/>
            </a:pPr>
            <a:endParaRPr kumimoji="0" lang="zh-CN" altLang="en-US" sz="1600" b="1" i="0" u="none" strike="noStrike" cap="none" normalizeH="0" baseline="0">
              <a:ln>
                <a:noFill/>
              </a:ln>
              <a:solidFill>
                <a:schemeClr val="tx1"/>
              </a:solidFill>
              <a:effectLst/>
              <a:latin typeface="Times New Roman" pitchFamily="18" charset="0"/>
            </a:endParaRPr>
          </a:p>
        </p:txBody>
      </p:sp>
      <p:sp>
        <p:nvSpPr>
          <p:cNvPr id="3" name="矩形 2">
            <a:extLst>
              <a:ext uri="{FF2B5EF4-FFF2-40B4-BE49-F238E27FC236}">
                <a16:creationId xmlns:a16="http://schemas.microsoft.com/office/drawing/2014/main" id="{F5AC6995-C5BA-4152-B269-AAF4904C34DA}"/>
              </a:ext>
            </a:extLst>
          </p:cNvPr>
          <p:cNvSpPr/>
          <p:nvPr/>
        </p:nvSpPr>
        <p:spPr bwMode="auto">
          <a:xfrm>
            <a:off x="6639277" y="2264665"/>
            <a:ext cx="2351475" cy="449390"/>
          </a:xfrm>
          <a:prstGeom prst="rect">
            <a:avLst/>
          </a:prstGeom>
          <a:noFill/>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spAutoFit/>
          </a:bodyPr>
          <a:lstStyle/>
          <a:p>
            <a:pPr marL="177800" marR="0" indent="-177800" algn="ctr" defTabSz="914400" rtl="0" eaLnBrk="0" fontAlgn="base" latinLnBrk="0" hangingPunct="0">
              <a:lnSpc>
                <a:spcPct val="110000"/>
              </a:lnSpc>
              <a:spcBef>
                <a:spcPct val="0"/>
              </a:spcBef>
              <a:spcAft>
                <a:spcPct val="0"/>
              </a:spcAft>
              <a:buClrTx/>
              <a:buSzTx/>
              <a:buFontTx/>
              <a:buNone/>
              <a:tabLst/>
            </a:pPr>
            <a:endParaRPr kumimoji="0" lang="zh-CN" altLang="en-US" sz="1600" b="1" i="0" u="none" strike="noStrike" cap="none" normalizeH="0" baseline="0">
              <a:ln>
                <a:noFill/>
              </a:ln>
              <a:solidFill>
                <a:schemeClr val="tx1"/>
              </a:solidFill>
              <a:effectLst/>
              <a:latin typeface="Times New Roman" pitchFamily="18" charset="0"/>
            </a:endParaRPr>
          </a:p>
        </p:txBody>
      </p:sp>
    </p:spTree>
    <p:extLst>
      <p:ext uri="{BB962C8B-B14F-4D97-AF65-F5344CB8AC3E}">
        <p14:creationId xmlns:p14="http://schemas.microsoft.com/office/powerpoint/2010/main" val="10481310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a:extLst>
              <a:ext uri="{FF2B5EF4-FFF2-40B4-BE49-F238E27FC236}">
                <a16:creationId xmlns:a16="http://schemas.microsoft.com/office/drawing/2014/main" id="{716D1938-60B1-4293-8550-E3097FB6DAE4}"/>
              </a:ext>
            </a:extLst>
          </p:cNvPr>
          <p:cNvPicPr>
            <a:picLocks noChangeAspect="1"/>
          </p:cNvPicPr>
          <p:nvPr/>
        </p:nvPicPr>
        <p:blipFill rotWithShape="1">
          <a:blip r:embed="rId2"/>
          <a:srcRect l="21650" t="16401" r="5973" b="13601"/>
          <a:stretch/>
        </p:blipFill>
        <p:spPr>
          <a:xfrm>
            <a:off x="3635896" y="1959784"/>
            <a:ext cx="5400600" cy="2577452"/>
          </a:xfrm>
          <a:prstGeom prst="rect">
            <a:avLst/>
          </a:prstGeom>
          <a:ln>
            <a:noFill/>
          </a:ln>
          <a:effectLst>
            <a:outerShdw blurRad="190500" algn="tl" rotWithShape="0">
              <a:srgbClr val="000000">
                <a:alpha val="70000"/>
              </a:srgbClr>
            </a:outerShdw>
          </a:effectLst>
        </p:spPr>
      </p:pic>
      <p:sp>
        <p:nvSpPr>
          <p:cNvPr id="10" name="文本框 9">
            <a:extLst>
              <a:ext uri="{FF2B5EF4-FFF2-40B4-BE49-F238E27FC236}">
                <a16:creationId xmlns:a16="http://schemas.microsoft.com/office/drawing/2014/main" id="{E12AAAEC-9270-4A31-8F30-3FF499E1A1BA}"/>
              </a:ext>
            </a:extLst>
          </p:cNvPr>
          <p:cNvSpPr txBox="1"/>
          <p:nvPr/>
        </p:nvSpPr>
        <p:spPr>
          <a:xfrm>
            <a:off x="289108" y="699543"/>
            <a:ext cx="8675380" cy="369332"/>
          </a:xfrm>
          <a:prstGeom prst="rect">
            <a:avLst/>
          </a:prstGeom>
          <a:solidFill>
            <a:schemeClr val="bg1"/>
          </a:solidFill>
        </p:spPr>
        <p:txBody>
          <a:bodyPr wrap="square">
            <a:spAutoFit/>
          </a:bodyPr>
          <a:lstStyle/>
          <a:p>
            <a:pPr algn="dist"/>
            <a:r>
              <a:rPr lang="zh-CN" altLang="en-US" b="1" dirty="0">
                <a:solidFill>
                  <a:srgbClr val="0070C0"/>
                </a:solidFill>
                <a:latin typeface="微软雅黑" panose="020B0503020204020204" pitchFamily="34" charset="-122"/>
                <a:ea typeface="微软雅黑" panose="020B0503020204020204" pitchFamily="34" charset="-122"/>
              </a:rPr>
              <a:t>如文件不在当前文件夹或 </a:t>
            </a:r>
            <a:r>
              <a:rPr lang="en-US" altLang="zh-CN" b="1" dirty="0" err="1">
                <a:solidFill>
                  <a:srgbClr val="0070C0"/>
                </a:solidFill>
                <a:latin typeface="微软雅黑" panose="020B0503020204020204" pitchFamily="34" charset="-122"/>
                <a:ea typeface="微软雅黑" panose="020B0503020204020204" pitchFamily="34" charset="-122"/>
              </a:rPr>
              <a:t>Syslab</a:t>
            </a:r>
            <a:r>
              <a:rPr lang="en-US" altLang="zh-CN" b="1" dirty="0">
                <a:solidFill>
                  <a:srgbClr val="0070C0"/>
                </a:solidFill>
                <a:latin typeface="微软雅黑" panose="020B0503020204020204" pitchFamily="34" charset="-122"/>
                <a:ea typeface="微软雅黑" panose="020B0503020204020204" pitchFamily="34" charset="-122"/>
              </a:rPr>
              <a:t> </a:t>
            </a:r>
            <a:r>
              <a:rPr lang="zh-CN" altLang="en-US" b="1" dirty="0">
                <a:solidFill>
                  <a:srgbClr val="0070C0"/>
                </a:solidFill>
                <a:latin typeface="微软雅黑" panose="020B0503020204020204" pitchFamily="34" charset="-122"/>
                <a:ea typeface="微软雅黑" panose="020B0503020204020204" pitchFamily="34" charset="-122"/>
              </a:rPr>
              <a:t>路径下文件夹，则指定</a:t>
            </a:r>
            <a:r>
              <a:rPr lang="en-US" altLang="zh-CN" b="1" dirty="0">
                <a:solidFill>
                  <a:srgbClr val="0070C0"/>
                </a:solidFill>
                <a:latin typeface="微软雅黑" panose="020B0503020204020204" pitchFamily="34" charset="-122"/>
                <a:ea typeface="微软雅黑" panose="020B0503020204020204" pitchFamily="34" charset="-122"/>
              </a:rPr>
              <a:t>filename </a:t>
            </a:r>
            <a:r>
              <a:rPr lang="zh-CN" altLang="en-US" b="1" dirty="0">
                <a:solidFill>
                  <a:srgbClr val="0070C0"/>
                </a:solidFill>
                <a:latin typeface="微软雅黑" panose="020B0503020204020204" pitchFamily="34" charset="-122"/>
                <a:ea typeface="微软雅黑" panose="020B0503020204020204" pitchFamily="34" charset="-122"/>
              </a:rPr>
              <a:t>完整或相对路名</a:t>
            </a:r>
            <a:endParaRPr lang="en-US" altLang="zh-CN" b="1" dirty="0">
              <a:solidFill>
                <a:srgbClr val="0070C0"/>
              </a:solidFill>
              <a:latin typeface="微软雅黑" panose="020B0503020204020204" pitchFamily="34" charset="-122"/>
              <a:ea typeface="微软雅黑" panose="020B0503020204020204" pitchFamily="34" charset="-122"/>
            </a:endParaRPr>
          </a:p>
        </p:txBody>
      </p:sp>
      <p:sp>
        <p:nvSpPr>
          <p:cNvPr id="11" name="标题 1">
            <a:extLst>
              <a:ext uri="{FF2B5EF4-FFF2-40B4-BE49-F238E27FC236}">
                <a16:creationId xmlns:a16="http://schemas.microsoft.com/office/drawing/2014/main" id="{72F5F201-BF1E-4412-96D9-FF39E6A60E48}"/>
              </a:ext>
            </a:extLst>
          </p:cNvPr>
          <p:cNvSpPr txBox="1">
            <a:spLocks/>
          </p:cNvSpPr>
          <p:nvPr/>
        </p:nvSpPr>
        <p:spPr bwMode="auto">
          <a:xfrm>
            <a:off x="743808" y="294229"/>
            <a:ext cx="6696744" cy="362006"/>
          </a:xfrm>
          <a:prstGeom prst="rect">
            <a:avLst/>
          </a:prstGeom>
          <a:noFill/>
          <a:ln w="9525">
            <a:noFill/>
            <a:miter lim="800000"/>
            <a:headEnd/>
            <a:tailEnd/>
          </a:ln>
        </p:spPr>
        <p:txBody>
          <a:bodyPr vert="horz" wrap="none" lIns="91440" tIns="45720" rIns="91440" bIns="45720" numCol="1" anchor="b" anchorCtr="0" compatLnSpc="1">
            <a:prstTxWarp prst="textNoShape">
              <a:avLst/>
            </a:prstTxWarp>
          </a:bodyPr>
          <a:lstStyle>
            <a:lvl1pPr algn="l" rtl="0" eaLnBrk="0" fontAlgn="base" hangingPunct="0">
              <a:lnSpc>
                <a:spcPct val="85000"/>
              </a:lnSpc>
              <a:spcBef>
                <a:spcPct val="0"/>
              </a:spcBef>
              <a:spcAft>
                <a:spcPct val="0"/>
              </a:spcAft>
              <a:defRPr sz="3200" b="0">
                <a:solidFill>
                  <a:srgbClr val="002060"/>
                </a:solidFill>
                <a:latin typeface="华文楷体" panose="02010600040101010101" pitchFamily="2" charset="-122"/>
                <a:ea typeface="华文楷体" panose="02010600040101010101" pitchFamily="2" charset="-122"/>
                <a:cs typeface="+mj-cs"/>
              </a:defRPr>
            </a:lvl1pPr>
            <a:lvl2pPr algn="l" rtl="0" eaLnBrk="0" fontAlgn="base" hangingPunct="0">
              <a:lnSpc>
                <a:spcPct val="85000"/>
              </a:lnSpc>
              <a:spcBef>
                <a:spcPct val="0"/>
              </a:spcBef>
              <a:spcAft>
                <a:spcPct val="0"/>
              </a:spcAft>
              <a:defRPr sz="3400" b="1">
                <a:solidFill>
                  <a:srgbClr val="002E5C"/>
                </a:solidFill>
                <a:latin typeface="Helvetica" pitchFamily="34" charset="0"/>
              </a:defRPr>
            </a:lvl2pPr>
            <a:lvl3pPr algn="l" rtl="0" eaLnBrk="0" fontAlgn="base" hangingPunct="0">
              <a:lnSpc>
                <a:spcPct val="85000"/>
              </a:lnSpc>
              <a:spcBef>
                <a:spcPct val="0"/>
              </a:spcBef>
              <a:spcAft>
                <a:spcPct val="0"/>
              </a:spcAft>
              <a:defRPr sz="3400" b="1">
                <a:solidFill>
                  <a:srgbClr val="002E5C"/>
                </a:solidFill>
                <a:latin typeface="Helvetica" pitchFamily="34" charset="0"/>
              </a:defRPr>
            </a:lvl3pPr>
            <a:lvl4pPr algn="l" rtl="0" eaLnBrk="0" fontAlgn="base" hangingPunct="0">
              <a:lnSpc>
                <a:spcPct val="85000"/>
              </a:lnSpc>
              <a:spcBef>
                <a:spcPct val="0"/>
              </a:spcBef>
              <a:spcAft>
                <a:spcPct val="0"/>
              </a:spcAft>
              <a:defRPr sz="3400" b="1">
                <a:solidFill>
                  <a:srgbClr val="002E5C"/>
                </a:solidFill>
                <a:latin typeface="Helvetica" pitchFamily="34" charset="0"/>
              </a:defRPr>
            </a:lvl4pPr>
            <a:lvl5pPr algn="l" rtl="0" eaLnBrk="0" fontAlgn="base" hangingPunct="0">
              <a:lnSpc>
                <a:spcPct val="85000"/>
              </a:lnSpc>
              <a:spcBef>
                <a:spcPct val="0"/>
              </a:spcBef>
              <a:spcAft>
                <a:spcPct val="0"/>
              </a:spcAft>
              <a:defRPr sz="3400" b="1">
                <a:solidFill>
                  <a:srgbClr val="002E5C"/>
                </a:solidFill>
                <a:latin typeface="Helvetica" pitchFamily="34" charset="0"/>
              </a:defRPr>
            </a:lvl5pPr>
            <a:lvl6pPr marL="457200" algn="l" rtl="0" eaLnBrk="1" fontAlgn="base" hangingPunct="1">
              <a:lnSpc>
                <a:spcPct val="85000"/>
              </a:lnSpc>
              <a:spcBef>
                <a:spcPct val="0"/>
              </a:spcBef>
              <a:spcAft>
                <a:spcPct val="0"/>
              </a:spcAft>
              <a:defRPr sz="3400" b="1">
                <a:solidFill>
                  <a:srgbClr val="002E5C"/>
                </a:solidFill>
                <a:latin typeface="Helvetica" pitchFamily="34" charset="0"/>
              </a:defRPr>
            </a:lvl6pPr>
            <a:lvl7pPr marL="914400" algn="l" rtl="0" eaLnBrk="1" fontAlgn="base" hangingPunct="1">
              <a:lnSpc>
                <a:spcPct val="85000"/>
              </a:lnSpc>
              <a:spcBef>
                <a:spcPct val="0"/>
              </a:spcBef>
              <a:spcAft>
                <a:spcPct val="0"/>
              </a:spcAft>
              <a:defRPr sz="3400" b="1">
                <a:solidFill>
                  <a:srgbClr val="002E5C"/>
                </a:solidFill>
                <a:latin typeface="Helvetica" pitchFamily="34" charset="0"/>
              </a:defRPr>
            </a:lvl7pPr>
            <a:lvl8pPr marL="1371600" algn="l" rtl="0" eaLnBrk="1" fontAlgn="base" hangingPunct="1">
              <a:lnSpc>
                <a:spcPct val="85000"/>
              </a:lnSpc>
              <a:spcBef>
                <a:spcPct val="0"/>
              </a:spcBef>
              <a:spcAft>
                <a:spcPct val="0"/>
              </a:spcAft>
              <a:defRPr sz="3400" b="1">
                <a:solidFill>
                  <a:srgbClr val="002E5C"/>
                </a:solidFill>
                <a:latin typeface="Helvetica" pitchFamily="34" charset="0"/>
              </a:defRPr>
            </a:lvl8pPr>
            <a:lvl9pPr marL="1828800" algn="l" rtl="0" eaLnBrk="1" fontAlgn="base" hangingPunct="1">
              <a:lnSpc>
                <a:spcPct val="85000"/>
              </a:lnSpc>
              <a:spcBef>
                <a:spcPct val="0"/>
              </a:spcBef>
              <a:spcAft>
                <a:spcPct val="0"/>
              </a:spcAft>
              <a:defRPr sz="3400" b="1">
                <a:solidFill>
                  <a:srgbClr val="002E5C"/>
                </a:solidFill>
                <a:latin typeface="Helvetica" pitchFamily="34" charset="0"/>
              </a:defRPr>
            </a:lvl9pPr>
          </a:lstStyle>
          <a:p>
            <a:r>
              <a:rPr lang="en-US" altLang="zh-CN" sz="3000" b="1" kern="0" dirty="0">
                <a:solidFill>
                  <a:srgbClr val="0070C0"/>
                </a:solidFill>
              </a:rPr>
              <a:t>§1.4.2  </a:t>
            </a:r>
            <a:r>
              <a:rPr lang="zh-CN" altLang="en-US" sz="3000" b="1" dirty="0">
                <a:solidFill>
                  <a:srgbClr val="0070C0"/>
                </a:solidFill>
              </a:rPr>
              <a:t>列表</a:t>
            </a:r>
            <a:r>
              <a:rPr lang="en-US" altLang="zh-CN" sz="3000" b="1" dirty="0">
                <a:solidFill>
                  <a:srgbClr val="0070C0"/>
                </a:solidFill>
              </a:rPr>
              <a:t>table</a:t>
            </a:r>
            <a:r>
              <a:rPr lang="en-US" altLang="zh-CN" sz="3000" b="1" kern="0" dirty="0">
                <a:solidFill>
                  <a:srgbClr val="0070C0"/>
                </a:solidFill>
              </a:rPr>
              <a:t> </a:t>
            </a:r>
            <a:r>
              <a:rPr lang="en-US" altLang="zh-CN" sz="3000" b="1" kern="0" dirty="0">
                <a:solidFill>
                  <a:srgbClr val="FF0000"/>
                </a:solidFill>
              </a:rPr>
              <a:t>——</a:t>
            </a:r>
            <a:r>
              <a:rPr lang="en-US" altLang="zh-CN" sz="3000" b="1" kern="0" dirty="0" err="1">
                <a:solidFill>
                  <a:srgbClr val="FF0000"/>
                </a:solidFill>
              </a:rPr>
              <a:t>readtable</a:t>
            </a:r>
            <a:r>
              <a:rPr lang="zh-CN" altLang="en-US" sz="3000" b="1" kern="0" dirty="0">
                <a:solidFill>
                  <a:srgbClr val="FF0000"/>
                </a:solidFill>
              </a:rPr>
              <a:t>基于</a:t>
            </a:r>
            <a:r>
              <a:rPr lang="en-US" altLang="zh-CN" sz="3000" b="1" kern="0" dirty="0">
                <a:solidFill>
                  <a:srgbClr val="FF0000"/>
                </a:solidFill>
              </a:rPr>
              <a:t>txt</a:t>
            </a:r>
            <a:r>
              <a:rPr lang="zh-CN" altLang="en-US" sz="3000" b="1" kern="0" dirty="0">
                <a:solidFill>
                  <a:srgbClr val="FF0000"/>
                </a:solidFill>
              </a:rPr>
              <a:t>文件建表格</a:t>
            </a:r>
          </a:p>
        </p:txBody>
      </p:sp>
      <p:sp>
        <p:nvSpPr>
          <p:cNvPr id="13" name="文本框 12">
            <a:extLst>
              <a:ext uri="{FF2B5EF4-FFF2-40B4-BE49-F238E27FC236}">
                <a16:creationId xmlns:a16="http://schemas.microsoft.com/office/drawing/2014/main" id="{2227A278-7CC4-48C2-BC7E-5761EC7BEF7C}"/>
              </a:ext>
            </a:extLst>
          </p:cNvPr>
          <p:cNvSpPr txBox="1"/>
          <p:nvPr/>
        </p:nvSpPr>
        <p:spPr>
          <a:xfrm>
            <a:off x="181294" y="1848611"/>
            <a:ext cx="3562812" cy="2832507"/>
          </a:xfrm>
          <a:prstGeom prst="rect">
            <a:avLst/>
          </a:prstGeom>
          <a:noFill/>
        </p:spPr>
        <p:txBody>
          <a:bodyPr wrap="square">
            <a:spAutoFit/>
          </a:bodyPr>
          <a:lstStyle/>
          <a:p>
            <a:pPr>
              <a:lnSpc>
                <a:spcPts val="2700"/>
              </a:lnSpc>
            </a:pPr>
            <a:r>
              <a:rPr lang="en-US" altLang="zh-CN" sz="1600" b="1" dirty="0">
                <a:solidFill>
                  <a:srgbClr val="002060"/>
                </a:solidFill>
                <a:latin typeface="微软雅黑 Light" panose="020B0502040204020203" pitchFamily="34" charset="-122"/>
                <a:ea typeface="微软雅黑 Light" panose="020B0502040204020203" pitchFamily="34" charset="-122"/>
              </a:rPr>
              <a:t>#</a:t>
            </a:r>
            <a:r>
              <a:rPr lang="zh-CN" altLang="en-US" sz="1600" b="1" dirty="0">
                <a:solidFill>
                  <a:srgbClr val="002060"/>
                </a:solidFill>
                <a:latin typeface="微软雅黑 Light" panose="020B0502040204020203" pitchFamily="34" charset="-122"/>
                <a:ea typeface="微软雅黑 Light" panose="020B0502040204020203" pitchFamily="34" charset="-122"/>
              </a:rPr>
              <a:t>读取当前文件，省略路径</a:t>
            </a:r>
            <a:endParaRPr lang="en-US" altLang="zh-CN" sz="1600" b="1" dirty="0">
              <a:solidFill>
                <a:srgbClr val="002060"/>
              </a:solidFill>
              <a:latin typeface="微软雅黑 Light" panose="020B0502040204020203" pitchFamily="34" charset="-122"/>
              <a:ea typeface="微软雅黑 Light" panose="020B0502040204020203" pitchFamily="34" charset="-122"/>
            </a:endParaRPr>
          </a:p>
          <a:p>
            <a:pPr>
              <a:lnSpc>
                <a:spcPts val="2700"/>
              </a:lnSpc>
            </a:pPr>
            <a:r>
              <a:rPr lang="en-US" altLang="zh-CN" sz="1600" b="1" dirty="0" err="1">
                <a:solidFill>
                  <a:srgbClr val="002060"/>
                </a:solidFill>
                <a:latin typeface="微软雅黑 Light" panose="020B0502040204020203" pitchFamily="34" charset="-122"/>
                <a:ea typeface="微软雅黑 Light" panose="020B0502040204020203" pitchFamily="34" charset="-122"/>
              </a:rPr>
              <a:t>tt</a:t>
            </a:r>
            <a:r>
              <a:rPr lang="en-US" altLang="zh-CN" sz="1600" b="1" dirty="0">
                <a:solidFill>
                  <a:srgbClr val="002060"/>
                </a:solidFill>
                <a:latin typeface="微软雅黑 Light" panose="020B0502040204020203" pitchFamily="34" charset="-122"/>
                <a:ea typeface="微软雅黑 Light" panose="020B0502040204020203" pitchFamily="34" charset="-122"/>
              </a:rPr>
              <a:t>=</a:t>
            </a:r>
            <a:r>
              <a:rPr lang="en-US" altLang="zh-CN" sz="1600" b="1" dirty="0" err="1">
                <a:solidFill>
                  <a:srgbClr val="002060"/>
                </a:solidFill>
                <a:latin typeface="微软雅黑 Light" panose="020B0502040204020203" pitchFamily="34" charset="-122"/>
                <a:ea typeface="微软雅黑 Light" panose="020B0502040204020203" pitchFamily="34" charset="-122"/>
              </a:rPr>
              <a:t>readtable</a:t>
            </a:r>
            <a:r>
              <a:rPr lang="en-US" altLang="zh-CN" sz="1600" b="1" dirty="0">
                <a:solidFill>
                  <a:srgbClr val="002060"/>
                </a:solidFill>
                <a:latin typeface="微软雅黑 Light" panose="020B0502040204020203" pitchFamily="34" charset="-122"/>
                <a:ea typeface="微软雅黑 Light" panose="020B0502040204020203" pitchFamily="34" charset="-122"/>
              </a:rPr>
              <a:t>(“stress.</a:t>
            </a:r>
            <a:r>
              <a:rPr lang="en-US" altLang="zh-CN" sz="1600" b="1" dirty="0">
                <a:solidFill>
                  <a:srgbClr val="FF0000"/>
                </a:solidFill>
                <a:latin typeface="微软雅黑 Light" panose="020B0502040204020203" pitchFamily="34" charset="-122"/>
                <a:ea typeface="微软雅黑 Light" panose="020B0502040204020203" pitchFamily="34" charset="-122"/>
              </a:rPr>
              <a:t>txt</a:t>
            </a:r>
            <a:r>
              <a:rPr lang="en-US" altLang="zh-CN" sz="1600" b="1" dirty="0">
                <a:solidFill>
                  <a:srgbClr val="002060"/>
                </a:solidFill>
                <a:latin typeface="微软雅黑 Light" panose="020B0502040204020203" pitchFamily="34" charset="-122"/>
                <a:ea typeface="微软雅黑 Light" panose="020B0502040204020203" pitchFamily="34" charset="-122"/>
              </a:rPr>
              <a:t>”)</a:t>
            </a:r>
          </a:p>
          <a:p>
            <a:pPr>
              <a:lnSpc>
                <a:spcPts val="2700"/>
              </a:lnSpc>
            </a:pPr>
            <a:r>
              <a:rPr lang="es-ES" altLang="zh-CN" sz="1600" b="1" dirty="0">
                <a:solidFill>
                  <a:srgbClr val="002060"/>
                </a:solidFill>
                <a:latin typeface="微软雅黑 Light" panose="020B0502040204020203" pitchFamily="34" charset="-122"/>
                <a:ea typeface="微软雅黑 Light" panose="020B0502040204020203" pitchFamily="34" charset="-122"/>
              </a:rPr>
              <a:t>#</a:t>
            </a:r>
            <a:r>
              <a:rPr lang="zh-CN" altLang="en-US" sz="1600" b="1" dirty="0">
                <a:solidFill>
                  <a:srgbClr val="002060"/>
                </a:solidFill>
                <a:latin typeface="微软雅黑 Light" panose="020B0502040204020203" pitchFamily="34" charset="-122"/>
                <a:ea typeface="微软雅黑 Light" panose="020B0502040204020203" pitchFamily="34" charset="-122"/>
              </a:rPr>
              <a:t>读取第</a:t>
            </a:r>
            <a:r>
              <a:rPr lang="en-US" altLang="zh-CN" sz="1600" b="1" dirty="0">
                <a:solidFill>
                  <a:srgbClr val="002060"/>
                </a:solidFill>
                <a:latin typeface="微软雅黑 Light" panose="020B0502040204020203" pitchFamily="34" charset="-122"/>
                <a:ea typeface="微软雅黑 Light" panose="020B0502040204020203" pitchFamily="34" charset="-122"/>
              </a:rPr>
              <a:t>4</a:t>
            </a:r>
            <a:r>
              <a:rPr lang="zh-CN" altLang="en-US" sz="1600" b="1" dirty="0">
                <a:solidFill>
                  <a:srgbClr val="002060"/>
                </a:solidFill>
                <a:latin typeface="微软雅黑 Light" panose="020B0502040204020203" pitchFamily="34" charset="-122"/>
                <a:ea typeface="微软雅黑 Light" panose="020B0502040204020203" pitchFamily="34" charset="-122"/>
              </a:rPr>
              <a:t>列</a:t>
            </a:r>
            <a:r>
              <a:rPr lang="en-US" altLang="zh-CN" sz="1600" b="1" dirty="0">
                <a:solidFill>
                  <a:srgbClr val="002060"/>
                </a:solidFill>
                <a:latin typeface="微软雅黑 Light" panose="020B0502040204020203" pitchFamily="34" charset="-122"/>
                <a:ea typeface="微软雅黑 Light" panose="020B0502040204020203" pitchFamily="34" charset="-122"/>
              </a:rPr>
              <a:t>strain</a:t>
            </a:r>
            <a:r>
              <a:rPr lang="zh-CN" altLang="en-US" sz="1600" b="1" dirty="0">
                <a:solidFill>
                  <a:srgbClr val="002060"/>
                </a:solidFill>
                <a:latin typeface="微软雅黑 Light" panose="020B0502040204020203" pitchFamily="34" charset="-122"/>
                <a:ea typeface="微软雅黑 Light" panose="020B0502040204020203" pitchFamily="34" charset="-122"/>
              </a:rPr>
              <a:t>数据为</a:t>
            </a:r>
            <a:r>
              <a:rPr lang="en-US" altLang="zh-CN" sz="1600" b="1" dirty="0">
                <a:solidFill>
                  <a:srgbClr val="002060"/>
                </a:solidFill>
                <a:latin typeface="微软雅黑 Light" panose="020B0502040204020203" pitchFamily="34" charset="-122"/>
                <a:ea typeface="微软雅黑 Light" panose="020B0502040204020203" pitchFamily="34" charset="-122"/>
              </a:rPr>
              <a:t>x</a:t>
            </a:r>
            <a:r>
              <a:rPr lang="zh-CN" altLang="en-US" sz="1600" b="1" dirty="0">
                <a:solidFill>
                  <a:srgbClr val="002060"/>
                </a:solidFill>
                <a:latin typeface="微软雅黑 Light" panose="020B0502040204020203" pitchFamily="34" charset="-122"/>
                <a:ea typeface="微软雅黑 Light" panose="020B0502040204020203" pitchFamily="34" charset="-122"/>
              </a:rPr>
              <a:t>轴数据</a:t>
            </a:r>
            <a:endParaRPr lang="es-ES" altLang="zh-CN" sz="1600" b="1" dirty="0">
              <a:solidFill>
                <a:srgbClr val="002060"/>
              </a:solidFill>
              <a:latin typeface="微软雅黑 Light" panose="020B0502040204020203" pitchFamily="34" charset="-122"/>
              <a:ea typeface="微软雅黑 Light" panose="020B0502040204020203" pitchFamily="34" charset="-122"/>
            </a:endParaRPr>
          </a:p>
          <a:p>
            <a:pPr>
              <a:lnSpc>
                <a:spcPts val="2700"/>
              </a:lnSpc>
            </a:pPr>
            <a:r>
              <a:rPr lang="es-ES" altLang="zh-CN" sz="1600" b="1" dirty="0">
                <a:solidFill>
                  <a:srgbClr val="002060"/>
                </a:solidFill>
                <a:latin typeface="微软雅黑 Light" panose="020B0502040204020203" pitchFamily="34" charset="-122"/>
                <a:ea typeface="微软雅黑 Light" panose="020B0502040204020203" pitchFamily="34" charset="-122"/>
              </a:rPr>
              <a:t>x=tt[:,4];  #</a:t>
            </a:r>
            <a:r>
              <a:rPr lang="en-US" altLang="zh-CN" sz="1600" b="1" dirty="0">
                <a:solidFill>
                  <a:srgbClr val="002060"/>
                </a:solidFill>
                <a:latin typeface="微软雅黑 Light" panose="020B0502040204020203" pitchFamily="34" charset="-122"/>
                <a:ea typeface="微软雅黑 Light" panose="020B0502040204020203" pitchFamily="34" charset="-122"/>
              </a:rPr>
              <a:t>strain</a:t>
            </a:r>
          </a:p>
          <a:p>
            <a:pPr>
              <a:lnSpc>
                <a:spcPts val="2700"/>
              </a:lnSpc>
            </a:pPr>
            <a:r>
              <a:rPr lang="es-ES" altLang="zh-CN" sz="1600" b="1" dirty="0">
                <a:solidFill>
                  <a:srgbClr val="002060"/>
                </a:solidFill>
                <a:latin typeface="微软雅黑 Light" panose="020B0502040204020203" pitchFamily="34" charset="-122"/>
                <a:ea typeface="微软雅黑 Light" panose="020B0502040204020203" pitchFamily="34" charset="-122"/>
              </a:rPr>
              <a:t>#</a:t>
            </a:r>
            <a:r>
              <a:rPr lang="zh-CN" altLang="en-US" sz="1600" b="1" dirty="0">
                <a:solidFill>
                  <a:srgbClr val="002060"/>
                </a:solidFill>
                <a:latin typeface="微软雅黑 Light" panose="020B0502040204020203" pitchFamily="34" charset="-122"/>
                <a:ea typeface="微软雅黑 Light" panose="020B0502040204020203" pitchFamily="34" charset="-122"/>
              </a:rPr>
              <a:t>读取第</a:t>
            </a:r>
            <a:r>
              <a:rPr lang="en-US" altLang="zh-CN" sz="1600" b="1" dirty="0">
                <a:solidFill>
                  <a:srgbClr val="002060"/>
                </a:solidFill>
                <a:latin typeface="微软雅黑 Light" panose="020B0502040204020203" pitchFamily="34" charset="-122"/>
                <a:ea typeface="微软雅黑 Light" panose="020B0502040204020203" pitchFamily="34" charset="-122"/>
              </a:rPr>
              <a:t>5</a:t>
            </a:r>
            <a:r>
              <a:rPr lang="zh-CN" altLang="en-US" sz="1600" b="1" dirty="0">
                <a:solidFill>
                  <a:srgbClr val="002060"/>
                </a:solidFill>
                <a:latin typeface="微软雅黑 Light" panose="020B0502040204020203" pitchFamily="34" charset="-122"/>
                <a:ea typeface="微软雅黑 Light" panose="020B0502040204020203" pitchFamily="34" charset="-122"/>
              </a:rPr>
              <a:t>列</a:t>
            </a:r>
            <a:r>
              <a:rPr lang="en-US" altLang="zh-CN" sz="1600" b="1" dirty="0">
                <a:solidFill>
                  <a:srgbClr val="002060"/>
                </a:solidFill>
                <a:latin typeface="微软雅黑 Light" panose="020B0502040204020203" pitchFamily="34" charset="-122"/>
                <a:ea typeface="微软雅黑 Light" panose="020B0502040204020203" pitchFamily="34" charset="-122"/>
              </a:rPr>
              <a:t>stress</a:t>
            </a:r>
            <a:r>
              <a:rPr lang="zh-CN" altLang="en-US" sz="1600" b="1" dirty="0">
                <a:solidFill>
                  <a:srgbClr val="002060"/>
                </a:solidFill>
                <a:latin typeface="微软雅黑 Light" panose="020B0502040204020203" pitchFamily="34" charset="-122"/>
                <a:ea typeface="微软雅黑 Light" panose="020B0502040204020203" pitchFamily="34" charset="-122"/>
              </a:rPr>
              <a:t>数据为</a:t>
            </a:r>
            <a:r>
              <a:rPr lang="en-US" altLang="zh-CN" sz="1600" b="1" dirty="0">
                <a:solidFill>
                  <a:srgbClr val="002060"/>
                </a:solidFill>
                <a:latin typeface="微软雅黑 Light" panose="020B0502040204020203" pitchFamily="34" charset="-122"/>
                <a:ea typeface="微软雅黑 Light" panose="020B0502040204020203" pitchFamily="34" charset="-122"/>
              </a:rPr>
              <a:t>x</a:t>
            </a:r>
            <a:r>
              <a:rPr lang="zh-CN" altLang="en-US" sz="1600" b="1" dirty="0">
                <a:solidFill>
                  <a:srgbClr val="002060"/>
                </a:solidFill>
                <a:latin typeface="微软雅黑 Light" panose="020B0502040204020203" pitchFamily="34" charset="-122"/>
                <a:ea typeface="微软雅黑 Light" panose="020B0502040204020203" pitchFamily="34" charset="-122"/>
              </a:rPr>
              <a:t>轴数据</a:t>
            </a:r>
            <a:endParaRPr lang="es-ES" altLang="zh-CN" sz="1600" b="1" dirty="0">
              <a:solidFill>
                <a:srgbClr val="002060"/>
              </a:solidFill>
              <a:latin typeface="微软雅黑 Light" panose="020B0502040204020203" pitchFamily="34" charset="-122"/>
              <a:ea typeface="微软雅黑 Light" panose="020B0502040204020203" pitchFamily="34" charset="-122"/>
            </a:endParaRPr>
          </a:p>
          <a:p>
            <a:pPr>
              <a:lnSpc>
                <a:spcPts val="2700"/>
              </a:lnSpc>
            </a:pPr>
            <a:r>
              <a:rPr lang="es-ES" altLang="zh-CN" sz="1600" b="1" dirty="0">
                <a:solidFill>
                  <a:srgbClr val="002060"/>
                </a:solidFill>
                <a:latin typeface="微软雅黑 Light" panose="020B0502040204020203" pitchFamily="34" charset="-122"/>
                <a:ea typeface="微软雅黑 Light" panose="020B0502040204020203" pitchFamily="34" charset="-122"/>
              </a:rPr>
              <a:t>y=tt[:,5];  #</a:t>
            </a:r>
            <a:r>
              <a:rPr lang="en-US" altLang="zh-CN" sz="1600" b="1" dirty="0">
                <a:solidFill>
                  <a:srgbClr val="002060"/>
                </a:solidFill>
                <a:latin typeface="微软雅黑 Light" panose="020B0502040204020203" pitchFamily="34" charset="-122"/>
                <a:ea typeface="微软雅黑 Light" panose="020B0502040204020203" pitchFamily="34" charset="-122"/>
              </a:rPr>
              <a:t>stress</a:t>
            </a:r>
            <a:endParaRPr lang="es-ES" altLang="zh-CN" sz="1600" b="1" dirty="0">
              <a:solidFill>
                <a:srgbClr val="002060"/>
              </a:solidFill>
              <a:latin typeface="微软雅黑 Light" panose="020B0502040204020203" pitchFamily="34" charset="-122"/>
              <a:ea typeface="微软雅黑 Light" panose="020B0502040204020203" pitchFamily="34" charset="-122"/>
            </a:endParaRPr>
          </a:p>
          <a:p>
            <a:pPr>
              <a:lnSpc>
                <a:spcPts val="2700"/>
              </a:lnSpc>
            </a:pPr>
            <a:r>
              <a:rPr lang="es-ES" altLang="zh-CN" sz="1600" b="1" dirty="0">
                <a:solidFill>
                  <a:srgbClr val="002060"/>
                </a:solidFill>
                <a:latin typeface="微软雅黑 Light" panose="020B0502040204020203" pitchFamily="34" charset="-122"/>
                <a:ea typeface="微软雅黑 Light" panose="020B0502040204020203" pitchFamily="34" charset="-122"/>
              </a:rPr>
              <a:t>#</a:t>
            </a:r>
            <a:r>
              <a:rPr lang="zh-CN" altLang="en-US" sz="1600" b="1" dirty="0">
                <a:solidFill>
                  <a:srgbClr val="002060"/>
                </a:solidFill>
                <a:latin typeface="微软雅黑 Light" panose="020B0502040204020203" pitchFamily="34" charset="-122"/>
                <a:ea typeface="微软雅黑 Light" panose="020B0502040204020203" pitchFamily="34" charset="-122"/>
              </a:rPr>
              <a:t>绘制应力应变曲线</a:t>
            </a:r>
            <a:endParaRPr lang="es-ES" altLang="zh-CN" sz="1600" b="1" dirty="0">
              <a:solidFill>
                <a:srgbClr val="002060"/>
              </a:solidFill>
              <a:latin typeface="微软雅黑 Light" panose="020B0502040204020203" pitchFamily="34" charset="-122"/>
              <a:ea typeface="微软雅黑 Light" panose="020B0502040204020203" pitchFamily="34" charset="-122"/>
            </a:endParaRPr>
          </a:p>
          <a:p>
            <a:pPr>
              <a:lnSpc>
                <a:spcPts val="2700"/>
              </a:lnSpc>
            </a:pPr>
            <a:r>
              <a:rPr lang="es-ES" altLang="zh-CN" sz="1600" b="1" dirty="0">
                <a:solidFill>
                  <a:srgbClr val="002060"/>
                </a:solidFill>
                <a:latin typeface="微软雅黑 Light" panose="020B0502040204020203" pitchFamily="34" charset="-122"/>
                <a:ea typeface="微软雅黑 Light" panose="020B0502040204020203" pitchFamily="34" charset="-122"/>
              </a:rPr>
              <a:t>plot(-x,-y)</a:t>
            </a:r>
            <a:endParaRPr lang="zh-CN" altLang="en-US" sz="1600" b="1" dirty="0">
              <a:solidFill>
                <a:srgbClr val="002060"/>
              </a:solidFill>
              <a:latin typeface="微软雅黑 Light" panose="020B0502040204020203" pitchFamily="34" charset="-122"/>
              <a:ea typeface="微软雅黑 Light" panose="020B0502040204020203" pitchFamily="34" charset="-122"/>
            </a:endParaRPr>
          </a:p>
        </p:txBody>
      </p:sp>
      <p:sp>
        <p:nvSpPr>
          <p:cNvPr id="14" name="矩形: 圆角 13">
            <a:extLst>
              <a:ext uri="{FF2B5EF4-FFF2-40B4-BE49-F238E27FC236}">
                <a16:creationId xmlns:a16="http://schemas.microsoft.com/office/drawing/2014/main" id="{2E0F6F7E-B211-4411-8EE2-34F0A6BC7AC1}"/>
              </a:ext>
            </a:extLst>
          </p:cNvPr>
          <p:cNvSpPr/>
          <p:nvPr/>
        </p:nvSpPr>
        <p:spPr bwMode="auto">
          <a:xfrm>
            <a:off x="6509775" y="2650364"/>
            <a:ext cx="1446600" cy="1793593"/>
          </a:xfrm>
          <a:prstGeom prst="roundRect">
            <a:avLst/>
          </a:prstGeom>
          <a:noFill/>
          <a:ln>
            <a:solidFill>
              <a:srgbClr val="FF0000"/>
            </a:solid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spAutoFit/>
          </a:bodyPr>
          <a:lstStyle/>
          <a:p>
            <a:pPr marL="177800" marR="0" indent="-177800" algn="ctr" defTabSz="914400" rtl="0" eaLnBrk="0" fontAlgn="base" latinLnBrk="0" hangingPunct="0">
              <a:lnSpc>
                <a:spcPct val="110000"/>
              </a:lnSpc>
              <a:spcBef>
                <a:spcPct val="0"/>
              </a:spcBef>
              <a:spcAft>
                <a:spcPct val="0"/>
              </a:spcAft>
              <a:buClrTx/>
              <a:buSzTx/>
              <a:buFontTx/>
              <a:buNone/>
              <a:tabLst/>
            </a:pPr>
            <a:endParaRPr kumimoji="0" lang="zh-CN" altLang="en-US" sz="1600" b="1" i="0" u="none" strike="noStrike" cap="none" normalizeH="0" baseline="0">
              <a:ln>
                <a:noFill/>
              </a:ln>
              <a:solidFill>
                <a:schemeClr val="tx1"/>
              </a:solidFill>
              <a:effectLst/>
              <a:latin typeface="Times New Roman" pitchFamily="18" charset="0"/>
            </a:endParaRPr>
          </a:p>
        </p:txBody>
      </p:sp>
      <p:sp>
        <p:nvSpPr>
          <p:cNvPr id="16" name="文本框 15">
            <a:extLst>
              <a:ext uri="{FF2B5EF4-FFF2-40B4-BE49-F238E27FC236}">
                <a16:creationId xmlns:a16="http://schemas.microsoft.com/office/drawing/2014/main" id="{53B8C4F0-369F-4BC2-836A-87DFC38802FB}"/>
              </a:ext>
            </a:extLst>
          </p:cNvPr>
          <p:cNvSpPr txBox="1"/>
          <p:nvPr/>
        </p:nvSpPr>
        <p:spPr>
          <a:xfrm>
            <a:off x="7157144" y="2339827"/>
            <a:ext cx="799232" cy="338554"/>
          </a:xfrm>
          <a:prstGeom prst="rect">
            <a:avLst/>
          </a:prstGeom>
          <a:noFill/>
        </p:spPr>
        <p:txBody>
          <a:bodyPr wrap="square">
            <a:spAutoFit/>
          </a:bodyPr>
          <a:lstStyle/>
          <a:p>
            <a:r>
              <a:rPr lang="zh-CN" altLang="en-US" sz="1600" dirty="0">
                <a:solidFill>
                  <a:srgbClr val="FF0000"/>
                </a:solidFill>
                <a:latin typeface="微软雅黑" panose="020B0503020204020204" pitchFamily="34" charset="-122"/>
                <a:ea typeface="微软雅黑" panose="020B0503020204020204" pitchFamily="34" charset="-122"/>
              </a:rPr>
              <a:t>第</a:t>
            </a:r>
            <a:r>
              <a:rPr lang="en-US" altLang="zh-CN" sz="1600" dirty="0">
                <a:solidFill>
                  <a:srgbClr val="FF0000"/>
                </a:solidFill>
                <a:latin typeface="微软雅黑" panose="020B0503020204020204" pitchFamily="34" charset="-122"/>
                <a:ea typeface="微软雅黑" panose="020B0503020204020204" pitchFamily="34" charset="-122"/>
              </a:rPr>
              <a:t>5</a:t>
            </a:r>
            <a:r>
              <a:rPr lang="zh-CN" altLang="en-US" sz="1600" dirty="0">
                <a:solidFill>
                  <a:srgbClr val="FF0000"/>
                </a:solidFill>
                <a:latin typeface="微软雅黑" panose="020B0503020204020204" pitchFamily="34" charset="-122"/>
                <a:ea typeface="微软雅黑" panose="020B0503020204020204" pitchFamily="34" charset="-122"/>
              </a:rPr>
              <a:t>列</a:t>
            </a:r>
          </a:p>
        </p:txBody>
      </p:sp>
      <p:sp>
        <p:nvSpPr>
          <p:cNvPr id="17" name="文本框 16">
            <a:extLst>
              <a:ext uri="{FF2B5EF4-FFF2-40B4-BE49-F238E27FC236}">
                <a16:creationId xmlns:a16="http://schemas.microsoft.com/office/drawing/2014/main" id="{4CFD5C2E-95C7-4FCF-9E84-27F56A8D9E69}"/>
              </a:ext>
            </a:extLst>
          </p:cNvPr>
          <p:cNvSpPr txBox="1"/>
          <p:nvPr/>
        </p:nvSpPr>
        <p:spPr>
          <a:xfrm>
            <a:off x="6483429" y="2346434"/>
            <a:ext cx="799232" cy="338554"/>
          </a:xfrm>
          <a:prstGeom prst="rect">
            <a:avLst/>
          </a:prstGeom>
          <a:noFill/>
        </p:spPr>
        <p:txBody>
          <a:bodyPr wrap="square">
            <a:spAutoFit/>
          </a:bodyPr>
          <a:lstStyle/>
          <a:p>
            <a:r>
              <a:rPr lang="zh-CN" altLang="en-US" sz="1600" dirty="0">
                <a:solidFill>
                  <a:srgbClr val="FF0000"/>
                </a:solidFill>
                <a:latin typeface="微软雅黑" panose="020B0503020204020204" pitchFamily="34" charset="-122"/>
                <a:ea typeface="微软雅黑" panose="020B0503020204020204" pitchFamily="34" charset="-122"/>
              </a:rPr>
              <a:t>第</a:t>
            </a:r>
            <a:r>
              <a:rPr lang="en-US" altLang="zh-CN" sz="1600" dirty="0">
                <a:solidFill>
                  <a:srgbClr val="FF0000"/>
                </a:solidFill>
                <a:latin typeface="微软雅黑" panose="020B0503020204020204" pitchFamily="34" charset="-122"/>
                <a:ea typeface="微软雅黑" panose="020B0503020204020204" pitchFamily="34" charset="-122"/>
              </a:rPr>
              <a:t>4</a:t>
            </a:r>
            <a:r>
              <a:rPr lang="zh-CN" altLang="en-US" sz="1600" dirty="0">
                <a:solidFill>
                  <a:srgbClr val="FF0000"/>
                </a:solidFill>
                <a:latin typeface="微软雅黑" panose="020B0503020204020204" pitchFamily="34" charset="-122"/>
                <a:ea typeface="微软雅黑" panose="020B0503020204020204" pitchFamily="34" charset="-122"/>
              </a:rPr>
              <a:t>列</a:t>
            </a:r>
          </a:p>
        </p:txBody>
      </p:sp>
      <p:pic>
        <p:nvPicPr>
          <p:cNvPr id="19" name="图片 18">
            <a:extLst>
              <a:ext uri="{FF2B5EF4-FFF2-40B4-BE49-F238E27FC236}">
                <a16:creationId xmlns:a16="http://schemas.microsoft.com/office/drawing/2014/main" id="{3992EA0A-38E0-44F6-AA0C-A0DDAD687597}"/>
              </a:ext>
            </a:extLst>
          </p:cNvPr>
          <p:cNvPicPr>
            <a:picLocks noChangeAspect="1"/>
          </p:cNvPicPr>
          <p:nvPr/>
        </p:nvPicPr>
        <p:blipFill rotWithShape="1">
          <a:blip r:embed="rId3"/>
          <a:srcRect l="24801" t="8000" r="31100" b="26200"/>
          <a:stretch/>
        </p:blipFill>
        <p:spPr>
          <a:xfrm>
            <a:off x="4092180" y="3024745"/>
            <a:ext cx="2069521" cy="1435542"/>
          </a:xfrm>
          <a:prstGeom prst="rect">
            <a:avLst/>
          </a:prstGeom>
        </p:spPr>
      </p:pic>
      <p:sp>
        <p:nvSpPr>
          <p:cNvPr id="15" name="文本框 14">
            <a:extLst>
              <a:ext uri="{FF2B5EF4-FFF2-40B4-BE49-F238E27FC236}">
                <a16:creationId xmlns:a16="http://schemas.microsoft.com/office/drawing/2014/main" id="{84A35EB7-6B4E-46B6-B95B-DAAD56B6C1BD}"/>
              </a:ext>
            </a:extLst>
          </p:cNvPr>
          <p:cNvSpPr txBox="1"/>
          <p:nvPr/>
        </p:nvSpPr>
        <p:spPr>
          <a:xfrm>
            <a:off x="8344768" y="2676272"/>
            <a:ext cx="619720" cy="307777"/>
          </a:xfrm>
          <a:prstGeom prst="rect">
            <a:avLst/>
          </a:prstGeom>
          <a:noFill/>
        </p:spPr>
        <p:txBody>
          <a:bodyPr wrap="square">
            <a:spAutoFit/>
          </a:bodyPr>
          <a:lstStyle/>
          <a:p>
            <a:r>
              <a:rPr lang="zh-CN" altLang="en-US" sz="1400" dirty="0">
                <a:solidFill>
                  <a:srgbClr val="FFFF00"/>
                </a:solidFill>
                <a:highlight>
                  <a:srgbClr val="3399FF"/>
                </a:highlight>
                <a:latin typeface="微软雅黑" panose="020B0503020204020204" pitchFamily="34" charset="-122"/>
                <a:ea typeface="微软雅黑" panose="020B0503020204020204" pitchFamily="34" charset="-122"/>
              </a:rPr>
              <a:t>表头</a:t>
            </a:r>
          </a:p>
        </p:txBody>
      </p:sp>
      <p:sp>
        <p:nvSpPr>
          <p:cNvPr id="12" name="文本框 11">
            <a:extLst>
              <a:ext uri="{FF2B5EF4-FFF2-40B4-BE49-F238E27FC236}">
                <a16:creationId xmlns:a16="http://schemas.microsoft.com/office/drawing/2014/main" id="{0BDE86D2-FD7C-4A53-A09E-AE6F9B46275C}"/>
              </a:ext>
            </a:extLst>
          </p:cNvPr>
          <p:cNvSpPr txBox="1"/>
          <p:nvPr/>
        </p:nvSpPr>
        <p:spPr>
          <a:xfrm>
            <a:off x="3628442" y="2079307"/>
            <a:ext cx="619720" cy="307777"/>
          </a:xfrm>
          <a:prstGeom prst="rect">
            <a:avLst/>
          </a:prstGeom>
          <a:noFill/>
        </p:spPr>
        <p:txBody>
          <a:bodyPr wrap="square">
            <a:spAutoFit/>
          </a:bodyPr>
          <a:lstStyle/>
          <a:p>
            <a:r>
              <a:rPr lang="zh-CN" altLang="en-US" sz="1400" dirty="0">
                <a:solidFill>
                  <a:srgbClr val="FFFF00"/>
                </a:solidFill>
                <a:highlight>
                  <a:srgbClr val="3399FF"/>
                </a:highlight>
                <a:latin typeface="微软雅黑" panose="020B0503020204020204" pitchFamily="34" charset="-122"/>
                <a:ea typeface="微软雅黑" panose="020B0503020204020204" pitchFamily="34" charset="-122"/>
              </a:rPr>
              <a:t>序号</a:t>
            </a:r>
          </a:p>
        </p:txBody>
      </p:sp>
      <p:sp>
        <p:nvSpPr>
          <p:cNvPr id="18" name="矩形: 圆角 17">
            <a:extLst>
              <a:ext uri="{FF2B5EF4-FFF2-40B4-BE49-F238E27FC236}">
                <a16:creationId xmlns:a16="http://schemas.microsoft.com/office/drawing/2014/main" id="{62A87380-0F12-4218-B243-C95285A52DE5}"/>
              </a:ext>
            </a:extLst>
          </p:cNvPr>
          <p:cNvSpPr/>
          <p:nvPr/>
        </p:nvSpPr>
        <p:spPr bwMode="auto">
          <a:xfrm>
            <a:off x="3744106" y="2506607"/>
            <a:ext cx="515149" cy="307777"/>
          </a:xfrm>
          <a:prstGeom prst="roundRect">
            <a:avLst/>
          </a:prstGeom>
          <a:noFill/>
          <a:ln>
            <a:solidFill>
              <a:srgbClr val="FF0000"/>
            </a:solid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spAutoFit/>
          </a:bodyPr>
          <a:lstStyle/>
          <a:p>
            <a:pPr marL="177800" marR="0" indent="-177800" algn="ctr" defTabSz="914400" rtl="0" eaLnBrk="0" fontAlgn="base" latinLnBrk="0" hangingPunct="0">
              <a:lnSpc>
                <a:spcPct val="110000"/>
              </a:lnSpc>
              <a:spcBef>
                <a:spcPct val="0"/>
              </a:spcBef>
              <a:spcAft>
                <a:spcPct val="0"/>
              </a:spcAft>
              <a:buClrTx/>
              <a:buSzTx/>
              <a:buFontTx/>
              <a:buNone/>
              <a:tabLst/>
            </a:pPr>
            <a:endParaRPr kumimoji="0" lang="zh-CN" altLang="en-US" sz="1600" b="1" i="0" u="none" strike="noStrike" cap="none" normalizeH="0" baseline="0">
              <a:ln>
                <a:noFill/>
              </a:ln>
              <a:solidFill>
                <a:schemeClr val="tx1"/>
              </a:solidFill>
              <a:effectLst/>
              <a:latin typeface="Times New Roman" pitchFamily="18" charset="0"/>
            </a:endParaRPr>
          </a:p>
        </p:txBody>
      </p:sp>
      <p:sp>
        <p:nvSpPr>
          <p:cNvPr id="20" name="文本框 19">
            <a:extLst>
              <a:ext uri="{FF2B5EF4-FFF2-40B4-BE49-F238E27FC236}">
                <a16:creationId xmlns:a16="http://schemas.microsoft.com/office/drawing/2014/main" id="{73324815-2946-458E-A736-D2BF1BD4B15D}"/>
              </a:ext>
            </a:extLst>
          </p:cNvPr>
          <p:cNvSpPr txBox="1"/>
          <p:nvPr/>
        </p:nvSpPr>
        <p:spPr>
          <a:xfrm>
            <a:off x="179512" y="1467646"/>
            <a:ext cx="8624746" cy="408766"/>
          </a:xfrm>
          <a:prstGeom prst="rect">
            <a:avLst/>
          </a:prstGeom>
          <a:noFill/>
        </p:spPr>
        <p:txBody>
          <a:bodyPr wrap="square">
            <a:spAutoFit/>
          </a:bodyPr>
          <a:lstStyle>
            <a:defPPr>
              <a:defRPr lang="zh-CN"/>
            </a:defPPr>
            <a:lvl1pPr>
              <a:lnSpc>
                <a:spcPts val="2700"/>
              </a:lnSpc>
              <a:defRPr>
                <a:solidFill>
                  <a:srgbClr val="002060"/>
                </a:solidFill>
                <a:latin typeface="微软雅黑 Light" panose="020B0502040204020203" pitchFamily="34" charset="-122"/>
                <a:ea typeface="微软雅黑 Light" panose="020B0502040204020203" pitchFamily="34" charset="-122"/>
              </a:defRPr>
            </a:lvl1pPr>
          </a:lstStyle>
          <a:p>
            <a:r>
              <a:rPr lang="en-US" altLang="zh-CN" dirty="0"/>
              <a:t>#</a:t>
            </a:r>
            <a:r>
              <a:rPr lang="zh-CN" altLang="en-US" dirty="0"/>
              <a:t>按照指定路径读取应力应变曲线 </a:t>
            </a:r>
            <a:r>
              <a:rPr lang="en-US" altLang="zh-CN" dirty="0" err="1"/>
              <a:t>tt</a:t>
            </a:r>
            <a:r>
              <a:rPr lang="en-US" altLang="zh-CN" dirty="0"/>
              <a:t>=</a:t>
            </a:r>
            <a:r>
              <a:rPr lang="en-US" altLang="zh-CN" dirty="0" err="1"/>
              <a:t>readtable</a:t>
            </a:r>
            <a:r>
              <a:rPr lang="en-US" altLang="zh-CN" dirty="0"/>
              <a:t>(“D:/sysjulia/stress.txt”)</a:t>
            </a:r>
          </a:p>
        </p:txBody>
      </p:sp>
      <p:sp>
        <p:nvSpPr>
          <p:cNvPr id="3" name="文本框 2">
            <a:extLst>
              <a:ext uri="{FF2B5EF4-FFF2-40B4-BE49-F238E27FC236}">
                <a16:creationId xmlns:a16="http://schemas.microsoft.com/office/drawing/2014/main" id="{CB60585C-472A-14D8-FBD2-692579DC07D5}"/>
              </a:ext>
            </a:extLst>
          </p:cNvPr>
          <p:cNvSpPr txBox="1"/>
          <p:nvPr/>
        </p:nvSpPr>
        <p:spPr>
          <a:xfrm>
            <a:off x="1331640" y="1112183"/>
            <a:ext cx="7632848" cy="369332"/>
          </a:xfrm>
          <a:prstGeom prst="rect">
            <a:avLst/>
          </a:prstGeom>
          <a:solidFill>
            <a:schemeClr val="bg1"/>
          </a:solidFill>
        </p:spPr>
        <p:txBody>
          <a:bodyPr wrap="square">
            <a:spAutoFit/>
          </a:bodyPr>
          <a:lstStyle>
            <a:defPPr>
              <a:defRPr lang="zh-CN"/>
            </a:defPPr>
            <a:lvl1pPr>
              <a:defRPr b="1">
                <a:solidFill>
                  <a:srgbClr val="0070C0"/>
                </a:solidFill>
                <a:latin typeface="微软雅黑" panose="020B0503020204020204" pitchFamily="34" charset="-122"/>
                <a:ea typeface="微软雅黑" panose="020B0503020204020204" pitchFamily="34" charset="-122"/>
              </a:defRPr>
            </a:lvl1pPr>
          </a:lstStyle>
          <a:p>
            <a:pPr algn="dist"/>
            <a:r>
              <a:rPr lang="zh-CN" altLang="en-US" dirty="0">
                <a:solidFill>
                  <a:srgbClr val="00B0F0"/>
                </a:solidFill>
              </a:rPr>
              <a:t>采用</a:t>
            </a:r>
            <a:r>
              <a:rPr lang="en-US" altLang="zh-CN" dirty="0" err="1">
                <a:solidFill>
                  <a:srgbClr val="00B0F0"/>
                </a:solidFill>
              </a:rPr>
              <a:t>readtable</a:t>
            </a:r>
            <a:r>
              <a:rPr lang="zh-CN" altLang="en-US" dirty="0">
                <a:solidFill>
                  <a:srgbClr val="00B0F0"/>
                </a:solidFill>
              </a:rPr>
              <a:t>读取应力</a:t>
            </a:r>
            <a:r>
              <a:rPr lang="en-US" altLang="zh-CN" dirty="0">
                <a:solidFill>
                  <a:srgbClr val="00B0F0"/>
                </a:solidFill>
              </a:rPr>
              <a:t>-</a:t>
            </a:r>
            <a:r>
              <a:rPr lang="zh-CN" altLang="en-US" dirty="0">
                <a:solidFill>
                  <a:srgbClr val="00B0F0"/>
                </a:solidFill>
              </a:rPr>
              <a:t>应变曲线的</a:t>
            </a:r>
            <a:r>
              <a:rPr lang="en-US" altLang="zh-CN" dirty="0">
                <a:solidFill>
                  <a:srgbClr val="00B0F0"/>
                </a:solidFill>
              </a:rPr>
              <a:t>txt</a:t>
            </a:r>
            <a:r>
              <a:rPr lang="zh-CN" altLang="en-US" dirty="0">
                <a:solidFill>
                  <a:srgbClr val="00B0F0"/>
                </a:solidFill>
              </a:rPr>
              <a:t>数据，并绘制应力</a:t>
            </a:r>
            <a:r>
              <a:rPr lang="en-US" altLang="zh-CN" dirty="0">
                <a:solidFill>
                  <a:srgbClr val="00B0F0"/>
                </a:solidFill>
              </a:rPr>
              <a:t>-</a:t>
            </a:r>
            <a:r>
              <a:rPr lang="zh-CN" altLang="en-US" dirty="0">
                <a:solidFill>
                  <a:srgbClr val="00B0F0"/>
                </a:solidFill>
              </a:rPr>
              <a:t>应变曲线</a:t>
            </a:r>
          </a:p>
        </p:txBody>
      </p:sp>
      <p:sp>
        <p:nvSpPr>
          <p:cNvPr id="21" name="波形 20">
            <a:extLst>
              <a:ext uri="{FF2B5EF4-FFF2-40B4-BE49-F238E27FC236}">
                <a16:creationId xmlns:a16="http://schemas.microsoft.com/office/drawing/2014/main" id="{FC939EF5-E9A8-4502-9137-D2C492B052AA}"/>
              </a:ext>
            </a:extLst>
          </p:cNvPr>
          <p:cNvSpPr/>
          <p:nvPr/>
        </p:nvSpPr>
        <p:spPr>
          <a:xfrm>
            <a:off x="364187" y="1080508"/>
            <a:ext cx="967453" cy="369332"/>
          </a:xfrm>
          <a:prstGeom prst="wave">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anchor="ctr">
            <a:noAutofit/>
          </a:bodyPr>
          <a:lstStyle/>
          <a:p>
            <a:pPr algn="ctr" eaLnBrk="0" fontAlgn="auto">
              <a:lnSpc>
                <a:spcPct val="140000"/>
              </a:lnSpc>
              <a:spcBef>
                <a:spcPts val="0"/>
              </a:spcBef>
              <a:spcAft>
                <a:spcPts val="0"/>
              </a:spcAft>
            </a:pPr>
            <a:r>
              <a:rPr lang="en-US" altLang="ko-KR" b="1" dirty="0">
                <a:solidFill>
                  <a:srgbClr val="FFFF00"/>
                </a:solidFill>
                <a:latin typeface="微软雅黑" panose="020B0503020204020204" pitchFamily="34" charset="-122"/>
                <a:ea typeface="微软雅黑" panose="020B0503020204020204" pitchFamily="34" charset="-122"/>
              </a:rPr>
              <a:t>例142-1</a:t>
            </a:r>
            <a:endParaRPr lang="ko-KR" altLang="en-US" b="1" dirty="0">
              <a:solidFill>
                <a:srgbClr val="FFFF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9228878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8"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a:extLst>
              <a:ext uri="{FF2B5EF4-FFF2-40B4-BE49-F238E27FC236}">
                <a16:creationId xmlns:a16="http://schemas.microsoft.com/office/drawing/2014/main" id="{AF40DB51-012D-4F98-8D7F-A4464DE2AC07}"/>
              </a:ext>
            </a:extLst>
          </p:cNvPr>
          <p:cNvSpPr txBox="1"/>
          <p:nvPr/>
        </p:nvSpPr>
        <p:spPr>
          <a:xfrm>
            <a:off x="4245100" y="1320053"/>
            <a:ext cx="4719388" cy="400110"/>
          </a:xfrm>
          <a:prstGeom prst="rect">
            <a:avLst/>
          </a:prstGeom>
          <a:noFill/>
        </p:spPr>
        <p:txBody>
          <a:bodyPr wrap="square">
            <a:spAutoFit/>
          </a:bodyPr>
          <a:lstStyle/>
          <a:p>
            <a:r>
              <a:rPr lang="en-US" altLang="zh-CN" sz="2000" b="1" dirty="0" err="1">
                <a:solidFill>
                  <a:srgbClr val="00B0F0"/>
                </a:solidFill>
              </a:rPr>
              <a:t>tt</a:t>
            </a:r>
            <a:r>
              <a:rPr lang="en-US" altLang="zh-CN" sz="2000" b="1" dirty="0">
                <a:solidFill>
                  <a:srgbClr val="00B0F0"/>
                </a:solidFill>
              </a:rPr>
              <a:t>=</a:t>
            </a:r>
            <a:r>
              <a:rPr lang="en-US" altLang="zh-CN" sz="2000" b="1" dirty="0" err="1">
                <a:solidFill>
                  <a:srgbClr val="00B0F0"/>
                </a:solidFill>
              </a:rPr>
              <a:t>CSV.read</a:t>
            </a:r>
            <a:r>
              <a:rPr lang="en-US" altLang="zh-CN" sz="2000" b="1" dirty="0">
                <a:solidFill>
                  <a:srgbClr val="00B0F0"/>
                </a:solidFill>
              </a:rPr>
              <a:t>("stress.csv",</a:t>
            </a:r>
            <a:r>
              <a:rPr lang="en-US" altLang="zh-CN" sz="2000" b="1" dirty="0" err="1">
                <a:solidFill>
                  <a:srgbClr val="00B0F0"/>
                </a:solidFill>
              </a:rPr>
              <a:t>DataFrame</a:t>
            </a:r>
            <a:r>
              <a:rPr lang="en-US" altLang="zh-CN" sz="2000" b="1" dirty="0">
                <a:solidFill>
                  <a:srgbClr val="00B0F0"/>
                </a:solidFill>
              </a:rPr>
              <a:t>)</a:t>
            </a:r>
            <a:endParaRPr lang="zh-CN" altLang="en-US" sz="2000" b="1" dirty="0">
              <a:solidFill>
                <a:srgbClr val="00B0F0"/>
              </a:solidFill>
            </a:endParaRPr>
          </a:p>
        </p:txBody>
      </p:sp>
      <p:sp>
        <p:nvSpPr>
          <p:cNvPr id="8" name="Rectangle 1">
            <a:extLst>
              <a:ext uri="{FF2B5EF4-FFF2-40B4-BE49-F238E27FC236}">
                <a16:creationId xmlns:a16="http://schemas.microsoft.com/office/drawing/2014/main" id="{106D2FE0-655B-468E-AF87-8B0855842F1E}"/>
              </a:ext>
            </a:extLst>
          </p:cNvPr>
          <p:cNvSpPr>
            <a:spLocks noChangeArrowheads="1"/>
          </p:cNvSpPr>
          <p:nvPr/>
        </p:nvSpPr>
        <p:spPr bwMode="auto">
          <a:xfrm>
            <a:off x="539552" y="1454740"/>
            <a:ext cx="1284006" cy="307777"/>
          </a:xfrm>
          <a:prstGeom prst="rect">
            <a:avLst/>
          </a:prstGeom>
          <a:solidFill>
            <a:srgbClr val="F6F6F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b="1" i="0" u="none" strike="noStrike" cap="none" normalizeH="0" baseline="0" dirty="0">
                <a:ln>
                  <a:noFill/>
                </a:ln>
                <a:solidFill>
                  <a:srgbClr val="0000A8"/>
                </a:solidFill>
                <a:effectLst/>
                <a:latin typeface="Arial Unicode MS"/>
                <a:ea typeface="source-code-pro"/>
              </a:rPr>
              <a:t>using</a:t>
            </a:r>
            <a:r>
              <a:rPr kumimoji="0" lang="zh-CN" altLang="zh-CN" sz="2000" b="0" i="0" u="none" strike="noStrike" cap="none" normalizeH="0" baseline="0" dirty="0">
                <a:ln>
                  <a:noFill/>
                </a:ln>
                <a:solidFill>
                  <a:srgbClr val="000000"/>
                </a:solidFill>
                <a:effectLst/>
                <a:latin typeface="Arial Unicode MS"/>
                <a:ea typeface="source-code-pro"/>
              </a:rPr>
              <a:t> CSV</a:t>
            </a:r>
            <a:endParaRPr kumimoji="0" lang="en-US" altLang="zh-CN" sz="2000" b="0" i="0" u="none" strike="noStrike" cap="none" normalizeH="0" baseline="0" dirty="0">
              <a:ln>
                <a:noFill/>
              </a:ln>
              <a:solidFill>
                <a:srgbClr val="000000"/>
              </a:solidFill>
              <a:effectLst/>
              <a:latin typeface="Arial Unicode MS"/>
              <a:ea typeface="source-code-pro"/>
            </a:endParaRPr>
          </a:p>
        </p:txBody>
      </p:sp>
      <p:sp>
        <p:nvSpPr>
          <p:cNvPr id="10" name="文本框 9">
            <a:extLst>
              <a:ext uri="{FF2B5EF4-FFF2-40B4-BE49-F238E27FC236}">
                <a16:creationId xmlns:a16="http://schemas.microsoft.com/office/drawing/2014/main" id="{1D0F2D6C-37B5-4701-84E4-639F467B9639}"/>
              </a:ext>
            </a:extLst>
          </p:cNvPr>
          <p:cNvSpPr txBox="1"/>
          <p:nvPr/>
        </p:nvSpPr>
        <p:spPr>
          <a:xfrm>
            <a:off x="549935" y="1975566"/>
            <a:ext cx="8225377" cy="2462213"/>
          </a:xfrm>
          <a:prstGeom prst="rect">
            <a:avLst/>
          </a:prstGeom>
          <a:noFill/>
          <a:ln>
            <a:solidFill>
              <a:srgbClr val="736303"/>
            </a:solidFill>
          </a:ln>
        </p:spPr>
        <p:txBody>
          <a:bodyPr wrap="square">
            <a:spAutoFit/>
          </a:bodyPr>
          <a:lstStyle/>
          <a:p>
            <a:r>
              <a:rPr lang="zh-CN" altLang="en-US" sz="1400" dirty="0"/>
              <a:t>8006×6 DataFrame</a:t>
            </a:r>
          </a:p>
          <a:p>
            <a:r>
              <a:rPr lang="zh-CN" altLang="en-US" sz="1400" dirty="0"/>
              <a:t>  Row │ Time(sec)  Force(kgf)  LGauge(mm)   Strain   ⋯      │ Float64    Float64     Float64      Float64  ⋯──────┼───────────────────────────────────────────────        1 │     0.0       -7.2099  -0.00016053  -1.7113e ⋯   </a:t>
            </a:r>
            <a:endParaRPr lang="en-US" altLang="zh-CN" sz="1400" dirty="0"/>
          </a:p>
          <a:p>
            <a:r>
              <a:rPr lang="en-US" altLang="zh-CN" sz="1400" dirty="0"/>
              <a:t>   </a:t>
            </a:r>
            <a:r>
              <a:rPr lang="zh-CN" altLang="en-US" sz="1400" dirty="0"/>
              <a:t> 2 │     0.1       -8.1034  -0.00023657  -2.5823e  </a:t>
            </a:r>
          </a:p>
          <a:p>
            <a:r>
              <a:rPr lang="zh-CN" altLang="en-US" sz="1400" dirty="0"/>
              <a:t>    3 │     0.2       -7.8716  -0.00035473  -4.2897e  </a:t>
            </a:r>
          </a:p>
          <a:p>
            <a:r>
              <a:rPr lang="zh-CN" altLang="en-US" sz="1400" dirty="0"/>
              <a:t>    4 │     0.3       -7.489   -0.00029696  -3.7582e  </a:t>
            </a:r>
          </a:p>
          <a:p>
            <a:r>
              <a:rPr lang="zh-CN" altLang="en-US" sz="1400" dirty="0"/>
              <a:t>  ⋮   │     ⋮          ⋮            ⋮           ⋮    ⋱ 8004 │   800.299    -80.667   -4.95        -0.7985  ⋯ 8005 │   800.399    -79.641   -4.9499      -0.79848  </a:t>
            </a:r>
          </a:p>
          <a:p>
            <a:r>
              <a:rPr lang="zh-CN" altLang="en-US" sz="1400" dirty="0"/>
              <a:t> 8006 │   800.499    -80.714   -4.95        -0.79852  </a:t>
            </a:r>
          </a:p>
          <a:p>
            <a:r>
              <a:rPr lang="zh-CN" altLang="en-US" sz="1400" dirty="0"/>
              <a:t>                       3 columns and 7999 rows omitted</a:t>
            </a:r>
          </a:p>
        </p:txBody>
      </p:sp>
      <p:sp>
        <p:nvSpPr>
          <p:cNvPr id="6" name="文本框 5">
            <a:extLst>
              <a:ext uri="{FF2B5EF4-FFF2-40B4-BE49-F238E27FC236}">
                <a16:creationId xmlns:a16="http://schemas.microsoft.com/office/drawing/2014/main" id="{62707D3D-9B34-4D46-9FE5-1F12ED2ED4C4}"/>
              </a:ext>
            </a:extLst>
          </p:cNvPr>
          <p:cNvSpPr txBox="1"/>
          <p:nvPr/>
        </p:nvSpPr>
        <p:spPr>
          <a:xfrm>
            <a:off x="1331640" y="803225"/>
            <a:ext cx="7632848" cy="369332"/>
          </a:xfrm>
          <a:prstGeom prst="rect">
            <a:avLst/>
          </a:prstGeom>
          <a:solidFill>
            <a:schemeClr val="bg1"/>
          </a:solidFill>
        </p:spPr>
        <p:txBody>
          <a:bodyPr wrap="square">
            <a:spAutoFit/>
          </a:bodyPr>
          <a:lstStyle>
            <a:defPPr>
              <a:defRPr lang="zh-CN"/>
            </a:defPPr>
            <a:lvl1pPr>
              <a:defRPr b="1">
                <a:solidFill>
                  <a:srgbClr val="0070C0"/>
                </a:solidFill>
                <a:latin typeface="微软雅黑" panose="020B0503020204020204" pitchFamily="34" charset="-122"/>
                <a:ea typeface="微软雅黑" panose="020B0503020204020204" pitchFamily="34" charset="-122"/>
              </a:defRPr>
            </a:lvl1pPr>
          </a:lstStyle>
          <a:p>
            <a:pPr algn="dist"/>
            <a:r>
              <a:rPr lang="zh-CN" altLang="en-US" dirty="0"/>
              <a:t>用</a:t>
            </a:r>
            <a:r>
              <a:rPr lang="en-US" altLang="zh-CN" sz="1800" b="1" dirty="0" err="1"/>
              <a:t>CSV.read</a:t>
            </a:r>
            <a:r>
              <a:rPr lang="zh-CN" altLang="en-US" sz="1800" b="1" dirty="0"/>
              <a:t>或</a:t>
            </a:r>
            <a:r>
              <a:rPr lang="en-US" altLang="zh-CN" dirty="0" err="1"/>
              <a:t>readtable</a:t>
            </a:r>
            <a:r>
              <a:rPr lang="zh-CN" altLang="en-US" dirty="0"/>
              <a:t>读取复合材料应力</a:t>
            </a:r>
            <a:r>
              <a:rPr lang="en-US" altLang="zh-CN" dirty="0"/>
              <a:t>-</a:t>
            </a:r>
            <a:r>
              <a:rPr lang="zh-CN" altLang="en-US" dirty="0"/>
              <a:t>应变曲线的</a:t>
            </a:r>
            <a:r>
              <a:rPr lang="en-US" altLang="zh-CN" dirty="0"/>
              <a:t>csv</a:t>
            </a:r>
            <a:r>
              <a:rPr lang="zh-CN" altLang="en-US" dirty="0"/>
              <a:t>数据</a:t>
            </a:r>
          </a:p>
        </p:txBody>
      </p:sp>
      <p:sp>
        <p:nvSpPr>
          <p:cNvPr id="9" name="波形 8">
            <a:extLst>
              <a:ext uri="{FF2B5EF4-FFF2-40B4-BE49-F238E27FC236}">
                <a16:creationId xmlns:a16="http://schemas.microsoft.com/office/drawing/2014/main" id="{6A033CBF-B3DE-444A-9C70-91E258ECDF73}"/>
              </a:ext>
            </a:extLst>
          </p:cNvPr>
          <p:cNvSpPr/>
          <p:nvPr/>
        </p:nvSpPr>
        <p:spPr>
          <a:xfrm>
            <a:off x="364187" y="771550"/>
            <a:ext cx="967453" cy="369332"/>
          </a:xfrm>
          <a:prstGeom prst="wave">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anchor="ctr">
            <a:noAutofit/>
          </a:bodyPr>
          <a:lstStyle/>
          <a:p>
            <a:pPr algn="ctr" eaLnBrk="0" fontAlgn="auto">
              <a:lnSpc>
                <a:spcPct val="140000"/>
              </a:lnSpc>
              <a:spcBef>
                <a:spcPts val="0"/>
              </a:spcBef>
              <a:spcAft>
                <a:spcPts val="0"/>
              </a:spcAft>
            </a:pPr>
            <a:r>
              <a:rPr lang="en-US" altLang="ko-KR" b="1" dirty="0">
                <a:solidFill>
                  <a:srgbClr val="FFFF00"/>
                </a:solidFill>
                <a:latin typeface="微软雅黑" panose="020B0503020204020204" pitchFamily="34" charset="-122"/>
                <a:ea typeface="微软雅黑" panose="020B0503020204020204" pitchFamily="34" charset="-122"/>
              </a:rPr>
              <a:t>例142-2</a:t>
            </a:r>
            <a:endParaRPr lang="ko-KR" altLang="en-US" b="1" dirty="0">
              <a:solidFill>
                <a:srgbClr val="FFFF00"/>
              </a:solidFill>
              <a:latin typeface="微软雅黑" panose="020B0503020204020204" pitchFamily="34" charset="-122"/>
              <a:ea typeface="微软雅黑" panose="020B0503020204020204" pitchFamily="34" charset="-122"/>
            </a:endParaRPr>
          </a:p>
        </p:txBody>
      </p:sp>
      <p:sp>
        <p:nvSpPr>
          <p:cNvPr id="11" name="标题 1">
            <a:extLst>
              <a:ext uri="{FF2B5EF4-FFF2-40B4-BE49-F238E27FC236}">
                <a16:creationId xmlns:a16="http://schemas.microsoft.com/office/drawing/2014/main" id="{BF3ACED6-87BB-4887-A3C8-2745C351230D}"/>
              </a:ext>
            </a:extLst>
          </p:cNvPr>
          <p:cNvSpPr txBox="1">
            <a:spLocks/>
          </p:cNvSpPr>
          <p:nvPr/>
        </p:nvSpPr>
        <p:spPr bwMode="auto">
          <a:xfrm>
            <a:off x="1223628" y="273150"/>
            <a:ext cx="6696744" cy="362006"/>
          </a:xfrm>
          <a:prstGeom prst="rect">
            <a:avLst/>
          </a:prstGeom>
          <a:noFill/>
          <a:ln w="9525">
            <a:noFill/>
            <a:miter lim="800000"/>
            <a:headEnd/>
            <a:tailEnd/>
          </a:ln>
        </p:spPr>
        <p:txBody>
          <a:bodyPr vert="horz" wrap="none" lIns="91440" tIns="45720" rIns="91440" bIns="45720" numCol="1" anchor="b" anchorCtr="0" compatLnSpc="1">
            <a:prstTxWarp prst="textNoShape">
              <a:avLst/>
            </a:prstTxWarp>
          </a:bodyPr>
          <a:lstStyle>
            <a:lvl1pPr algn="l" rtl="0" eaLnBrk="0" fontAlgn="base" hangingPunct="0">
              <a:lnSpc>
                <a:spcPct val="85000"/>
              </a:lnSpc>
              <a:spcBef>
                <a:spcPct val="0"/>
              </a:spcBef>
              <a:spcAft>
                <a:spcPct val="0"/>
              </a:spcAft>
              <a:defRPr sz="3200" b="0">
                <a:solidFill>
                  <a:srgbClr val="002060"/>
                </a:solidFill>
                <a:latin typeface="华文楷体" panose="02010600040101010101" pitchFamily="2" charset="-122"/>
                <a:ea typeface="华文楷体" panose="02010600040101010101" pitchFamily="2" charset="-122"/>
                <a:cs typeface="+mj-cs"/>
              </a:defRPr>
            </a:lvl1pPr>
            <a:lvl2pPr algn="l" rtl="0" eaLnBrk="0" fontAlgn="base" hangingPunct="0">
              <a:lnSpc>
                <a:spcPct val="85000"/>
              </a:lnSpc>
              <a:spcBef>
                <a:spcPct val="0"/>
              </a:spcBef>
              <a:spcAft>
                <a:spcPct val="0"/>
              </a:spcAft>
              <a:defRPr sz="3400" b="1">
                <a:solidFill>
                  <a:srgbClr val="002E5C"/>
                </a:solidFill>
                <a:latin typeface="Helvetica" pitchFamily="34" charset="0"/>
              </a:defRPr>
            </a:lvl2pPr>
            <a:lvl3pPr algn="l" rtl="0" eaLnBrk="0" fontAlgn="base" hangingPunct="0">
              <a:lnSpc>
                <a:spcPct val="85000"/>
              </a:lnSpc>
              <a:spcBef>
                <a:spcPct val="0"/>
              </a:spcBef>
              <a:spcAft>
                <a:spcPct val="0"/>
              </a:spcAft>
              <a:defRPr sz="3400" b="1">
                <a:solidFill>
                  <a:srgbClr val="002E5C"/>
                </a:solidFill>
                <a:latin typeface="Helvetica" pitchFamily="34" charset="0"/>
              </a:defRPr>
            </a:lvl3pPr>
            <a:lvl4pPr algn="l" rtl="0" eaLnBrk="0" fontAlgn="base" hangingPunct="0">
              <a:lnSpc>
                <a:spcPct val="85000"/>
              </a:lnSpc>
              <a:spcBef>
                <a:spcPct val="0"/>
              </a:spcBef>
              <a:spcAft>
                <a:spcPct val="0"/>
              </a:spcAft>
              <a:defRPr sz="3400" b="1">
                <a:solidFill>
                  <a:srgbClr val="002E5C"/>
                </a:solidFill>
                <a:latin typeface="Helvetica" pitchFamily="34" charset="0"/>
              </a:defRPr>
            </a:lvl4pPr>
            <a:lvl5pPr algn="l" rtl="0" eaLnBrk="0" fontAlgn="base" hangingPunct="0">
              <a:lnSpc>
                <a:spcPct val="85000"/>
              </a:lnSpc>
              <a:spcBef>
                <a:spcPct val="0"/>
              </a:spcBef>
              <a:spcAft>
                <a:spcPct val="0"/>
              </a:spcAft>
              <a:defRPr sz="3400" b="1">
                <a:solidFill>
                  <a:srgbClr val="002E5C"/>
                </a:solidFill>
                <a:latin typeface="Helvetica" pitchFamily="34" charset="0"/>
              </a:defRPr>
            </a:lvl5pPr>
            <a:lvl6pPr marL="457200" algn="l" rtl="0" eaLnBrk="1" fontAlgn="base" hangingPunct="1">
              <a:lnSpc>
                <a:spcPct val="85000"/>
              </a:lnSpc>
              <a:spcBef>
                <a:spcPct val="0"/>
              </a:spcBef>
              <a:spcAft>
                <a:spcPct val="0"/>
              </a:spcAft>
              <a:defRPr sz="3400" b="1">
                <a:solidFill>
                  <a:srgbClr val="002E5C"/>
                </a:solidFill>
                <a:latin typeface="Helvetica" pitchFamily="34" charset="0"/>
              </a:defRPr>
            </a:lvl6pPr>
            <a:lvl7pPr marL="914400" algn="l" rtl="0" eaLnBrk="1" fontAlgn="base" hangingPunct="1">
              <a:lnSpc>
                <a:spcPct val="85000"/>
              </a:lnSpc>
              <a:spcBef>
                <a:spcPct val="0"/>
              </a:spcBef>
              <a:spcAft>
                <a:spcPct val="0"/>
              </a:spcAft>
              <a:defRPr sz="3400" b="1">
                <a:solidFill>
                  <a:srgbClr val="002E5C"/>
                </a:solidFill>
                <a:latin typeface="Helvetica" pitchFamily="34" charset="0"/>
              </a:defRPr>
            </a:lvl7pPr>
            <a:lvl8pPr marL="1371600" algn="l" rtl="0" eaLnBrk="1" fontAlgn="base" hangingPunct="1">
              <a:lnSpc>
                <a:spcPct val="85000"/>
              </a:lnSpc>
              <a:spcBef>
                <a:spcPct val="0"/>
              </a:spcBef>
              <a:spcAft>
                <a:spcPct val="0"/>
              </a:spcAft>
              <a:defRPr sz="3400" b="1">
                <a:solidFill>
                  <a:srgbClr val="002E5C"/>
                </a:solidFill>
                <a:latin typeface="Helvetica" pitchFamily="34" charset="0"/>
              </a:defRPr>
            </a:lvl8pPr>
            <a:lvl9pPr marL="1828800" algn="l" rtl="0" eaLnBrk="1" fontAlgn="base" hangingPunct="1">
              <a:lnSpc>
                <a:spcPct val="85000"/>
              </a:lnSpc>
              <a:spcBef>
                <a:spcPct val="0"/>
              </a:spcBef>
              <a:spcAft>
                <a:spcPct val="0"/>
              </a:spcAft>
              <a:defRPr sz="3400" b="1">
                <a:solidFill>
                  <a:srgbClr val="002E5C"/>
                </a:solidFill>
                <a:latin typeface="Helvetica" pitchFamily="34" charset="0"/>
              </a:defRPr>
            </a:lvl9pPr>
          </a:lstStyle>
          <a:p>
            <a:r>
              <a:rPr lang="en-US" altLang="zh-CN" sz="3000" b="1" kern="0" dirty="0">
                <a:solidFill>
                  <a:srgbClr val="0070C0"/>
                </a:solidFill>
              </a:rPr>
              <a:t>§1.4.2  </a:t>
            </a:r>
            <a:r>
              <a:rPr lang="zh-CN" altLang="en-US" sz="3000" b="1" dirty="0">
                <a:solidFill>
                  <a:srgbClr val="0070C0"/>
                </a:solidFill>
              </a:rPr>
              <a:t>列表</a:t>
            </a:r>
            <a:r>
              <a:rPr lang="en-US" altLang="zh-CN" sz="3000" b="1" dirty="0">
                <a:solidFill>
                  <a:srgbClr val="0070C0"/>
                </a:solidFill>
              </a:rPr>
              <a:t>table</a:t>
            </a:r>
            <a:r>
              <a:rPr lang="en-US" altLang="zh-CN" sz="3000" b="1" kern="0" dirty="0">
                <a:solidFill>
                  <a:srgbClr val="0070C0"/>
                </a:solidFill>
              </a:rPr>
              <a:t> </a:t>
            </a:r>
            <a:r>
              <a:rPr lang="en-US" altLang="zh-CN" sz="3000" b="1" kern="0" dirty="0">
                <a:solidFill>
                  <a:srgbClr val="FF0000"/>
                </a:solidFill>
              </a:rPr>
              <a:t>——</a:t>
            </a:r>
            <a:r>
              <a:rPr lang="zh-CN" altLang="en-US" sz="3000" b="1" kern="0" dirty="0">
                <a:solidFill>
                  <a:srgbClr val="FF0000"/>
                </a:solidFill>
              </a:rPr>
              <a:t>读取</a:t>
            </a:r>
            <a:r>
              <a:rPr lang="en-US" altLang="zh-CN" sz="3000" b="1" kern="0" dirty="0">
                <a:solidFill>
                  <a:srgbClr val="FF0000"/>
                </a:solidFill>
              </a:rPr>
              <a:t>csv</a:t>
            </a:r>
            <a:r>
              <a:rPr lang="zh-CN" altLang="en-US" sz="3000" b="1" kern="0" dirty="0">
                <a:solidFill>
                  <a:srgbClr val="FF0000"/>
                </a:solidFill>
              </a:rPr>
              <a:t>文件建表格</a:t>
            </a:r>
          </a:p>
        </p:txBody>
      </p:sp>
      <p:sp>
        <p:nvSpPr>
          <p:cNvPr id="13" name="文本框 12">
            <a:extLst>
              <a:ext uri="{FF2B5EF4-FFF2-40B4-BE49-F238E27FC236}">
                <a16:creationId xmlns:a16="http://schemas.microsoft.com/office/drawing/2014/main" id="{7F452ADC-EEA1-4D7A-A27F-9245E98B0D92}"/>
              </a:ext>
            </a:extLst>
          </p:cNvPr>
          <p:cNvSpPr txBox="1"/>
          <p:nvPr/>
        </p:nvSpPr>
        <p:spPr>
          <a:xfrm>
            <a:off x="4788024" y="3932494"/>
            <a:ext cx="4355976" cy="461665"/>
          </a:xfrm>
          <a:prstGeom prst="rect">
            <a:avLst/>
          </a:prstGeom>
          <a:noFill/>
        </p:spPr>
        <p:txBody>
          <a:bodyPr wrap="square">
            <a:spAutoFit/>
          </a:bodyPr>
          <a:lstStyle/>
          <a:p>
            <a:r>
              <a:rPr lang="zh-CN" altLang="en-US" sz="2400" b="1" dirty="0">
                <a:solidFill>
                  <a:srgbClr val="00B0F0"/>
                </a:solidFill>
              </a:rPr>
              <a:t>tt=readtable("stress.csv")</a:t>
            </a:r>
          </a:p>
        </p:txBody>
      </p:sp>
    </p:spTree>
    <p:extLst>
      <p:ext uri="{BB962C8B-B14F-4D97-AF65-F5344CB8AC3E}">
        <p14:creationId xmlns:p14="http://schemas.microsoft.com/office/powerpoint/2010/main" val="158135560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框 14">
            <a:extLst>
              <a:ext uri="{FF2B5EF4-FFF2-40B4-BE49-F238E27FC236}">
                <a16:creationId xmlns:a16="http://schemas.microsoft.com/office/drawing/2014/main" id="{2DAC2621-3213-4128-BE95-0F125DD8453B}"/>
              </a:ext>
            </a:extLst>
          </p:cNvPr>
          <p:cNvSpPr txBox="1"/>
          <p:nvPr/>
        </p:nvSpPr>
        <p:spPr>
          <a:xfrm>
            <a:off x="0" y="1211352"/>
            <a:ext cx="4572000" cy="400110"/>
          </a:xfrm>
          <a:prstGeom prst="rect">
            <a:avLst/>
          </a:prstGeom>
          <a:solidFill>
            <a:schemeClr val="bg1"/>
          </a:solidFill>
        </p:spPr>
        <p:txBody>
          <a:bodyPr wrap="square">
            <a:spAutoFit/>
          </a:bodyPr>
          <a:lstStyle>
            <a:defPPr>
              <a:defRPr lang="zh-CN"/>
            </a:defPPr>
            <a:lvl1pPr>
              <a:defRPr sz="2400" b="1" i="0">
                <a:solidFill>
                  <a:srgbClr val="0070C0"/>
                </a:solidFill>
                <a:effectLst/>
                <a:latin typeface="Microsoft YaHei" panose="020B0503020204020204" pitchFamily="34" charset="-122"/>
                <a:ea typeface="Microsoft YaHei" panose="020B0503020204020204" pitchFamily="34" charset="-122"/>
              </a:defRPr>
            </a:lvl1pPr>
          </a:lstStyle>
          <a:p>
            <a:pPr marL="457200" indent="-457200">
              <a:buFont typeface="+mj-ea"/>
              <a:buAutoNum type="circleNumDbPlain" startAt="2"/>
            </a:pPr>
            <a:r>
              <a:rPr lang="zh-CN" altLang="en-US" sz="2000" dirty="0"/>
              <a:t>用键值对构造变量表格数据框架</a:t>
            </a:r>
            <a:r>
              <a:rPr lang="en-US" altLang="zh-CN" sz="2000" dirty="0" err="1"/>
              <a:t>tt</a:t>
            </a:r>
            <a:endParaRPr lang="zh-CN" altLang="en-US" sz="2000" dirty="0"/>
          </a:p>
        </p:txBody>
      </p:sp>
      <p:sp>
        <p:nvSpPr>
          <p:cNvPr id="5" name="文本框 4">
            <a:extLst>
              <a:ext uri="{FF2B5EF4-FFF2-40B4-BE49-F238E27FC236}">
                <a16:creationId xmlns:a16="http://schemas.microsoft.com/office/drawing/2014/main" id="{809BC84B-3036-4F05-8F86-29F49DB8589B}"/>
              </a:ext>
            </a:extLst>
          </p:cNvPr>
          <p:cNvSpPr txBox="1"/>
          <p:nvPr/>
        </p:nvSpPr>
        <p:spPr>
          <a:xfrm>
            <a:off x="0" y="720564"/>
            <a:ext cx="4572000" cy="400110"/>
          </a:xfrm>
          <a:prstGeom prst="rect">
            <a:avLst/>
          </a:prstGeom>
          <a:solidFill>
            <a:schemeClr val="bg1"/>
          </a:solidFill>
        </p:spPr>
        <p:txBody>
          <a:bodyPr wrap="square">
            <a:spAutoFit/>
          </a:bodyPr>
          <a:lstStyle>
            <a:defPPr>
              <a:defRPr lang="zh-CN"/>
            </a:defPPr>
            <a:lvl1pPr>
              <a:defRPr sz="2400" b="1" i="0">
                <a:solidFill>
                  <a:srgbClr val="0070C0"/>
                </a:solidFill>
                <a:effectLst/>
                <a:latin typeface="Microsoft YaHei" panose="020B0503020204020204" pitchFamily="34" charset="-122"/>
                <a:ea typeface="Microsoft YaHei" panose="020B0503020204020204" pitchFamily="34" charset="-122"/>
              </a:defRPr>
            </a:lvl1pPr>
          </a:lstStyle>
          <a:p>
            <a:pPr marL="457200" indent="-457200">
              <a:buFont typeface="+mj-ea"/>
              <a:buAutoNum type="circleNumDbPlain"/>
            </a:pPr>
            <a:r>
              <a:rPr lang="zh-CN" altLang="en-US" sz="2000" dirty="0"/>
              <a:t>通过输入变量及数值建表格变量</a:t>
            </a:r>
            <a:r>
              <a:rPr lang="en-US" altLang="zh-CN" sz="2000" dirty="0" err="1"/>
              <a:t>tt</a:t>
            </a:r>
            <a:endParaRPr lang="zh-CN" altLang="en-US" sz="2000" dirty="0"/>
          </a:p>
        </p:txBody>
      </p:sp>
      <p:sp>
        <p:nvSpPr>
          <p:cNvPr id="8" name="Rectangle 1">
            <a:extLst>
              <a:ext uri="{FF2B5EF4-FFF2-40B4-BE49-F238E27FC236}">
                <a16:creationId xmlns:a16="http://schemas.microsoft.com/office/drawing/2014/main" id="{D344516E-33CB-4161-91B3-16DECCD36FFC}"/>
              </a:ext>
            </a:extLst>
          </p:cNvPr>
          <p:cNvSpPr>
            <a:spLocks noChangeArrowheads="1"/>
          </p:cNvSpPr>
          <p:nvPr/>
        </p:nvSpPr>
        <p:spPr bwMode="auto">
          <a:xfrm>
            <a:off x="4486481" y="1226741"/>
            <a:ext cx="4406000" cy="338554"/>
          </a:xfrm>
          <a:prstGeom prst="rect">
            <a:avLst/>
          </a:prstGeom>
          <a:solidFill>
            <a:srgbClr val="0070C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p>
            <a:pPr algn="dist" eaLnBrk="0" hangingPunct="0"/>
            <a:r>
              <a:rPr lang="en-US" altLang="zh-CN" sz="1600" b="1" dirty="0" err="1">
                <a:solidFill>
                  <a:schemeClr val="bg1">
                    <a:lumMod val="95000"/>
                  </a:schemeClr>
                </a:solidFill>
                <a:latin typeface="Arial Unicode MS"/>
              </a:rPr>
              <a:t>tt</a:t>
            </a:r>
            <a:r>
              <a:rPr lang="en-US" altLang="zh-CN" sz="1600" b="1" dirty="0">
                <a:solidFill>
                  <a:schemeClr val="bg1">
                    <a:lumMod val="95000"/>
                  </a:schemeClr>
                </a:solidFill>
                <a:latin typeface="Arial Unicode MS"/>
              </a:rPr>
              <a:t>=</a:t>
            </a:r>
            <a:r>
              <a:rPr lang="zh-CN" altLang="zh-CN" sz="1600" b="1" dirty="0">
                <a:solidFill>
                  <a:schemeClr val="bg1">
                    <a:lumMod val="95000"/>
                  </a:schemeClr>
                </a:solidFill>
                <a:latin typeface="Arial Unicode MS"/>
              </a:rPr>
              <a:t>DataFrame(</a:t>
            </a:r>
            <a:r>
              <a:rPr lang="en-US" altLang="zh-CN" sz="1600" b="1" dirty="0">
                <a:solidFill>
                  <a:schemeClr val="bg1">
                    <a:lumMod val="95000"/>
                  </a:schemeClr>
                </a:solidFill>
                <a:latin typeface="Arial Unicode MS"/>
              </a:rPr>
              <a:t>"key1"=&gt;value1,,,</a:t>
            </a:r>
            <a:r>
              <a:rPr lang="zh-CN" altLang="zh-CN" sz="1600" b="1" dirty="0">
                <a:solidFill>
                  <a:schemeClr val="bg1">
                    <a:lumMod val="95000"/>
                  </a:schemeClr>
                </a:solidFill>
                <a:latin typeface="Arial Unicode MS"/>
              </a:rPr>
              <a:t>) </a:t>
            </a:r>
          </a:p>
        </p:txBody>
      </p:sp>
      <p:sp>
        <p:nvSpPr>
          <p:cNvPr id="14" name="Rectangle 1">
            <a:extLst>
              <a:ext uri="{FF2B5EF4-FFF2-40B4-BE49-F238E27FC236}">
                <a16:creationId xmlns:a16="http://schemas.microsoft.com/office/drawing/2014/main" id="{3FFE100B-EA77-44DE-8445-4095229DC546}"/>
              </a:ext>
            </a:extLst>
          </p:cNvPr>
          <p:cNvSpPr>
            <a:spLocks noChangeArrowheads="1"/>
          </p:cNvSpPr>
          <p:nvPr/>
        </p:nvSpPr>
        <p:spPr bwMode="auto">
          <a:xfrm>
            <a:off x="4496434" y="730618"/>
            <a:ext cx="3240360" cy="338554"/>
          </a:xfrm>
          <a:prstGeom prst="rect">
            <a:avLst/>
          </a:prstGeom>
          <a:solidFill>
            <a:srgbClr val="0070C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p>
            <a:pPr algn="dist" eaLnBrk="0" hangingPunct="0"/>
            <a:r>
              <a:rPr lang="en-US" altLang="zh-CN" sz="1600" b="1" dirty="0" err="1">
                <a:solidFill>
                  <a:schemeClr val="bg1">
                    <a:lumMod val="95000"/>
                  </a:schemeClr>
                </a:solidFill>
                <a:latin typeface="Arial Unicode MS"/>
              </a:rPr>
              <a:t>tt</a:t>
            </a:r>
            <a:r>
              <a:rPr lang="en-US" altLang="zh-CN" sz="1600" b="1" dirty="0">
                <a:solidFill>
                  <a:schemeClr val="bg1">
                    <a:lumMod val="95000"/>
                  </a:schemeClr>
                </a:solidFill>
                <a:latin typeface="Arial Unicode MS"/>
              </a:rPr>
              <a:t>=</a:t>
            </a:r>
            <a:r>
              <a:rPr lang="zh-CN" altLang="zh-CN" sz="1600" b="1" dirty="0">
                <a:solidFill>
                  <a:schemeClr val="bg1">
                    <a:lumMod val="95000"/>
                  </a:schemeClr>
                </a:solidFill>
                <a:latin typeface="Arial Unicode MS"/>
              </a:rPr>
              <a:t>DataFrame(</a:t>
            </a:r>
            <a:r>
              <a:rPr lang="en-US" altLang="zh-CN" sz="1600" b="1" dirty="0">
                <a:solidFill>
                  <a:schemeClr val="bg1">
                    <a:lumMod val="95000"/>
                  </a:schemeClr>
                </a:solidFill>
                <a:latin typeface="Arial Unicode MS"/>
              </a:rPr>
              <a:t>x1,x2,…</a:t>
            </a:r>
            <a:r>
              <a:rPr lang="zh-CN" altLang="zh-CN" sz="1600" b="1" dirty="0">
                <a:solidFill>
                  <a:schemeClr val="bg1">
                    <a:lumMod val="95000"/>
                  </a:schemeClr>
                </a:solidFill>
                <a:latin typeface="Arial Unicode MS"/>
              </a:rPr>
              <a:t>) </a:t>
            </a:r>
          </a:p>
        </p:txBody>
      </p:sp>
      <p:sp>
        <p:nvSpPr>
          <p:cNvPr id="18" name="文本框 17">
            <a:extLst>
              <a:ext uri="{FF2B5EF4-FFF2-40B4-BE49-F238E27FC236}">
                <a16:creationId xmlns:a16="http://schemas.microsoft.com/office/drawing/2014/main" id="{4D9E9C7E-2C97-4A94-86BE-78D1F29E034F}"/>
              </a:ext>
            </a:extLst>
          </p:cNvPr>
          <p:cNvSpPr txBox="1"/>
          <p:nvPr/>
        </p:nvSpPr>
        <p:spPr>
          <a:xfrm>
            <a:off x="97739" y="2366168"/>
            <a:ext cx="5892814" cy="2143792"/>
          </a:xfrm>
          <a:prstGeom prst="rect">
            <a:avLst/>
          </a:prstGeom>
          <a:noFill/>
        </p:spPr>
        <p:txBody>
          <a:bodyPr wrap="square">
            <a:spAutoFit/>
          </a:bodyPr>
          <a:lstStyle/>
          <a:p>
            <a:pPr>
              <a:lnSpc>
                <a:spcPts val="4100"/>
              </a:lnSpc>
            </a:pPr>
            <a:r>
              <a:rPr lang="es-ES" altLang="zh-CN" sz="2800" b="1" dirty="0">
                <a:solidFill>
                  <a:srgbClr val="0070C0"/>
                </a:solidFill>
                <a:latin typeface="Times New Roman" panose="02020603050405020304" pitchFamily="18" charset="0"/>
                <a:cs typeface="Times New Roman" panose="02020603050405020304" pitchFamily="18" charset="0"/>
              </a:rPr>
              <a:t>x=1:4;</a:t>
            </a:r>
          </a:p>
          <a:p>
            <a:pPr>
              <a:lnSpc>
                <a:spcPts val="4100"/>
              </a:lnSpc>
            </a:pPr>
            <a:r>
              <a:rPr lang="es-ES" altLang="zh-CN" sz="2800" b="1" dirty="0">
                <a:solidFill>
                  <a:srgbClr val="0070C0"/>
                </a:solidFill>
                <a:latin typeface="Times New Roman" panose="02020603050405020304" pitchFamily="18" charset="0"/>
                <a:cs typeface="Times New Roman" panose="02020603050405020304" pitchFamily="18" charset="0"/>
              </a:rPr>
              <a:t>y=sin.(4);</a:t>
            </a:r>
          </a:p>
          <a:p>
            <a:pPr>
              <a:lnSpc>
                <a:spcPts val="4100"/>
              </a:lnSpc>
            </a:pPr>
            <a:r>
              <a:rPr lang="es-ES" altLang="zh-CN" sz="2800" b="1" dirty="0">
                <a:solidFill>
                  <a:srgbClr val="0070C0"/>
                </a:solidFill>
                <a:latin typeface="Times New Roman" panose="02020603050405020304" pitchFamily="18" charset="0"/>
                <a:cs typeface="Times New Roman" panose="02020603050405020304" pitchFamily="18" charset="0"/>
              </a:rPr>
              <a:t>tt=DataFrame(xx=x,yy=y)</a:t>
            </a:r>
          </a:p>
          <a:p>
            <a:pPr>
              <a:lnSpc>
                <a:spcPts val="4100"/>
              </a:lnSpc>
            </a:pPr>
            <a:r>
              <a:rPr lang="es-ES" altLang="zh-CN" sz="2800" b="1" dirty="0">
                <a:solidFill>
                  <a:srgbClr val="0070C0"/>
                </a:solidFill>
                <a:latin typeface="Times New Roman" panose="02020603050405020304" pitchFamily="18" charset="0"/>
                <a:cs typeface="Times New Roman" panose="02020603050405020304" pitchFamily="18" charset="0"/>
              </a:rPr>
              <a:t>#</a:t>
            </a:r>
            <a:r>
              <a:rPr lang="zh-CN" altLang="en-US" sz="2800" b="1" dirty="0">
                <a:solidFill>
                  <a:srgbClr val="0070C0"/>
                </a:solidFill>
                <a:latin typeface="Times New Roman" panose="02020603050405020304" pitchFamily="18" charset="0"/>
                <a:cs typeface="Times New Roman" panose="02020603050405020304" pitchFamily="18" charset="0"/>
              </a:rPr>
              <a:t>或者</a:t>
            </a:r>
            <a:r>
              <a:rPr lang="es-ES" altLang="zh-CN" sz="2800" b="1" dirty="0">
                <a:solidFill>
                  <a:srgbClr val="0070C0"/>
                </a:solidFill>
                <a:latin typeface="Times New Roman" panose="02020603050405020304" pitchFamily="18" charset="0"/>
                <a:cs typeface="Times New Roman" panose="02020603050405020304" pitchFamily="18" charset="0"/>
              </a:rPr>
              <a:t>DataFrame("xx"=&gt;x,"yy"=&gt;y)</a:t>
            </a:r>
            <a:endParaRPr lang="en-US" altLang="zh-CN" sz="2800" b="1" dirty="0">
              <a:solidFill>
                <a:srgbClr val="0070C0"/>
              </a:solidFill>
              <a:latin typeface="Times New Roman" panose="02020603050405020304" pitchFamily="18" charset="0"/>
              <a:cs typeface="Times New Roman" panose="02020603050405020304" pitchFamily="18" charset="0"/>
            </a:endParaRPr>
          </a:p>
        </p:txBody>
      </p:sp>
      <p:sp>
        <p:nvSpPr>
          <p:cNvPr id="19" name="波形 18">
            <a:extLst>
              <a:ext uri="{FF2B5EF4-FFF2-40B4-BE49-F238E27FC236}">
                <a16:creationId xmlns:a16="http://schemas.microsoft.com/office/drawing/2014/main" id="{E3F74B03-34B7-48CF-831C-3FC225560A3E}"/>
              </a:ext>
            </a:extLst>
          </p:cNvPr>
          <p:cNvSpPr/>
          <p:nvPr/>
        </p:nvSpPr>
        <p:spPr>
          <a:xfrm>
            <a:off x="163129" y="1770151"/>
            <a:ext cx="967453" cy="369332"/>
          </a:xfrm>
          <a:prstGeom prst="wave">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anchor="ctr">
            <a:noAutofit/>
          </a:bodyPr>
          <a:lstStyle/>
          <a:p>
            <a:pPr algn="ctr" eaLnBrk="0" fontAlgn="auto">
              <a:lnSpc>
                <a:spcPct val="140000"/>
              </a:lnSpc>
              <a:spcBef>
                <a:spcPts val="0"/>
              </a:spcBef>
              <a:spcAft>
                <a:spcPts val="0"/>
              </a:spcAft>
            </a:pPr>
            <a:r>
              <a:rPr lang="en-US" altLang="ko-KR" sz="2000" b="1" dirty="0">
                <a:solidFill>
                  <a:srgbClr val="FFFF00"/>
                </a:solidFill>
                <a:latin typeface="微软雅黑" panose="020B0503020204020204" pitchFamily="34" charset="-122"/>
                <a:ea typeface="微软雅黑" panose="020B0503020204020204" pitchFamily="34" charset="-122"/>
              </a:rPr>
              <a:t>例142-3</a:t>
            </a:r>
            <a:endParaRPr lang="ko-KR" altLang="en-US" sz="2000" b="1" dirty="0">
              <a:solidFill>
                <a:srgbClr val="FFFF00"/>
              </a:solidFill>
              <a:latin typeface="微软雅黑" panose="020B0503020204020204" pitchFamily="34" charset="-122"/>
              <a:ea typeface="微软雅黑" panose="020B0503020204020204" pitchFamily="34" charset="-122"/>
            </a:endParaRPr>
          </a:p>
        </p:txBody>
      </p:sp>
      <p:sp>
        <p:nvSpPr>
          <p:cNvPr id="20" name="文本框 19">
            <a:extLst>
              <a:ext uri="{FF2B5EF4-FFF2-40B4-BE49-F238E27FC236}">
                <a16:creationId xmlns:a16="http://schemas.microsoft.com/office/drawing/2014/main" id="{C02E65EE-72AC-4B15-B086-E3E70F90C05E}"/>
              </a:ext>
            </a:extLst>
          </p:cNvPr>
          <p:cNvSpPr txBox="1"/>
          <p:nvPr/>
        </p:nvSpPr>
        <p:spPr>
          <a:xfrm>
            <a:off x="1229847" y="1788760"/>
            <a:ext cx="7914153" cy="400110"/>
          </a:xfrm>
          <a:prstGeom prst="rect">
            <a:avLst/>
          </a:prstGeom>
          <a:solidFill>
            <a:schemeClr val="bg1"/>
          </a:solidFill>
        </p:spPr>
        <p:txBody>
          <a:bodyPr wrap="square">
            <a:spAutoFit/>
          </a:bodyPr>
          <a:lstStyle>
            <a:defPPr>
              <a:defRPr lang="zh-CN"/>
            </a:defPPr>
            <a:lvl1pPr>
              <a:defRPr sz="2400" b="1" i="0">
                <a:solidFill>
                  <a:srgbClr val="0070C0"/>
                </a:solidFill>
                <a:effectLst/>
                <a:latin typeface="Microsoft YaHei" panose="020B0503020204020204" pitchFamily="34" charset="-122"/>
                <a:ea typeface="Microsoft YaHei" panose="020B0503020204020204" pitchFamily="34" charset="-122"/>
              </a:defRPr>
            </a:lvl1pPr>
          </a:lstStyle>
          <a:p>
            <a:r>
              <a:rPr lang="en-US" altLang="zh-CN" sz="2000" dirty="0">
                <a:solidFill>
                  <a:srgbClr val="00B0F0"/>
                </a:solidFill>
              </a:rPr>
              <a:t>x</a:t>
            </a:r>
            <a:r>
              <a:rPr lang="zh-CN" altLang="en-US" sz="2000" dirty="0">
                <a:solidFill>
                  <a:srgbClr val="00B0F0"/>
                </a:solidFill>
              </a:rPr>
              <a:t>为</a:t>
            </a:r>
            <a:r>
              <a:rPr lang="en-US" altLang="zh-CN" sz="2000" dirty="0">
                <a:solidFill>
                  <a:srgbClr val="00B0F0"/>
                </a:solidFill>
              </a:rPr>
              <a:t>1:4</a:t>
            </a:r>
            <a:r>
              <a:rPr lang="zh-CN" altLang="en-US" sz="2000" dirty="0">
                <a:solidFill>
                  <a:srgbClr val="00B0F0"/>
                </a:solidFill>
              </a:rPr>
              <a:t>向量，</a:t>
            </a:r>
            <a:r>
              <a:rPr lang="en-US" altLang="zh-CN" sz="2000" dirty="0">
                <a:solidFill>
                  <a:srgbClr val="00B0F0"/>
                </a:solidFill>
              </a:rPr>
              <a:t>y</a:t>
            </a:r>
            <a:r>
              <a:rPr lang="zh-CN" altLang="en-US" sz="2000" dirty="0">
                <a:solidFill>
                  <a:srgbClr val="00B0F0"/>
                </a:solidFill>
              </a:rPr>
              <a:t>为</a:t>
            </a:r>
            <a:r>
              <a:rPr lang="en-US" altLang="zh-CN" sz="2000" dirty="0">
                <a:solidFill>
                  <a:srgbClr val="00B0F0"/>
                </a:solidFill>
              </a:rPr>
              <a:t>x</a:t>
            </a:r>
            <a:r>
              <a:rPr lang="zh-CN" altLang="en-US" sz="2000" dirty="0">
                <a:solidFill>
                  <a:srgbClr val="00B0F0"/>
                </a:solidFill>
              </a:rPr>
              <a:t>向量的正弦，用两种方式创建</a:t>
            </a:r>
            <a:r>
              <a:rPr lang="en-US" altLang="zh-CN" sz="2000" dirty="0">
                <a:solidFill>
                  <a:srgbClr val="00B0F0"/>
                </a:solidFill>
              </a:rPr>
              <a:t>x</a:t>
            </a:r>
            <a:r>
              <a:rPr lang="zh-CN" altLang="en-US" sz="2000" dirty="0">
                <a:solidFill>
                  <a:srgbClr val="00B0F0"/>
                </a:solidFill>
              </a:rPr>
              <a:t>和</a:t>
            </a:r>
            <a:r>
              <a:rPr lang="en-US" altLang="zh-CN" sz="2000" dirty="0">
                <a:solidFill>
                  <a:srgbClr val="00B0F0"/>
                </a:solidFill>
              </a:rPr>
              <a:t>y</a:t>
            </a:r>
            <a:r>
              <a:rPr lang="zh-CN" altLang="en-US" sz="2000" dirty="0">
                <a:solidFill>
                  <a:srgbClr val="00B0F0"/>
                </a:solidFill>
              </a:rPr>
              <a:t>向量的表格框架</a:t>
            </a:r>
          </a:p>
        </p:txBody>
      </p:sp>
      <p:sp>
        <p:nvSpPr>
          <p:cNvPr id="21" name="标题 1">
            <a:extLst>
              <a:ext uri="{FF2B5EF4-FFF2-40B4-BE49-F238E27FC236}">
                <a16:creationId xmlns:a16="http://schemas.microsoft.com/office/drawing/2014/main" id="{7C41BC70-1CA3-43E2-AD2F-20A20D7EB970}"/>
              </a:ext>
            </a:extLst>
          </p:cNvPr>
          <p:cNvSpPr txBox="1">
            <a:spLocks/>
          </p:cNvSpPr>
          <p:nvPr/>
        </p:nvSpPr>
        <p:spPr bwMode="auto">
          <a:xfrm>
            <a:off x="923998" y="301539"/>
            <a:ext cx="7857821" cy="311188"/>
          </a:xfrm>
          <a:prstGeom prst="rect">
            <a:avLst/>
          </a:prstGeom>
          <a:noFill/>
          <a:ln w="9525">
            <a:noFill/>
            <a:miter lim="800000"/>
            <a:headEnd/>
            <a:tailEnd/>
          </a:ln>
        </p:spPr>
        <p:txBody>
          <a:bodyPr vert="horz" wrap="none" lIns="91440" tIns="45720" rIns="91440" bIns="45720" numCol="1" anchor="b" anchorCtr="0" compatLnSpc="1">
            <a:prstTxWarp prst="textNoShape">
              <a:avLst/>
            </a:prstTxWarp>
          </a:bodyPr>
          <a:lstStyle>
            <a:lvl1pPr algn="l" rtl="0" eaLnBrk="0" fontAlgn="base" hangingPunct="0">
              <a:lnSpc>
                <a:spcPct val="85000"/>
              </a:lnSpc>
              <a:spcBef>
                <a:spcPct val="0"/>
              </a:spcBef>
              <a:spcAft>
                <a:spcPct val="0"/>
              </a:spcAft>
              <a:defRPr sz="3200" b="0">
                <a:solidFill>
                  <a:srgbClr val="002060"/>
                </a:solidFill>
                <a:latin typeface="华文楷体" panose="02010600040101010101" pitchFamily="2" charset="-122"/>
                <a:ea typeface="华文楷体" panose="02010600040101010101" pitchFamily="2" charset="-122"/>
                <a:cs typeface="+mj-cs"/>
              </a:defRPr>
            </a:lvl1pPr>
            <a:lvl2pPr algn="l" rtl="0" eaLnBrk="0" fontAlgn="base" hangingPunct="0">
              <a:lnSpc>
                <a:spcPct val="85000"/>
              </a:lnSpc>
              <a:spcBef>
                <a:spcPct val="0"/>
              </a:spcBef>
              <a:spcAft>
                <a:spcPct val="0"/>
              </a:spcAft>
              <a:defRPr sz="3400" b="1">
                <a:solidFill>
                  <a:srgbClr val="002E5C"/>
                </a:solidFill>
                <a:latin typeface="Helvetica" pitchFamily="34" charset="0"/>
              </a:defRPr>
            </a:lvl2pPr>
            <a:lvl3pPr algn="l" rtl="0" eaLnBrk="0" fontAlgn="base" hangingPunct="0">
              <a:lnSpc>
                <a:spcPct val="85000"/>
              </a:lnSpc>
              <a:spcBef>
                <a:spcPct val="0"/>
              </a:spcBef>
              <a:spcAft>
                <a:spcPct val="0"/>
              </a:spcAft>
              <a:defRPr sz="3400" b="1">
                <a:solidFill>
                  <a:srgbClr val="002E5C"/>
                </a:solidFill>
                <a:latin typeface="Helvetica" pitchFamily="34" charset="0"/>
              </a:defRPr>
            </a:lvl3pPr>
            <a:lvl4pPr algn="l" rtl="0" eaLnBrk="0" fontAlgn="base" hangingPunct="0">
              <a:lnSpc>
                <a:spcPct val="85000"/>
              </a:lnSpc>
              <a:spcBef>
                <a:spcPct val="0"/>
              </a:spcBef>
              <a:spcAft>
                <a:spcPct val="0"/>
              </a:spcAft>
              <a:defRPr sz="3400" b="1">
                <a:solidFill>
                  <a:srgbClr val="002E5C"/>
                </a:solidFill>
                <a:latin typeface="Helvetica" pitchFamily="34" charset="0"/>
              </a:defRPr>
            </a:lvl4pPr>
            <a:lvl5pPr algn="l" rtl="0" eaLnBrk="0" fontAlgn="base" hangingPunct="0">
              <a:lnSpc>
                <a:spcPct val="85000"/>
              </a:lnSpc>
              <a:spcBef>
                <a:spcPct val="0"/>
              </a:spcBef>
              <a:spcAft>
                <a:spcPct val="0"/>
              </a:spcAft>
              <a:defRPr sz="3400" b="1">
                <a:solidFill>
                  <a:srgbClr val="002E5C"/>
                </a:solidFill>
                <a:latin typeface="Helvetica" pitchFamily="34" charset="0"/>
              </a:defRPr>
            </a:lvl5pPr>
            <a:lvl6pPr marL="457200" algn="l" rtl="0" eaLnBrk="1" fontAlgn="base" hangingPunct="1">
              <a:lnSpc>
                <a:spcPct val="85000"/>
              </a:lnSpc>
              <a:spcBef>
                <a:spcPct val="0"/>
              </a:spcBef>
              <a:spcAft>
                <a:spcPct val="0"/>
              </a:spcAft>
              <a:defRPr sz="3400" b="1">
                <a:solidFill>
                  <a:srgbClr val="002E5C"/>
                </a:solidFill>
                <a:latin typeface="Helvetica" pitchFamily="34" charset="0"/>
              </a:defRPr>
            </a:lvl6pPr>
            <a:lvl7pPr marL="914400" algn="l" rtl="0" eaLnBrk="1" fontAlgn="base" hangingPunct="1">
              <a:lnSpc>
                <a:spcPct val="85000"/>
              </a:lnSpc>
              <a:spcBef>
                <a:spcPct val="0"/>
              </a:spcBef>
              <a:spcAft>
                <a:spcPct val="0"/>
              </a:spcAft>
              <a:defRPr sz="3400" b="1">
                <a:solidFill>
                  <a:srgbClr val="002E5C"/>
                </a:solidFill>
                <a:latin typeface="Helvetica" pitchFamily="34" charset="0"/>
              </a:defRPr>
            </a:lvl7pPr>
            <a:lvl8pPr marL="1371600" algn="l" rtl="0" eaLnBrk="1" fontAlgn="base" hangingPunct="1">
              <a:lnSpc>
                <a:spcPct val="85000"/>
              </a:lnSpc>
              <a:spcBef>
                <a:spcPct val="0"/>
              </a:spcBef>
              <a:spcAft>
                <a:spcPct val="0"/>
              </a:spcAft>
              <a:defRPr sz="3400" b="1">
                <a:solidFill>
                  <a:srgbClr val="002E5C"/>
                </a:solidFill>
                <a:latin typeface="Helvetica" pitchFamily="34" charset="0"/>
              </a:defRPr>
            </a:lvl8pPr>
            <a:lvl9pPr marL="1828800" algn="l" rtl="0" eaLnBrk="1" fontAlgn="base" hangingPunct="1">
              <a:lnSpc>
                <a:spcPct val="85000"/>
              </a:lnSpc>
              <a:spcBef>
                <a:spcPct val="0"/>
              </a:spcBef>
              <a:spcAft>
                <a:spcPct val="0"/>
              </a:spcAft>
              <a:defRPr sz="3400" b="1">
                <a:solidFill>
                  <a:srgbClr val="002E5C"/>
                </a:solidFill>
                <a:latin typeface="Helvetica" pitchFamily="34" charset="0"/>
              </a:defRPr>
            </a:lvl9pPr>
          </a:lstStyle>
          <a:p>
            <a:r>
              <a:rPr lang="en-US" altLang="zh-CN" b="1" kern="0" dirty="0">
                <a:solidFill>
                  <a:srgbClr val="0070C0"/>
                </a:solidFill>
              </a:rPr>
              <a:t>§</a:t>
            </a:r>
            <a:r>
              <a:rPr lang="en-US" altLang="zh-CN" sz="2800" b="1" kern="0" dirty="0">
                <a:solidFill>
                  <a:srgbClr val="0070C0"/>
                </a:solidFill>
              </a:rPr>
              <a:t>1.4.2  </a:t>
            </a:r>
            <a:r>
              <a:rPr lang="zh-CN" altLang="en-US" sz="2800" b="1" dirty="0">
                <a:solidFill>
                  <a:srgbClr val="0070C0"/>
                </a:solidFill>
              </a:rPr>
              <a:t>列表</a:t>
            </a:r>
            <a:r>
              <a:rPr lang="en-US" altLang="zh-CN" sz="2800" b="1" dirty="0">
                <a:solidFill>
                  <a:srgbClr val="0070C0"/>
                </a:solidFill>
              </a:rPr>
              <a:t>table</a:t>
            </a:r>
            <a:r>
              <a:rPr lang="en-US" altLang="zh-CN" sz="2800" b="1" kern="0" dirty="0">
                <a:solidFill>
                  <a:srgbClr val="0070C0"/>
                </a:solidFill>
              </a:rPr>
              <a:t> </a:t>
            </a:r>
            <a:r>
              <a:rPr lang="en-US" altLang="zh-CN" sz="2800" b="1" kern="0" dirty="0">
                <a:solidFill>
                  <a:srgbClr val="FF0000"/>
                </a:solidFill>
              </a:rPr>
              <a:t>——</a:t>
            </a:r>
            <a:r>
              <a:rPr lang="en-US" altLang="zh-CN" sz="2800" b="1" kern="0" dirty="0" err="1">
                <a:solidFill>
                  <a:srgbClr val="FF0000"/>
                </a:solidFill>
              </a:rPr>
              <a:t>DataFrame</a:t>
            </a:r>
            <a:r>
              <a:rPr lang="zh-CN" altLang="en-US" sz="2800" b="1" kern="0" dirty="0">
                <a:solidFill>
                  <a:srgbClr val="FF0000"/>
                </a:solidFill>
              </a:rPr>
              <a:t>构造表格框架</a:t>
            </a:r>
          </a:p>
        </p:txBody>
      </p:sp>
      <p:sp>
        <p:nvSpPr>
          <p:cNvPr id="13" name="文本框 12">
            <a:extLst>
              <a:ext uri="{FF2B5EF4-FFF2-40B4-BE49-F238E27FC236}">
                <a16:creationId xmlns:a16="http://schemas.microsoft.com/office/drawing/2014/main" id="{62451262-A424-49D4-A7B2-BC2485DB9A9B}"/>
              </a:ext>
            </a:extLst>
          </p:cNvPr>
          <p:cNvSpPr txBox="1"/>
          <p:nvPr/>
        </p:nvSpPr>
        <p:spPr>
          <a:xfrm>
            <a:off x="6116614" y="2266462"/>
            <a:ext cx="2618933" cy="2308324"/>
          </a:xfrm>
          <a:prstGeom prst="rect">
            <a:avLst/>
          </a:prstGeom>
          <a:noFill/>
          <a:ln>
            <a:solidFill>
              <a:schemeClr val="bg1">
                <a:lumMod val="50000"/>
              </a:schemeClr>
            </a:solidFill>
          </a:ln>
        </p:spPr>
        <p:txBody>
          <a:bodyPr wrap="square">
            <a:spAutoFit/>
          </a:bodyPr>
          <a:lstStyle/>
          <a:p>
            <a:r>
              <a:rPr lang="en-US" altLang="zh-CN" b="1" dirty="0">
                <a:solidFill>
                  <a:srgbClr val="00B0F0"/>
                </a:solidFill>
              </a:rPr>
              <a:t>4×2 </a:t>
            </a:r>
            <a:r>
              <a:rPr lang="en-US" altLang="zh-CN" b="1" dirty="0" err="1">
                <a:solidFill>
                  <a:srgbClr val="00B0F0"/>
                </a:solidFill>
              </a:rPr>
              <a:t>DataFrame</a:t>
            </a:r>
            <a:endParaRPr lang="en-US" altLang="zh-CN" b="1" dirty="0">
              <a:solidFill>
                <a:srgbClr val="00B0F0"/>
              </a:solidFill>
            </a:endParaRPr>
          </a:p>
          <a:p>
            <a:r>
              <a:rPr lang="en-US" altLang="zh-CN" b="1" dirty="0">
                <a:solidFill>
                  <a:srgbClr val="00B0F0"/>
                </a:solidFill>
              </a:rPr>
              <a:t> Row │ xx     </a:t>
            </a:r>
            <a:r>
              <a:rPr lang="en-US" altLang="zh-CN" b="1" dirty="0" err="1">
                <a:solidFill>
                  <a:srgbClr val="00B0F0"/>
                </a:solidFill>
              </a:rPr>
              <a:t>yy</a:t>
            </a:r>
            <a:r>
              <a:rPr lang="en-US" altLang="zh-CN" b="1" dirty="0">
                <a:solidFill>
                  <a:srgbClr val="00B0F0"/>
                </a:solidFill>
              </a:rPr>
              <a:t>        </a:t>
            </a:r>
          </a:p>
          <a:p>
            <a:r>
              <a:rPr lang="en-US" altLang="zh-CN" b="1" dirty="0">
                <a:solidFill>
                  <a:srgbClr val="00B0F0"/>
                </a:solidFill>
              </a:rPr>
              <a:t>     │ Int64  Float64   </a:t>
            </a:r>
          </a:p>
          <a:p>
            <a:r>
              <a:rPr lang="en-US" altLang="zh-CN" b="1" dirty="0">
                <a:solidFill>
                  <a:srgbClr val="00B0F0"/>
                </a:solidFill>
              </a:rPr>
              <a:t>─────┼─────────</a:t>
            </a:r>
          </a:p>
          <a:p>
            <a:r>
              <a:rPr lang="en-US" altLang="zh-CN" b="1" dirty="0">
                <a:solidFill>
                  <a:srgbClr val="00B0F0"/>
                </a:solidFill>
              </a:rPr>
              <a:t>   1 │     1  -0.756802</a:t>
            </a:r>
          </a:p>
          <a:p>
            <a:r>
              <a:rPr lang="en-US" altLang="zh-CN" b="1" dirty="0">
                <a:solidFill>
                  <a:srgbClr val="00B0F0"/>
                </a:solidFill>
              </a:rPr>
              <a:t>   2 │     2  -0.756802</a:t>
            </a:r>
          </a:p>
          <a:p>
            <a:r>
              <a:rPr lang="en-US" altLang="zh-CN" b="1" dirty="0">
                <a:solidFill>
                  <a:srgbClr val="00B0F0"/>
                </a:solidFill>
              </a:rPr>
              <a:t>   3 │     3  -0.756802</a:t>
            </a:r>
          </a:p>
          <a:p>
            <a:r>
              <a:rPr lang="en-US" altLang="zh-CN" b="1" dirty="0">
                <a:solidFill>
                  <a:srgbClr val="00B0F0"/>
                </a:solidFill>
              </a:rPr>
              <a:t>   4 │     4  -0.756802</a:t>
            </a:r>
            <a:endParaRPr lang="zh-CN" altLang="en-US" b="1" dirty="0">
              <a:solidFill>
                <a:srgbClr val="00B0F0"/>
              </a:solidFill>
            </a:endParaRPr>
          </a:p>
        </p:txBody>
      </p:sp>
    </p:spTree>
    <p:extLst>
      <p:ext uri="{BB962C8B-B14F-4D97-AF65-F5344CB8AC3E}">
        <p14:creationId xmlns:p14="http://schemas.microsoft.com/office/powerpoint/2010/main" val="22342465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8">
                                            <p:txEl>
                                              <p:pRg st="0" end="0"/>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8">
                                            <p:txEl>
                                              <p:pRg st="1" end="1"/>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8">
                                            <p:txEl>
                                              <p:pRg st="2" end="2"/>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8">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8" grpId="0" animBg="1"/>
      <p:bldP spid="14" grpId="0" animBg="1"/>
      <p:bldP spid="19" grpId="0" animBg="1"/>
      <p:bldP spid="20"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CB8367BC-CE5C-4D46-979A-2A99DD1FC99A}"/>
              </a:ext>
            </a:extLst>
          </p:cNvPr>
          <p:cNvSpPr txBox="1"/>
          <p:nvPr/>
        </p:nvSpPr>
        <p:spPr>
          <a:xfrm>
            <a:off x="431539" y="1128404"/>
            <a:ext cx="8424936" cy="400110"/>
          </a:xfrm>
          <a:prstGeom prst="rect">
            <a:avLst/>
          </a:prstGeom>
          <a:solidFill>
            <a:schemeClr val="bg1"/>
          </a:solidFill>
        </p:spPr>
        <p:txBody>
          <a:bodyPr wrap="square">
            <a:spAutoFit/>
          </a:bodyPr>
          <a:lstStyle>
            <a:defPPr>
              <a:defRPr lang="zh-CN"/>
            </a:defPPr>
            <a:lvl1pPr>
              <a:defRPr sz="2400" b="1" i="0">
                <a:solidFill>
                  <a:srgbClr val="0070C0"/>
                </a:solidFill>
                <a:effectLst/>
                <a:latin typeface="Microsoft YaHei" panose="020B0503020204020204" pitchFamily="34" charset="-122"/>
                <a:ea typeface="Microsoft YaHei" panose="020B0503020204020204" pitchFamily="34" charset="-122"/>
              </a:defRPr>
            </a:lvl1pPr>
          </a:lstStyle>
          <a:p>
            <a:r>
              <a:rPr lang="zh-CN" altLang="en-US" sz="2000" b="0" dirty="0"/>
              <a:t>将矩阵作为第一个参数，第二个参数用 </a:t>
            </a:r>
            <a:r>
              <a:rPr lang="en-US" altLang="zh-CN" sz="2000" b="0" dirty="0"/>
              <a:t>:auto </a:t>
            </a:r>
            <a:r>
              <a:rPr lang="zh-CN" altLang="en-US" sz="2000" b="0" dirty="0"/>
              <a:t>自动创建表格</a:t>
            </a:r>
          </a:p>
        </p:txBody>
      </p:sp>
      <p:sp>
        <p:nvSpPr>
          <p:cNvPr id="7" name="文本框 6">
            <a:extLst>
              <a:ext uri="{FF2B5EF4-FFF2-40B4-BE49-F238E27FC236}">
                <a16:creationId xmlns:a16="http://schemas.microsoft.com/office/drawing/2014/main" id="{D25F6DC8-E228-4D30-A169-F3DD9CE5BEF4}"/>
              </a:ext>
            </a:extLst>
          </p:cNvPr>
          <p:cNvSpPr txBox="1"/>
          <p:nvPr/>
        </p:nvSpPr>
        <p:spPr>
          <a:xfrm>
            <a:off x="72008" y="712844"/>
            <a:ext cx="4572000" cy="400110"/>
          </a:xfrm>
          <a:prstGeom prst="rect">
            <a:avLst/>
          </a:prstGeom>
          <a:solidFill>
            <a:schemeClr val="bg1"/>
          </a:solidFill>
        </p:spPr>
        <p:txBody>
          <a:bodyPr wrap="square">
            <a:spAutoFit/>
          </a:bodyPr>
          <a:lstStyle>
            <a:defPPr>
              <a:defRPr lang="zh-CN"/>
            </a:defPPr>
            <a:lvl1pPr>
              <a:defRPr sz="2400" b="1" i="0">
                <a:solidFill>
                  <a:srgbClr val="0070C0"/>
                </a:solidFill>
                <a:effectLst/>
                <a:latin typeface="Microsoft YaHei" panose="020B0503020204020204" pitchFamily="34" charset="-122"/>
                <a:ea typeface="Microsoft YaHei" panose="020B0503020204020204" pitchFamily="34" charset="-122"/>
              </a:defRPr>
            </a:lvl1pPr>
          </a:lstStyle>
          <a:p>
            <a:pPr marL="457200" indent="-457200">
              <a:buFont typeface="+mj-ea"/>
              <a:buAutoNum type="circleNumDbPlain" startAt="3"/>
            </a:pPr>
            <a:r>
              <a:rPr lang="zh-CN" altLang="en-US" sz="2000" dirty="0">
                <a:solidFill>
                  <a:srgbClr val="00B0F0"/>
                </a:solidFill>
              </a:rPr>
              <a:t>构造矩阵数据的表格框架</a:t>
            </a:r>
            <a:r>
              <a:rPr lang="en-US" altLang="zh-CN" sz="2000" dirty="0" err="1">
                <a:solidFill>
                  <a:srgbClr val="00B0F0"/>
                </a:solidFill>
              </a:rPr>
              <a:t>tt</a:t>
            </a:r>
            <a:endParaRPr lang="zh-CN" altLang="en-US" sz="2000" dirty="0">
              <a:solidFill>
                <a:srgbClr val="00B0F0"/>
              </a:solidFill>
            </a:endParaRPr>
          </a:p>
        </p:txBody>
      </p:sp>
      <p:sp>
        <p:nvSpPr>
          <p:cNvPr id="8" name="Rectangle 1">
            <a:extLst>
              <a:ext uri="{FF2B5EF4-FFF2-40B4-BE49-F238E27FC236}">
                <a16:creationId xmlns:a16="http://schemas.microsoft.com/office/drawing/2014/main" id="{45E3DC22-D58A-4E63-B1A2-B9BC52664ACD}"/>
              </a:ext>
            </a:extLst>
          </p:cNvPr>
          <p:cNvSpPr>
            <a:spLocks noChangeArrowheads="1"/>
          </p:cNvSpPr>
          <p:nvPr/>
        </p:nvSpPr>
        <p:spPr bwMode="auto">
          <a:xfrm>
            <a:off x="3795077" y="703201"/>
            <a:ext cx="4032448" cy="338554"/>
          </a:xfrm>
          <a:prstGeom prst="rect">
            <a:avLst/>
          </a:prstGeom>
          <a:solidFill>
            <a:srgbClr val="0070C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p>
            <a:pPr algn="dist" eaLnBrk="0" hangingPunct="0"/>
            <a:r>
              <a:rPr lang="en-US" altLang="zh-CN" sz="1600" b="1" dirty="0" err="1">
                <a:solidFill>
                  <a:schemeClr val="bg1">
                    <a:lumMod val="95000"/>
                  </a:schemeClr>
                </a:solidFill>
                <a:latin typeface="Arial Unicode MS"/>
                <a:ea typeface="source-code-pro"/>
              </a:rPr>
              <a:t>tt</a:t>
            </a:r>
            <a:r>
              <a:rPr lang="en-US" altLang="zh-CN" sz="1600" b="1" dirty="0">
                <a:solidFill>
                  <a:schemeClr val="bg1">
                    <a:lumMod val="95000"/>
                  </a:schemeClr>
                </a:solidFill>
                <a:latin typeface="Arial Unicode MS"/>
                <a:ea typeface="source-code-pro"/>
              </a:rPr>
              <a:t>=</a:t>
            </a:r>
            <a:r>
              <a:rPr lang="zh-CN" altLang="zh-CN" sz="1600" b="1" dirty="0">
                <a:solidFill>
                  <a:schemeClr val="bg1">
                    <a:lumMod val="95000"/>
                  </a:schemeClr>
                </a:solidFill>
                <a:latin typeface="Arial Unicode MS"/>
                <a:ea typeface="source-code-pro"/>
              </a:rPr>
              <a:t>DataFrame(</a:t>
            </a:r>
            <a:r>
              <a:rPr lang="en-US" altLang="zh-CN" sz="1600" b="1" dirty="0" err="1">
                <a:solidFill>
                  <a:schemeClr val="bg1">
                    <a:lumMod val="95000"/>
                  </a:schemeClr>
                </a:solidFill>
                <a:latin typeface="Arial Unicode MS"/>
                <a:ea typeface="source-code-pro"/>
              </a:rPr>
              <a:t>matrix,:auto</a:t>
            </a:r>
            <a:r>
              <a:rPr lang="zh-CN" altLang="zh-CN" sz="1600" b="1" dirty="0">
                <a:solidFill>
                  <a:schemeClr val="bg1">
                    <a:lumMod val="95000"/>
                  </a:schemeClr>
                </a:solidFill>
                <a:latin typeface="Arial Unicode MS"/>
                <a:ea typeface="source-code-pro"/>
              </a:rPr>
              <a:t>) </a:t>
            </a:r>
          </a:p>
        </p:txBody>
      </p:sp>
      <p:sp>
        <p:nvSpPr>
          <p:cNvPr id="10" name="文本框 9">
            <a:extLst>
              <a:ext uri="{FF2B5EF4-FFF2-40B4-BE49-F238E27FC236}">
                <a16:creationId xmlns:a16="http://schemas.microsoft.com/office/drawing/2014/main" id="{7EF7F352-2325-4107-B0B4-2E0070DD01B4}"/>
              </a:ext>
            </a:extLst>
          </p:cNvPr>
          <p:cNvSpPr txBox="1"/>
          <p:nvPr/>
        </p:nvSpPr>
        <p:spPr>
          <a:xfrm>
            <a:off x="6300191" y="2474530"/>
            <a:ext cx="2556284" cy="1938992"/>
          </a:xfrm>
          <a:prstGeom prst="rect">
            <a:avLst/>
          </a:prstGeom>
          <a:noFill/>
          <a:ln>
            <a:solidFill>
              <a:schemeClr val="bg1">
                <a:lumMod val="50000"/>
              </a:schemeClr>
            </a:solidFill>
          </a:ln>
        </p:spPr>
        <p:txBody>
          <a:bodyPr wrap="square">
            <a:spAutoFit/>
          </a:bodyPr>
          <a:lstStyle/>
          <a:p>
            <a:r>
              <a:rPr lang="zh-CN" altLang="en-US" sz="2000" dirty="0">
                <a:solidFill>
                  <a:srgbClr val="00B0F0"/>
                </a:solidFill>
              </a:rPr>
              <a:t>2×2 DataFrame</a:t>
            </a:r>
          </a:p>
          <a:p>
            <a:r>
              <a:rPr lang="zh-CN" altLang="en-US" sz="2000" dirty="0">
                <a:solidFill>
                  <a:srgbClr val="00B0F0"/>
                </a:solidFill>
              </a:rPr>
              <a:t> Row │ x1     x2    </a:t>
            </a:r>
          </a:p>
          <a:p>
            <a:r>
              <a:rPr lang="zh-CN" altLang="en-US" sz="2000" dirty="0">
                <a:solidFill>
                  <a:srgbClr val="00B0F0"/>
                </a:solidFill>
              </a:rPr>
              <a:t>     │ Int64  Int64 </a:t>
            </a:r>
          </a:p>
          <a:p>
            <a:r>
              <a:rPr lang="zh-CN" altLang="en-US" sz="2000" dirty="0">
                <a:solidFill>
                  <a:srgbClr val="00B0F0"/>
                </a:solidFill>
              </a:rPr>
              <a:t>─────┼───────</a:t>
            </a:r>
          </a:p>
          <a:p>
            <a:r>
              <a:rPr lang="zh-CN" altLang="en-US" sz="2000" dirty="0">
                <a:solidFill>
                  <a:srgbClr val="00B0F0"/>
                </a:solidFill>
              </a:rPr>
              <a:t>   1 │     1      3</a:t>
            </a:r>
          </a:p>
          <a:p>
            <a:r>
              <a:rPr lang="zh-CN" altLang="en-US" sz="2000" dirty="0">
                <a:solidFill>
                  <a:srgbClr val="00B0F0"/>
                </a:solidFill>
              </a:rPr>
              <a:t>   2 │     4      2</a:t>
            </a:r>
          </a:p>
        </p:txBody>
      </p:sp>
      <p:sp>
        <p:nvSpPr>
          <p:cNvPr id="12" name="文本框 11">
            <a:extLst>
              <a:ext uri="{FF2B5EF4-FFF2-40B4-BE49-F238E27FC236}">
                <a16:creationId xmlns:a16="http://schemas.microsoft.com/office/drawing/2014/main" id="{E1969A40-4877-4C51-A874-89786C2E7B22}"/>
              </a:ext>
            </a:extLst>
          </p:cNvPr>
          <p:cNvSpPr txBox="1"/>
          <p:nvPr/>
        </p:nvSpPr>
        <p:spPr>
          <a:xfrm>
            <a:off x="174696" y="2383596"/>
            <a:ext cx="6845576" cy="2708434"/>
          </a:xfrm>
          <a:prstGeom prst="rect">
            <a:avLst/>
          </a:prstGeom>
          <a:noFill/>
        </p:spPr>
        <p:txBody>
          <a:bodyPr wrap="square">
            <a:spAutoFit/>
          </a:bodyPr>
          <a:lstStyle/>
          <a:p>
            <a:pPr eaLnBrk="0" hangingPunct="0"/>
            <a:r>
              <a:rPr kumimoji="0" lang="zh-CN" altLang="zh-CN" sz="2000" b="1" i="0" u="none" strike="noStrike" cap="none" normalizeH="0" baseline="0" dirty="0">
                <a:ln>
                  <a:noFill/>
                </a:ln>
                <a:solidFill>
                  <a:srgbClr val="FF0000"/>
                </a:solidFill>
                <a:effectLst/>
                <a:latin typeface="Arial Unicode MS"/>
                <a:ea typeface="source-code-pro"/>
              </a:rPr>
              <a:t>using CSV</a:t>
            </a:r>
            <a:r>
              <a:rPr lang="en-US" altLang="zh-CN" sz="2000" b="1" dirty="0">
                <a:solidFill>
                  <a:srgbClr val="FF0000"/>
                </a:solidFill>
                <a:latin typeface="Times New Roman" panose="02020603050405020304" pitchFamily="18" charset="0"/>
                <a:cs typeface="Times New Roman" panose="02020603050405020304" pitchFamily="18" charset="0"/>
              </a:rPr>
              <a:t> </a:t>
            </a:r>
            <a:endParaRPr kumimoji="0" lang="zh-CN" altLang="zh-CN" sz="2000" b="1" i="0" u="none" strike="noStrike" cap="none" normalizeH="0" baseline="0" dirty="0">
              <a:ln>
                <a:noFill/>
              </a:ln>
              <a:solidFill>
                <a:srgbClr val="FF0000"/>
              </a:solidFill>
              <a:effectLst/>
            </a:endParaRPr>
          </a:p>
          <a:p>
            <a:r>
              <a:rPr lang="zh-CN" altLang="en-US" sz="2000" b="1" dirty="0">
                <a:solidFill>
                  <a:srgbClr val="0070C0"/>
                </a:solidFill>
              </a:rPr>
              <a:t>m=magic(2)</a:t>
            </a:r>
          </a:p>
          <a:p>
            <a:r>
              <a:rPr lang="en-US" altLang="zh-CN" sz="2000" b="1" dirty="0">
                <a:solidFill>
                  <a:srgbClr val="00B0F0"/>
                </a:solidFill>
              </a:rPr>
              <a:t>#</a:t>
            </a:r>
            <a:r>
              <a:rPr lang="zh-CN" altLang="en-US" sz="2000" b="1" dirty="0">
                <a:solidFill>
                  <a:srgbClr val="00B0F0"/>
                </a:solidFill>
              </a:rPr>
              <a:t>结果2×2 Matrix{Int64}:</a:t>
            </a:r>
          </a:p>
          <a:p>
            <a:r>
              <a:rPr lang="zh-CN" altLang="en-US" sz="2000" b="1" dirty="0">
                <a:solidFill>
                  <a:srgbClr val="00B0F0"/>
                </a:solidFill>
              </a:rPr>
              <a:t> 1  3</a:t>
            </a:r>
          </a:p>
          <a:p>
            <a:r>
              <a:rPr lang="zh-CN" altLang="en-US" sz="2000" b="1" dirty="0">
                <a:solidFill>
                  <a:srgbClr val="00B0F0"/>
                </a:solidFill>
              </a:rPr>
              <a:t> 4  2</a:t>
            </a:r>
            <a:endParaRPr lang="en-US" altLang="zh-CN" sz="2000" b="1" dirty="0">
              <a:solidFill>
                <a:srgbClr val="00B0F0"/>
              </a:solidFill>
            </a:endParaRPr>
          </a:p>
          <a:p>
            <a:r>
              <a:rPr lang="en-US" altLang="zh-CN" sz="2000" b="1" dirty="0">
                <a:solidFill>
                  <a:srgbClr val="0070C0"/>
                </a:solidFill>
              </a:rPr>
              <a:t>md=</a:t>
            </a:r>
            <a:r>
              <a:rPr lang="zh-CN" altLang="en-US" sz="2000" b="1" dirty="0">
                <a:solidFill>
                  <a:srgbClr val="0070C0"/>
                </a:solidFill>
              </a:rPr>
              <a:t>DataFrame(m,:auto)</a:t>
            </a:r>
            <a:endParaRPr lang="en-US" altLang="zh-CN" sz="2000" b="1" dirty="0">
              <a:solidFill>
                <a:srgbClr val="0070C0"/>
              </a:solidFill>
            </a:endParaRPr>
          </a:p>
          <a:p>
            <a:pPr marL="0" marR="0" lvl="0" indent="0" defTabSz="914400" eaLnBrk="0" latinLnBrk="0" hangingPunct="0">
              <a:lnSpc>
                <a:spcPct val="100000"/>
              </a:lnSpc>
              <a:buClrTx/>
              <a:buSzTx/>
              <a:buFontTx/>
              <a:buNone/>
              <a:tabLst/>
            </a:pPr>
            <a:r>
              <a:rPr lang="en-US" altLang="zh-CN" sz="2000" b="1" dirty="0" err="1">
                <a:solidFill>
                  <a:srgbClr val="0070C0"/>
                </a:solidFill>
              </a:rPr>
              <a:t>CSV.write</a:t>
            </a:r>
            <a:r>
              <a:rPr lang="en-US" altLang="zh-CN" sz="2000" b="1" dirty="0">
                <a:solidFill>
                  <a:srgbClr val="0070C0"/>
                </a:solidFill>
              </a:rPr>
              <a:t>(“</a:t>
            </a:r>
            <a:r>
              <a:rPr lang="en-US" altLang="zh-CN" sz="2000" b="1" dirty="0" err="1">
                <a:solidFill>
                  <a:srgbClr val="0070C0"/>
                </a:solidFill>
              </a:rPr>
              <a:t>mm.csv”,md</a:t>
            </a:r>
            <a:r>
              <a:rPr lang="en-US" altLang="zh-CN" sz="2000" b="1" dirty="0">
                <a:solidFill>
                  <a:srgbClr val="0070C0"/>
                </a:solidFill>
              </a:rPr>
              <a:t>) #</a:t>
            </a:r>
            <a:r>
              <a:rPr lang="zh-CN" altLang="en-US" sz="2000" b="1" dirty="0">
                <a:solidFill>
                  <a:srgbClr val="0070C0"/>
                </a:solidFill>
              </a:rPr>
              <a:t>保存表格为</a:t>
            </a:r>
            <a:r>
              <a:rPr lang="en-US" altLang="zh-CN" sz="2000" b="1" dirty="0">
                <a:solidFill>
                  <a:srgbClr val="0070C0"/>
                </a:solidFill>
              </a:rPr>
              <a:t>mm.csv</a:t>
            </a:r>
            <a:endParaRPr lang="zh-CN" altLang="zh-CN" sz="2000" b="1" dirty="0">
              <a:solidFill>
                <a:srgbClr val="0070C0"/>
              </a:solidFill>
            </a:endParaRPr>
          </a:p>
          <a:p>
            <a:endParaRPr lang="zh-CN" altLang="en-US" sz="3000" b="1" dirty="0">
              <a:solidFill>
                <a:srgbClr val="0070C0"/>
              </a:solidFill>
            </a:endParaRPr>
          </a:p>
        </p:txBody>
      </p:sp>
      <p:sp>
        <p:nvSpPr>
          <p:cNvPr id="13" name="波形 12">
            <a:extLst>
              <a:ext uri="{FF2B5EF4-FFF2-40B4-BE49-F238E27FC236}">
                <a16:creationId xmlns:a16="http://schemas.microsoft.com/office/drawing/2014/main" id="{D7037E2C-996A-477E-B954-F2F38C9CFF32}"/>
              </a:ext>
            </a:extLst>
          </p:cNvPr>
          <p:cNvSpPr/>
          <p:nvPr/>
        </p:nvSpPr>
        <p:spPr>
          <a:xfrm>
            <a:off x="268059" y="2078460"/>
            <a:ext cx="967453" cy="369332"/>
          </a:xfrm>
          <a:prstGeom prst="wave">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anchor="ctr">
            <a:noAutofit/>
          </a:bodyPr>
          <a:lstStyle/>
          <a:p>
            <a:pPr algn="ctr" eaLnBrk="0" fontAlgn="auto">
              <a:lnSpc>
                <a:spcPct val="140000"/>
              </a:lnSpc>
              <a:spcBef>
                <a:spcPts val="0"/>
              </a:spcBef>
              <a:spcAft>
                <a:spcPts val="0"/>
              </a:spcAft>
            </a:pPr>
            <a:r>
              <a:rPr lang="en-US" altLang="ko-KR" b="1" dirty="0">
                <a:solidFill>
                  <a:srgbClr val="FFFF00"/>
                </a:solidFill>
                <a:latin typeface="微软雅黑" panose="020B0503020204020204" pitchFamily="34" charset="-122"/>
                <a:ea typeface="微软雅黑" panose="020B0503020204020204" pitchFamily="34" charset="-122"/>
              </a:rPr>
              <a:t>例142-4</a:t>
            </a:r>
            <a:endParaRPr lang="ko-KR" altLang="en-US" b="1" dirty="0">
              <a:solidFill>
                <a:srgbClr val="FFFF00"/>
              </a:solidFill>
              <a:latin typeface="微软雅黑" panose="020B0503020204020204" pitchFamily="34" charset="-122"/>
              <a:ea typeface="微软雅黑" panose="020B0503020204020204" pitchFamily="34" charset="-122"/>
            </a:endParaRPr>
          </a:p>
        </p:txBody>
      </p:sp>
      <p:sp>
        <p:nvSpPr>
          <p:cNvPr id="14" name="文本框 13">
            <a:extLst>
              <a:ext uri="{FF2B5EF4-FFF2-40B4-BE49-F238E27FC236}">
                <a16:creationId xmlns:a16="http://schemas.microsoft.com/office/drawing/2014/main" id="{0DB7BE07-7153-4888-A552-21254DEA99FE}"/>
              </a:ext>
            </a:extLst>
          </p:cNvPr>
          <p:cNvSpPr txBox="1"/>
          <p:nvPr/>
        </p:nvSpPr>
        <p:spPr>
          <a:xfrm>
            <a:off x="1373317" y="2078460"/>
            <a:ext cx="4027769" cy="369332"/>
          </a:xfrm>
          <a:prstGeom prst="rect">
            <a:avLst/>
          </a:prstGeom>
          <a:solidFill>
            <a:schemeClr val="bg1"/>
          </a:solidFill>
        </p:spPr>
        <p:txBody>
          <a:bodyPr wrap="square">
            <a:spAutoFit/>
          </a:bodyPr>
          <a:lstStyle>
            <a:defPPr>
              <a:defRPr lang="zh-CN"/>
            </a:defPPr>
            <a:lvl1pPr>
              <a:defRPr sz="2400" b="1" i="0">
                <a:solidFill>
                  <a:srgbClr val="0070C0"/>
                </a:solidFill>
                <a:effectLst/>
                <a:latin typeface="Microsoft YaHei" panose="020B0503020204020204" pitchFamily="34" charset="-122"/>
                <a:ea typeface="Microsoft YaHei" panose="020B0503020204020204" pitchFamily="34" charset="-122"/>
              </a:defRPr>
            </a:lvl1pPr>
          </a:lstStyle>
          <a:p>
            <a:r>
              <a:rPr lang="zh-CN" altLang="en-US" sz="1800" dirty="0">
                <a:solidFill>
                  <a:srgbClr val="00B0F0"/>
                </a:solidFill>
              </a:rPr>
              <a:t>建魔方矩阵的表格框架并导出数据</a:t>
            </a:r>
          </a:p>
        </p:txBody>
      </p:sp>
      <p:sp>
        <p:nvSpPr>
          <p:cNvPr id="15" name="标题 1">
            <a:extLst>
              <a:ext uri="{FF2B5EF4-FFF2-40B4-BE49-F238E27FC236}">
                <a16:creationId xmlns:a16="http://schemas.microsoft.com/office/drawing/2014/main" id="{6D088F5C-347D-4256-B1B6-7FAB2534BBE2}"/>
              </a:ext>
            </a:extLst>
          </p:cNvPr>
          <p:cNvSpPr txBox="1">
            <a:spLocks/>
          </p:cNvSpPr>
          <p:nvPr/>
        </p:nvSpPr>
        <p:spPr bwMode="auto">
          <a:xfrm>
            <a:off x="1373317" y="321159"/>
            <a:ext cx="7857821" cy="311188"/>
          </a:xfrm>
          <a:prstGeom prst="rect">
            <a:avLst/>
          </a:prstGeom>
          <a:noFill/>
          <a:ln w="9525">
            <a:noFill/>
            <a:miter lim="800000"/>
            <a:headEnd/>
            <a:tailEnd/>
          </a:ln>
        </p:spPr>
        <p:txBody>
          <a:bodyPr vert="horz" wrap="none" lIns="91440" tIns="45720" rIns="91440" bIns="45720" numCol="1" anchor="b" anchorCtr="0" compatLnSpc="1">
            <a:prstTxWarp prst="textNoShape">
              <a:avLst/>
            </a:prstTxWarp>
          </a:bodyPr>
          <a:lstStyle>
            <a:lvl1pPr algn="l" rtl="0" eaLnBrk="0" fontAlgn="base" hangingPunct="0">
              <a:lnSpc>
                <a:spcPct val="85000"/>
              </a:lnSpc>
              <a:spcBef>
                <a:spcPct val="0"/>
              </a:spcBef>
              <a:spcAft>
                <a:spcPct val="0"/>
              </a:spcAft>
              <a:defRPr sz="3200" b="0">
                <a:solidFill>
                  <a:srgbClr val="002060"/>
                </a:solidFill>
                <a:latin typeface="华文楷体" panose="02010600040101010101" pitchFamily="2" charset="-122"/>
                <a:ea typeface="华文楷体" panose="02010600040101010101" pitchFamily="2" charset="-122"/>
                <a:cs typeface="+mj-cs"/>
              </a:defRPr>
            </a:lvl1pPr>
            <a:lvl2pPr algn="l" rtl="0" eaLnBrk="0" fontAlgn="base" hangingPunct="0">
              <a:lnSpc>
                <a:spcPct val="85000"/>
              </a:lnSpc>
              <a:spcBef>
                <a:spcPct val="0"/>
              </a:spcBef>
              <a:spcAft>
                <a:spcPct val="0"/>
              </a:spcAft>
              <a:defRPr sz="3400" b="1">
                <a:solidFill>
                  <a:srgbClr val="002E5C"/>
                </a:solidFill>
                <a:latin typeface="Helvetica" pitchFamily="34" charset="0"/>
              </a:defRPr>
            </a:lvl2pPr>
            <a:lvl3pPr algn="l" rtl="0" eaLnBrk="0" fontAlgn="base" hangingPunct="0">
              <a:lnSpc>
                <a:spcPct val="85000"/>
              </a:lnSpc>
              <a:spcBef>
                <a:spcPct val="0"/>
              </a:spcBef>
              <a:spcAft>
                <a:spcPct val="0"/>
              </a:spcAft>
              <a:defRPr sz="3400" b="1">
                <a:solidFill>
                  <a:srgbClr val="002E5C"/>
                </a:solidFill>
                <a:latin typeface="Helvetica" pitchFamily="34" charset="0"/>
              </a:defRPr>
            </a:lvl3pPr>
            <a:lvl4pPr algn="l" rtl="0" eaLnBrk="0" fontAlgn="base" hangingPunct="0">
              <a:lnSpc>
                <a:spcPct val="85000"/>
              </a:lnSpc>
              <a:spcBef>
                <a:spcPct val="0"/>
              </a:spcBef>
              <a:spcAft>
                <a:spcPct val="0"/>
              </a:spcAft>
              <a:defRPr sz="3400" b="1">
                <a:solidFill>
                  <a:srgbClr val="002E5C"/>
                </a:solidFill>
                <a:latin typeface="Helvetica" pitchFamily="34" charset="0"/>
              </a:defRPr>
            </a:lvl4pPr>
            <a:lvl5pPr algn="l" rtl="0" eaLnBrk="0" fontAlgn="base" hangingPunct="0">
              <a:lnSpc>
                <a:spcPct val="85000"/>
              </a:lnSpc>
              <a:spcBef>
                <a:spcPct val="0"/>
              </a:spcBef>
              <a:spcAft>
                <a:spcPct val="0"/>
              </a:spcAft>
              <a:defRPr sz="3400" b="1">
                <a:solidFill>
                  <a:srgbClr val="002E5C"/>
                </a:solidFill>
                <a:latin typeface="Helvetica" pitchFamily="34" charset="0"/>
              </a:defRPr>
            </a:lvl5pPr>
            <a:lvl6pPr marL="457200" algn="l" rtl="0" eaLnBrk="1" fontAlgn="base" hangingPunct="1">
              <a:lnSpc>
                <a:spcPct val="85000"/>
              </a:lnSpc>
              <a:spcBef>
                <a:spcPct val="0"/>
              </a:spcBef>
              <a:spcAft>
                <a:spcPct val="0"/>
              </a:spcAft>
              <a:defRPr sz="3400" b="1">
                <a:solidFill>
                  <a:srgbClr val="002E5C"/>
                </a:solidFill>
                <a:latin typeface="Helvetica" pitchFamily="34" charset="0"/>
              </a:defRPr>
            </a:lvl6pPr>
            <a:lvl7pPr marL="914400" algn="l" rtl="0" eaLnBrk="1" fontAlgn="base" hangingPunct="1">
              <a:lnSpc>
                <a:spcPct val="85000"/>
              </a:lnSpc>
              <a:spcBef>
                <a:spcPct val="0"/>
              </a:spcBef>
              <a:spcAft>
                <a:spcPct val="0"/>
              </a:spcAft>
              <a:defRPr sz="3400" b="1">
                <a:solidFill>
                  <a:srgbClr val="002E5C"/>
                </a:solidFill>
                <a:latin typeface="Helvetica" pitchFamily="34" charset="0"/>
              </a:defRPr>
            </a:lvl7pPr>
            <a:lvl8pPr marL="1371600" algn="l" rtl="0" eaLnBrk="1" fontAlgn="base" hangingPunct="1">
              <a:lnSpc>
                <a:spcPct val="85000"/>
              </a:lnSpc>
              <a:spcBef>
                <a:spcPct val="0"/>
              </a:spcBef>
              <a:spcAft>
                <a:spcPct val="0"/>
              </a:spcAft>
              <a:defRPr sz="3400" b="1">
                <a:solidFill>
                  <a:srgbClr val="002E5C"/>
                </a:solidFill>
                <a:latin typeface="Helvetica" pitchFamily="34" charset="0"/>
              </a:defRPr>
            </a:lvl8pPr>
            <a:lvl9pPr marL="1828800" algn="l" rtl="0" eaLnBrk="1" fontAlgn="base" hangingPunct="1">
              <a:lnSpc>
                <a:spcPct val="85000"/>
              </a:lnSpc>
              <a:spcBef>
                <a:spcPct val="0"/>
              </a:spcBef>
              <a:spcAft>
                <a:spcPct val="0"/>
              </a:spcAft>
              <a:defRPr sz="3400" b="1">
                <a:solidFill>
                  <a:srgbClr val="002E5C"/>
                </a:solidFill>
                <a:latin typeface="Helvetica" pitchFamily="34" charset="0"/>
              </a:defRPr>
            </a:lvl9pPr>
          </a:lstStyle>
          <a:p>
            <a:r>
              <a:rPr lang="en-US" altLang="zh-CN" sz="2800" b="1" kern="0" dirty="0">
                <a:solidFill>
                  <a:srgbClr val="0070C0"/>
                </a:solidFill>
              </a:rPr>
              <a:t>§1.4.2  </a:t>
            </a:r>
            <a:r>
              <a:rPr lang="zh-CN" altLang="en-US" sz="2800" b="1" dirty="0">
                <a:solidFill>
                  <a:srgbClr val="0070C0"/>
                </a:solidFill>
              </a:rPr>
              <a:t>列表</a:t>
            </a:r>
            <a:r>
              <a:rPr lang="en-US" altLang="zh-CN" sz="2800" b="1" dirty="0">
                <a:solidFill>
                  <a:srgbClr val="0070C0"/>
                </a:solidFill>
              </a:rPr>
              <a:t>table</a:t>
            </a:r>
            <a:r>
              <a:rPr lang="en-US" altLang="zh-CN" sz="2800" b="1" kern="0" dirty="0">
                <a:solidFill>
                  <a:srgbClr val="0070C0"/>
                </a:solidFill>
              </a:rPr>
              <a:t> </a:t>
            </a:r>
            <a:r>
              <a:rPr lang="en-US" altLang="zh-CN" sz="2800" b="1" kern="0" dirty="0">
                <a:solidFill>
                  <a:srgbClr val="FF0000"/>
                </a:solidFill>
              </a:rPr>
              <a:t>——</a:t>
            </a:r>
            <a:r>
              <a:rPr lang="zh-CN" altLang="en-US" sz="2800" b="1" kern="0" dirty="0">
                <a:solidFill>
                  <a:srgbClr val="FF0000"/>
                </a:solidFill>
              </a:rPr>
              <a:t>表格框架和导出</a:t>
            </a:r>
          </a:p>
        </p:txBody>
      </p:sp>
      <p:sp>
        <p:nvSpPr>
          <p:cNvPr id="11" name="文本框 10">
            <a:extLst>
              <a:ext uri="{FF2B5EF4-FFF2-40B4-BE49-F238E27FC236}">
                <a16:creationId xmlns:a16="http://schemas.microsoft.com/office/drawing/2014/main" id="{FFD36F1C-4B3F-4741-B2C1-EFA3BE6190EB}"/>
              </a:ext>
            </a:extLst>
          </p:cNvPr>
          <p:cNvSpPr txBox="1"/>
          <p:nvPr/>
        </p:nvSpPr>
        <p:spPr>
          <a:xfrm>
            <a:off x="93779" y="1581361"/>
            <a:ext cx="4572000" cy="400110"/>
          </a:xfrm>
          <a:prstGeom prst="rect">
            <a:avLst/>
          </a:prstGeom>
          <a:solidFill>
            <a:schemeClr val="bg1"/>
          </a:solidFill>
        </p:spPr>
        <p:txBody>
          <a:bodyPr wrap="square">
            <a:spAutoFit/>
          </a:bodyPr>
          <a:lstStyle>
            <a:defPPr>
              <a:defRPr lang="zh-CN"/>
            </a:defPPr>
            <a:lvl1pPr marL="457200" indent="-457200">
              <a:buFont typeface="+mj-ea"/>
              <a:buAutoNum type="circleNumDbPlain" startAt="3"/>
              <a:defRPr sz="2400" b="1" i="0">
                <a:solidFill>
                  <a:srgbClr val="0070C0"/>
                </a:solidFill>
                <a:effectLst/>
                <a:latin typeface="Microsoft YaHei" panose="020B0503020204020204" pitchFamily="34" charset="-122"/>
                <a:ea typeface="Microsoft YaHei" panose="020B0503020204020204" pitchFamily="34" charset="-122"/>
              </a:defRPr>
            </a:lvl1pPr>
          </a:lstStyle>
          <a:p>
            <a:pPr>
              <a:buFont typeface="+mj-ea"/>
              <a:buAutoNum type="circleNumDbPlain" startAt="4"/>
            </a:pPr>
            <a:r>
              <a:rPr lang="en-US" altLang="zh-CN" sz="2000" dirty="0" err="1">
                <a:solidFill>
                  <a:srgbClr val="00B0F0"/>
                </a:solidFill>
              </a:rPr>
              <a:t>CSV.write</a:t>
            </a:r>
            <a:r>
              <a:rPr lang="zh-CN" altLang="en-US" sz="2000" dirty="0">
                <a:solidFill>
                  <a:srgbClr val="00B0F0"/>
                </a:solidFill>
              </a:rPr>
              <a:t>输出</a:t>
            </a:r>
            <a:r>
              <a:rPr lang="en-US" altLang="zh-CN" sz="2000" dirty="0">
                <a:solidFill>
                  <a:srgbClr val="00B0F0"/>
                </a:solidFill>
              </a:rPr>
              <a:t>CSV</a:t>
            </a:r>
            <a:r>
              <a:rPr lang="zh-CN" altLang="en-US" sz="2000" dirty="0">
                <a:solidFill>
                  <a:srgbClr val="00B0F0"/>
                </a:solidFill>
              </a:rPr>
              <a:t>文件</a:t>
            </a:r>
          </a:p>
        </p:txBody>
      </p:sp>
      <p:sp>
        <p:nvSpPr>
          <p:cNvPr id="16" name="文本框 15">
            <a:extLst>
              <a:ext uri="{FF2B5EF4-FFF2-40B4-BE49-F238E27FC236}">
                <a16:creationId xmlns:a16="http://schemas.microsoft.com/office/drawing/2014/main" id="{F435D80C-022E-4A6F-8B12-43A2B866F7D9}"/>
              </a:ext>
            </a:extLst>
          </p:cNvPr>
          <p:cNvSpPr txBox="1"/>
          <p:nvPr/>
        </p:nvSpPr>
        <p:spPr>
          <a:xfrm>
            <a:off x="3513652" y="1574201"/>
            <a:ext cx="4638843" cy="338554"/>
          </a:xfrm>
          <a:prstGeom prst="rect">
            <a:avLst/>
          </a:prstGeom>
          <a:solidFill>
            <a:srgbClr val="0070C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defPPr>
              <a:defRPr lang="zh-CN"/>
            </a:defPPr>
            <a:lvl1pPr algn="dist" eaLnBrk="0" hangingPunct="0">
              <a:defRPr sz="2200" b="1">
                <a:solidFill>
                  <a:schemeClr val="bg1">
                    <a:lumMod val="95000"/>
                  </a:schemeClr>
                </a:solidFill>
                <a:latin typeface="Arial Unicode MS"/>
                <a:ea typeface="source-code-pro"/>
              </a:defRPr>
            </a:lvl1pPr>
            <a:lvl2pPr>
              <a:defRPr>
                <a:solidFill>
                  <a:schemeClr val="lt1"/>
                </a:solidFill>
                <a:latin typeface="+mn-lt"/>
                <a:ea typeface="+mn-ea"/>
              </a:defRPr>
            </a:lvl2pPr>
            <a:lvl3pPr>
              <a:defRPr>
                <a:solidFill>
                  <a:schemeClr val="lt1"/>
                </a:solidFill>
                <a:latin typeface="+mn-lt"/>
                <a:ea typeface="+mn-ea"/>
              </a:defRPr>
            </a:lvl3pPr>
            <a:lvl4pPr>
              <a:defRPr>
                <a:solidFill>
                  <a:schemeClr val="lt1"/>
                </a:solidFill>
                <a:latin typeface="+mn-lt"/>
                <a:ea typeface="+mn-ea"/>
              </a:defRPr>
            </a:lvl4pPr>
            <a:lvl5pPr>
              <a:defRPr>
                <a:solidFill>
                  <a:schemeClr val="lt1"/>
                </a:solidFill>
                <a:latin typeface="+mn-lt"/>
                <a:ea typeface="+mn-ea"/>
              </a:defRPr>
            </a:lvl5pPr>
            <a:lvl6pPr>
              <a:defRPr>
                <a:solidFill>
                  <a:schemeClr val="lt1"/>
                </a:solidFill>
                <a:latin typeface="+mn-lt"/>
                <a:ea typeface="+mn-ea"/>
              </a:defRPr>
            </a:lvl6pPr>
            <a:lvl7pPr>
              <a:defRPr>
                <a:solidFill>
                  <a:schemeClr val="lt1"/>
                </a:solidFill>
                <a:latin typeface="+mn-lt"/>
                <a:ea typeface="+mn-ea"/>
              </a:defRPr>
            </a:lvl7pPr>
            <a:lvl8pPr>
              <a:defRPr>
                <a:solidFill>
                  <a:schemeClr val="lt1"/>
                </a:solidFill>
                <a:latin typeface="+mn-lt"/>
                <a:ea typeface="+mn-ea"/>
              </a:defRPr>
            </a:lvl8pPr>
            <a:lvl9pPr>
              <a:defRPr>
                <a:solidFill>
                  <a:schemeClr val="lt1"/>
                </a:solidFill>
                <a:latin typeface="+mn-lt"/>
                <a:ea typeface="+mn-ea"/>
              </a:defRPr>
            </a:lvl9pPr>
          </a:lstStyle>
          <a:p>
            <a:r>
              <a:rPr lang="zh-CN" altLang="en-US" sz="1600" dirty="0"/>
              <a:t> CSV.write</a:t>
            </a:r>
            <a:r>
              <a:rPr lang="en-US" altLang="zh-CN" sz="1600" dirty="0"/>
              <a:t> (“file.csv”,</a:t>
            </a:r>
            <a:r>
              <a:rPr lang="zh-CN" altLang="en-US" sz="1600" dirty="0"/>
              <a:t> 框架变量名)</a:t>
            </a:r>
          </a:p>
        </p:txBody>
      </p:sp>
    </p:spTree>
    <p:extLst>
      <p:ext uri="{BB962C8B-B14F-4D97-AF65-F5344CB8AC3E}">
        <p14:creationId xmlns:p14="http://schemas.microsoft.com/office/powerpoint/2010/main" val="30272200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2">
                                            <p:txEl>
                                              <p:pRg st="5" end="5"/>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2">
                                            <p:txEl>
                                              <p:pRg st="2" end="2"/>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2">
                                            <p:txEl>
                                              <p:pRg st="3" end="3"/>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2">
                                            <p:txEl>
                                              <p:pRg st="4" end="4"/>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8" grpId="0" animBg="1"/>
      <p:bldP spid="13" grpId="0" animBg="1"/>
      <p:bldP spid="14" grpId="0" animBg="1"/>
      <p:bldP spid="11" grpId="0" animBg="1"/>
      <p:bldP spid="16"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857FB8A-FBCA-4B8E-8121-2041637A1A21}"/>
              </a:ext>
            </a:extLst>
          </p:cNvPr>
          <p:cNvSpPr>
            <a:spLocks noGrp="1"/>
          </p:cNvSpPr>
          <p:nvPr>
            <p:ph idx="1"/>
          </p:nvPr>
        </p:nvSpPr>
        <p:spPr>
          <a:xfrm>
            <a:off x="3957891" y="1995686"/>
            <a:ext cx="3868815" cy="375809"/>
          </a:xfrm>
        </p:spPr>
        <p:txBody>
          <a:bodyPr/>
          <a:lstStyle/>
          <a:p>
            <a:pPr marL="457200" indent="-457200">
              <a:buFont typeface="+mj-ea"/>
              <a:buAutoNum type="circleNumDbPlain" startAt="2"/>
            </a:pPr>
            <a:r>
              <a:rPr lang="zh-CN" altLang="en-US" sz="1800" b="1" i="0" dirty="0">
                <a:solidFill>
                  <a:srgbClr val="00B0F0"/>
                </a:solidFill>
                <a:effectLst/>
                <a:latin typeface="微软雅黑" panose="020B0503020204020204" pitchFamily="34" charset="-122"/>
                <a:ea typeface="微软雅黑" panose="020B0503020204020204" pitchFamily="34" charset="-122"/>
              </a:rPr>
              <a:t>结构体数组</a:t>
            </a:r>
            <a:r>
              <a:rPr lang="zh-CN" altLang="en-US" sz="1800" b="1" dirty="0">
                <a:solidFill>
                  <a:srgbClr val="00B0F0"/>
                </a:solidFill>
                <a:latin typeface="微软雅黑" panose="020B0503020204020204" pitchFamily="34" charset="-122"/>
                <a:ea typeface="微软雅黑" panose="020B0503020204020204" pitchFamily="34" charset="-122"/>
              </a:rPr>
              <a:t>创建步骤：</a:t>
            </a:r>
          </a:p>
        </p:txBody>
      </p:sp>
      <p:sp>
        <p:nvSpPr>
          <p:cNvPr id="5" name="内容占位符 2">
            <a:extLst>
              <a:ext uri="{FF2B5EF4-FFF2-40B4-BE49-F238E27FC236}">
                <a16:creationId xmlns:a16="http://schemas.microsoft.com/office/drawing/2014/main" id="{6736E405-F51F-4DEF-B14D-4F1BFCD33E93}"/>
              </a:ext>
            </a:extLst>
          </p:cNvPr>
          <p:cNvSpPr txBox="1">
            <a:spLocks/>
          </p:cNvSpPr>
          <p:nvPr/>
        </p:nvSpPr>
        <p:spPr bwMode="auto">
          <a:xfrm>
            <a:off x="133832" y="717147"/>
            <a:ext cx="8920396" cy="407291"/>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lvl1pPr marL="177800" indent="-177800" algn="l" rtl="0" eaLnBrk="0" fontAlgn="base" hangingPunct="0">
              <a:lnSpc>
                <a:spcPct val="110000"/>
              </a:lnSpc>
              <a:spcBef>
                <a:spcPct val="0"/>
              </a:spcBef>
              <a:spcAft>
                <a:spcPct val="0"/>
              </a:spcAft>
              <a:buFont typeface="Wingdings" panose="05000000000000000000" pitchFamily="2" charset="2"/>
              <a:buChar char="Ø"/>
              <a:defRPr sz="2800" b="0">
                <a:solidFill>
                  <a:srgbClr val="002060"/>
                </a:solidFill>
                <a:latin typeface="华文楷体" panose="02010600040101010101" pitchFamily="2" charset="-122"/>
                <a:ea typeface="华文楷体" panose="02010600040101010101" pitchFamily="2" charset="-122"/>
                <a:cs typeface="+mn-cs"/>
              </a:defRPr>
            </a:lvl1pPr>
            <a:lvl2pPr marL="635000" indent="-177800" algn="l" rtl="0" eaLnBrk="0" fontAlgn="base" hangingPunct="0">
              <a:lnSpc>
                <a:spcPct val="110000"/>
              </a:lnSpc>
              <a:spcBef>
                <a:spcPct val="0"/>
              </a:spcBef>
              <a:spcAft>
                <a:spcPct val="0"/>
              </a:spcAft>
              <a:buFont typeface="Wingdings" panose="05000000000000000000" pitchFamily="2" charset="2"/>
              <a:buChar char="Ø"/>
              <a:defRPr sz="2400" b="0">
                <a:solidFill>
                  <a:srgbClr val="002060"/>
                </a:solidFill>
                <a:latin typeface="华文楷体" panose="02010600040101010101" pitchFamily="2" charset="-122"/>
                <a:ea typeface="华文楷体" panose="02010600040101010101" pitchFamily="2" charset="-122"/>
              </a:defRPr>
            </a:lvl2pPr>
            <a:lvl3pPr marL="1092200" indent="-177800" algn="l" rtl="0" eaLnBrk="0" fontAlgn="base" hangingPunct="0">
              <a:lnSpc>
                <a:spcPct val="110000"/>
              </a:lnSpc>
              <a:spcBef>
                <a:spcPct val="0"/>
              </a:spcBef>
              <a:spcAft>
                <a:spcPct val="0"/>
              </a:spcAft>
              <a:buFont typeface="Wingdings" panose="05000000000000000000" pitchFamily="2" charset="2"/>
              <a:buChar char="Ø"/>
              <a:defRPr sz="2400" b="0">
                <a:solidFill>
                  <a:srgbClr val="002060"/>
                </a:solidFill>
                <a:latin typeface="华文楷体" panose="02010600040101010101" pitchFamily="2" charset="-122"/>
                <a:ea typeface="华文楷体" panose="02010600040101010101" pitchFamily="2" charset="-122"/>
              </a:defRPr>
            </a:lvl3pPr>
            <a:lvl4pPr marL="1549400" indent="-177800" algn="l" rtl="0" eaLnBrk="0" fontAlgn="base" hangingPunct="0">
              <a:lnSpc>
                <a:spcPct val="110000"/>
              </a:lnSpc>
              <a:spcBef>
                <a:spcPct val="0"/>
              </a:spcBef>
              <a:spcAft>
                <a:spcPct val="0"/>
              </a:spcAft>
              <a:buFont typeface="Wingdings" panose="05000000000000000000" pitchFamily="2" charset="2"/>
              <a:buChar char="Ø"/>
              <a:defRPr sz="2000" b="0">
                <a:solidFill>
                  <a:srgbClr val="002060"/>
                </a:solidFill>
                <a:latin typeface="华文楷体" panose="02010600040101010101" pitchFamily="2" charset="-122"/>
                <a:ea typeface="华文楷体" panose="02010600040101010101" pitchFamily="2" charset="-122"/>
              </a:defRPr>
            </a:lvl4pPr>
            <a:lvl5pPr marL="2006600" indent="-177800" algn="l" rtl="0" eaLnBrk="0" fontAlgn="base" hangingPunct="0">
              <a:lnSpc>
                <a:spcPct val="110000"/>
              </a:lnSpc>
              <a:spcBef>
                <a:spcPct val="0"/>
              </a:spcBef>
              <a:spcAft>
                <a:spcPct val="0"/>
              </a:spcAft>
              <a:buFont typeface="Wingdings" panose="05000000000000000000" pitchFamily="2" charset="2"/>
              <a:buChar char="Ø"/>
              <a:defRPr sz="2000" b="0">
                <a:solidFill>
                  <a:srgbClr val="002060"/>
                </a:solidFill>
                <a:latin typeface="华文楷体" panose="02010600040101010101" pitchFamily="2" charset="-122"/>
                <a:ea typeface="华文楷体" panose="02010600040101010101" pitchFamily="2" charset="-122"/>
              </a:defRPr>
            </a:lvl5pPr>
            <a:lvl6pPr marL="2463800" indent="-177800" algn="l" rtl="0" eaLnBrk="1" fontAlgn="base" hangingPunct="1">
              <a:lnSpc>
                <a:spcPct val="110000"/>
              </a:lnSpc>
              <a:spcBef>
                <a:spcPct val="0"/>
              </a:spcBef>
              <a:spcAft>
                <a:spcPct val="0"/>
              </a:spcAft>
              <a:buChar char="•"/>
              <a:defRPr b="1">
                <a:solidFill>
                  <a:srgbClr val="002E5C"/>
                </a:solidFill>
                <a:latin typeface="+mn-lt"/>
              </a:defRPr>
            </a:lvl6pPr>
            <a:lvl7pPr marL="2921000" indent="-177800" algn="l" rtl="0" eaLnBrk="1" fontAlgn="base" hangingPunct="1">
              <a:lnSpc>
                <a:spcPct val="110000"/>
              </a:lnSpc>
              <a:spcBef>
                <a:spcPct val="0"/>
              </a:spcBef>
              <a:spcAft>
                <a:spcPct val="0"/>
              </a:spcAft>
              <a:buChar char="•"/>
              <a:defRPr b="1">
                <a:solidFill>
                  <a:srgbClr val="002E5C"/>
                </a:solidFill>
                <a:latin typeface="+mn-lt"/>
              </a:defRPr>
            </a:lvl7pPr>
            <a:lvl8pPr marL="3378200" indent="-177800" algn="l" rtl="0" eaLnBrk="1" fontAlgn="base" hangingPunct="1">
              <a:lnSpc>
                <a:spcPct val="110000"/>
              </a:lnSpc>
              <a:spcBef>
                <a:spcPct val="0"/>
              </a:spcBef>
              <a:spcAft>
                <a:spcPct val="0"/>
              </a:spcAft>
              <a:buChar char="•"/>
              <a:defRPr b="1">
                <a:solidFill>
                  <a:srgbClr val="002E5C"/>
                </a:solidFill>
                <a:latin typeface="+mn-lt"/>
              </a:defRPr>
            </a:lvl8pPr>
            <a:lvl9pPr marL="3835400" indent="-177800" algn="l" rtl="0" eaLnBrk="1" fontAlgn="base" hangingPunct="1">
              <a:lnSpc>
                <a:spcPct val="110000"/>
              </a:lnSpc>
              <a:spcBef>
                <a:spcPct val="0"/>
              </a:spcBef>
              <a:spcAft>
                <a:spcPct val="0"/>
              </a:spcAft>
              <a:buChar char="•"/>
              <a:defRPr b="1">
                <a:solidFill>
                  <a:srgbClr val="002E5C"/>
                </a:solidFill>
                <a:latin typeface="+mn-lt"/>
              </a:defRPr>
            </a:lvl9pPr>
          </a:lstStyle>
          <a:p>
            <a:pPr marL="0" indent="0" algn="dist">
              <a:buNone/>
            </a:pPr>
            <a:r>
              <a:rPr lang="zh-CN" altLang="en-US" sz="2000" b="1" i="0" dirty="0">
                <a:solidFill>
                  <a:srgbClr val="0070C0"/>
                </a:solidFill>
                <a:effectLst/>
                <a:latin typeface="微软雅黑" panose="020B0503020204020204" pitchFamily="34" charset="-122"/>
                <a:ea typeface="微软雅黑" panose="020B0503020204020204" pitchFamily="34" charset="-122"/>
              </a:rPr>
              <a:t>结构体是使用字段的数据容器，</a:t>
            </a:r>
            <a:r>
              <a:rPr lang="zh-CN" altLang="en-US" sz="2000" b="1" dirty="0">
                <a:solidFill>
                  <a:srgbClr val="0070C0"/>
                </a:solidFill>
                <a:latin typeface="微软雅黑" panose="020B0503020204020204" pitchFamily="34" charset="-122"/>
                <a:ea typeface="微软雅黑" panose="020B0503020204020204" pitchFamily="34" charset="-122"/>
              </a:rPr>
              <a:t>每个字段都可包含任意类型或任意大小的数据</a:t>
            </a:r>
            <a:endParaRPr lang="en-US" altLang="zh-CN" sz="2000" b="1" dirty="0">
              <a:solidFill>
                <a:srgbClr val="0070C0"/>
              </a:solidFill>
              <a:latin typeface="微软雅黑" panose="020B0503020204020204" pitchFamily="34" charset="-122"/>
              <a:ea typeface="微软雅黑" panose="020B0503020204020204" pitchFamily="34" charset="-122"/>
            </a:endParaRPr>
          </a:p>
        </p:txBody>
      </p:sp>
      <p:sp>
        <p:nvSpPr>
          <p:cNvPr id="8" name="矩形 7">
            <a:extLst>
              <a:ext uri="{FF2B5EF4-FFF2-40B4-BE49-F238E27FC236}">
                <a16:creationId xmlns:a16="http://schemas.microsoft.com/office/drawing/2014/main" id="{E141363D-BB74-4685-9E3F-7CE6ACFB1F7F}"/>
              </a:ext>
            </a:extLst>
          </p:cNvPr>
          <p:cNvSpPr/>
          <p:nvPr/>
        </p:nvSpPr>
        <p:spPr>
          <a:xfrm>
            <a:off x="818324" y="2843640"/>
            <a:ext cx="1248411" cy="369332"/>
          </a:xfrm>
          <a:prstGeom prst="rect">
            <a:avLst/>
          </a:prstGeom>
        </p:spPr>
        <p:txBody>
          <a:bodyPr wrap="square">
            <a:spAutoFit/>
          </a:bodyPr>
          <a:lstStyle/>
          <a:p>
            <a:r>
              <a:rPr lang="en-US" altLang="zh-CN" b="1" dirty="0">
                <a:solidFill>
                  <a:srgbClr val="002060"/>
                </a:solidFill>
                <a:latin typeface="Arial Black" panose="020B0A04020102020204" pitchFamily="34" charset="0"/>
                <a:ea typeface="+mj-ea"/>
              </a:rPr>
              <a:t>number</a:t>
            </a:r>
            <a:endParaRPr lang="zh-CN" altLang="en-US" dirty="0">
              <a:solidFill>
                <a:srgbClr val="002060"/>
              </a:solidFill>
              <a:latin typeface="Arial Black" panose="020B0A04020102020204" pitchFamily="34" charset="0"/>
              <a:ea typeface="+mj-ea"/>
            </a:endParaRPr>
          </a:p>
        </p:txBody>
      </p:sp>
      <p:sp>
        <p:nvSpPr>
          <p:cNvPr id="9" name="矩形 8">
            <a:extLst>
              <a:ext uri="{FF2B5EF4-FFF2-40B4-BE49-F238E27FC236}">
                <a16:creationId xmlns:a16="http://schemas.microsoft.com/office/drawing/2014/main" id="{9EB6C35D-938A-4FF4-A05C-2B1B1A18822C}"/>
              </a:ext>
            </a:extLst>
          </p:cNvPr>
          <p:cNvSpPr/>
          <p:nvPr/>
        </p:nvSpPr>
        <p:spPr>
          <a:xfrm>
            <a:off x="836842" y="3270629"/>
            <a:ext cx="1295003" cy="369332"/>
          </a:xfrm>
          <a:prstGeom prst="rect">
            <a:avLst/>
          </a:prstGeom>
        </p:spPr>
        <p:txBody>
          <a:bodyPr wrap="square">
            <a:spAutoFit/>
          </a:bodyPr>
          <a:lstStyle/>
          <a:p>
            <a:r>
              <a:rPr lang="en-US" altLang="zh-CN" b="1" dirty="0">
                <a:solidFill>
                  <a:srgbClr val="002060"/>
                </a:solidFill>
                <a:latin typeface="Arial Black" panose="020B0A04020102020204" pitchFamily="34" charset="0"/>
                <a:ea typeface="+mj-ea"/>
              </a:rPr>
              <a:t>name</a:t>
            </a:r>
            <a:endParaRPr lang="zh-CN" altLang="en-US" dirty="0">
              <a:solidFill>
                <a:srgbClr val="002060"/>
              </a:solidFill>
              <a:latin typeface="Arial Black" panose="020B0A04020102020204" pitchFamily="34" charset="0"/>
              <a:ea typeface="+mj-ea"/>
            </a:endParaRPr>
          </a:p>
        </p:txBody>
      </p:sp>
      <p:sp>
        <p:nvSpPr>
          <p:cNvPr id="10" name="矩形 9">
            <a:extLst>
              <a:ext uri="{FF2B5EF4-FFF2-40B4-BE49-F238E27FC236}">
                <a16:creationId xmlns:a16="http://schemas.microsoft.com/office/drawing/2014/main" id="{CE83E671-0973-4C6F-AF61-78EF462D64DF}"/>
              </a:ext>
            </a:extLst>
          </p:cNvPr>
          <p:cNvSpPr/>
          <p:nvPr/>
        </p:nvSpPr>
        <p:spPr>
          <a:xfrm>
            <a:off x="783200" y="3801983"/>
            <a:ext cx="1283536" cy="369332"/>
          </a:xfrm>
          <a:prstGeom prst="rect">
            <a:avLst/>
          </a:prstGeom>
        </p:spPr>
        <p:txBody>
          <a:bodyPr wrap="square">
            <a:spAutoFit/>
          </a:bodyPr>
          <a:lstStyle/>
          <a:p>
            <a:r>
              <a:rPr lang="en-US" altLang="zh-CN" b="1" dirty="0">
                <a:solidFill>
                  <a:srgbClr val="002060"/>
                </a:solidFill>
                <a:latin typeface="Arial Black" panose="020B0A04020102020204" pitchFamily="34" charset="0"/>
                <a:ea typeface="+mj-ea"/>
              </a:rPr>
              <a:t>subject</a:t>
            </a:r>
            <a:endParaRPr lang="zh-CN" altLang="en-US" dirty="0">
              <a:solidFill>
                <a:srgbClr val="002060"/>
              </a:solidFill>
              <a:latin typeface="Arial Black" panose="020B0A04020102020204" pitchFamily="34" charset="0"/>
              <a:ea typeface="+mj-ea"/>
            </a:endParaRPr>
          </a:p>
        </p:txBody>
      </p:sp>
      <p:sp>
        <p:nvSpPr>
          <p:cNvPr id="11" name="矩形 10">
            <a:extLst>
              <a:ext uri="{FF2B5EF4-FFF2-40B4-BE49-F238E27FC236}">
                <a16:creationId xmlns:a16="http://schemas.microsoft.com/office/drawing/2014/main" id="{76FD9056-E9F8-459D-A1BB-53C2D258C614}"/>
              </a:ext>
            </a:extLst>
          </p:cNvPr>
          <p:cNvSpPr/>
          <p:nvPr/>
        </p:nvSpPr>
        <p:spPr>
          <a:xfrm>
            <a:off x="832848" y="4249226"/>
            <a:ext cx="1366608" cy="369332"/>
          </a:xfrm>
          <a:prstGeom prst="rect">
            <a:avLst/>
          </a:prstGeom>
        </p:spPr>
        <p:txBody>
          <a:bodyPr wrap="square">
            <a:spAutoFit/>
          </a:bodyPr>
          <a:lstStyle/>
          <a:p>
            <a:r>
              <a:rPr lang="en-US" altLang="zh-CN" b="1" dirty="0">
                <a:solidFill>
                  <a:srgbClr val="002060"/>
                </a:solidFill>
                <a:latin typeface="Arial Black" panose="020B0A04020102020204" pitchFamily="34" charset="0"/>
                <a:ea typeface="+mj-ea"/>
              </a:rPr>
              <a:t>result</a:t>
            </a:r>
            <a:endParaRPr lang="zh-CN" altLang="en-US" b="1" dirty="0">
              <a:solidFill>
                <a:srgbClr val="002060"/>
              </a:solidFill>
              <a:latin typeface="Arial Black" panose="020B0A04020102020204" pitchFamily="34" charset="0"/>
              <a:ea typeface="+mj-ea"/>
            </a:endParaRPr>
          </a:p>
        </p:txBody>
      </p:sp>
      <p:cxnSp>
        <p:nvCxnSpPr>
          <p:cNvPr id="12" name="直接连接符 11">
            <a:extLst>
              <a:ext uri="{FF2B5EF4-FFF2-40B4-BE49-F238E27FC236}">
                <a16:creationId xmlns:a16="http://schemas.microsoft.com/office/drawing/2014/main" id="{EFFB2915-2E77-45E3-BF9B-7584609B1E9F}"/>
              </a:ext>
            </a:extLst>
          </p:cNvPr>
          <p:cNvCxnSpPr>
            <a:cxnSpLocks/>
          </p:cNvCxnSpPr>
          <p:nvPr/>
        </p:nvCxnSpPr>
        <p:spPr>
          <a:xfrm>
            <a:off x="591262" y="1977491"/>
            <a:ext cx="29580" cy="2557004"/>
          </a:xfrm>
          <a:prstGeom prst="line">
            <a:avLst/>
          </a:prstGeom>
          <a:ln w="76200">
            <a:solidFill>
              <a:srgbClr val="FFC000"/>
            </a:solidFill>
          </a:ln>
          <a:scene3d>
            <a:camera prst="orthographicFront"/>
            <a:lightRig rig="threePt" dir="t"/>
          </a:scene3d>
          <a:sp3d>
            <a:bevelT prst="angle"/>
          </a:sp3d>
        </p:spPr>
        <p:style>
          <a:lnRef idx="1">
            <a:schemeClr val="accent1"/>
          </a:lnRef>
          <a:fillRef idx="0">
            <a:schemeClr val="accent1"/>
          </a:fillRef>
          <a:effectRef idx="0">
            <a:schemeClr val="accent1"/>
          </a:effectRef>
          <a:fontRef idx="minor">
            <a:schemeClr val="tx1"/>
          </a:fontRef>
        </p:style>
      </p:cxnSp>
      <p:cxnSp>
        <p:nvCxnSpPr>
          <p:cNvPr id="13" name="直接箭头连接符 12">
            <a:extLst>
              <a:ext uri="{FF2B5EF4-FFF2-40B4-BE49-F238E27FC236}">
                <a16:creationId xmlns:a16="http://schemas.microsoft.com/office/drawing/2014/main" id="{BE6A7353-93E8-422F-86B6-CD0664AF57BF}"/>
              </a:ext>
            </a:extLst>
          </p:cNvPr>
          <p:cNvCxnSpPr/>
          <p:nvPr/>
        </p:nvCxnSpPr>
        <p:spPr>
          <a:xfrm>
            <a:off x="620842" y="3523649"/>
            <a:ext cx="216000" cy="0"/>
          </a:xfrm>
          <a:prstGeom prst="straightConnector1">
            <a:avLst/>
          </a:prstGeom>
          <a:ln w="76200">
            <a:solidFill>
              <a:srgbClr val="FFC000"/>
            </a:solidFill>
          </a:ln>
          <a:scene3d>
            <a:camera prst="orthographicFront"/>
            <a:lightRig rig="threePt" dir="t"/>
          </a:scene3d>
          <a:sp3d>
            <a:bevelT prst="angle"/>
          </a:sp3d>
        </p:spPr>
        <p:style>
          <a:lnRef idx="1">
            <a:schemeClr val="accent1"/>
          </a:lnRef>
          <a:fillRef idx="0">
            <a:schemeClr val="accent1"/>
          </a:fillRef>
          <a:effectRef idx="0">
            <a:schemeClr val="accent1"/>
          </a:effectRef>
          <a:fontRef idx="minor">
            <a:schemeClr val="tx1"/>
          </a:fontRef>
        </p:style>
      </p:cxnSp>
      <p:sp>
        <p:nvSpPr>
          <p:cNvPr id="21" name="矩形 20">
            <a:extLst>
              <a:ext uri="{FF2B5EF4-FFF2-40B4-BE49-F238E27FC236}">
                <a16:creationId xmlns:a16="http://schemas.microsoft.com/office/drawing/2014/main" id="{E008CED9-12DD-4BC8-AE33-E302958659E4}"/>
              </a:ext>
            </a:extLst>
          </p:cNvPr>
          <p:cNvSpPr/>
          <p:nvPr/>
        </p:nvSpPr>
        <p:spPr>
          <a:xfrm>
            <a:off x="2264564" y="4259872"/>
            <a:ext cx="1217862" cy="369332"/>
          </a:xfrm>
          <a:prstGeom prst="rect">
            <a:avLst/>
          </a:prstGeom>
        </p:spPr>
        <p:txBody>
          <a:bodyPr wrap="square">
            <a:spAutoFit/>
          </a:bodyPr>
          <a:lstStyle/>
          <a:p>
            <a:r>
              <a:rPr lang="en-US" altLang="zh-CN" b="1" dirty="0">
                <a:solidFill>
                  <a:srgbClr val="002060"/>
                </a:solidFill>
                <a:latin typeface="Arial Black" panose="020B0A04020102020204" pitchFamily="34" charset="0"/>
                <a:ea typeface="+mj-ea"/>
              </a:rPr>
              <a:t>80</a:t>
            </a:r>
            <a:r>
              <a:rPr lang="zh-CN" altLang="en-US" b="1" dirty="0">
                <a:solidFill>
                  <a:srgbClr val="002060"/>
                </a:solidFill>
                <a:latin typeface="Arial Black" panose="020B0A04020102020204" pitchFamily="34" charset="0"/>
                <a:ea typeface="+mj-ea"/>
              </a:rPr>
              <a:t>，</a:t>
            </a:r>
            <a:r>
              <a:rPr lang="en-US" altLang="zh-CN" b="1" dirty="0">
                <a:solidFill>
                  <a:srgbClr val="002060"/>
                </a:solidFill>
                <a:latin typeface="Arial Black" panose="020B0A04020102020204" pitchFamily="34" charset="0"/>
                <a:ea typeface="+mj-ea"/>
              </a:rPr>
              <a:t>90</a:t>
            </a:r>
            <a:endParaRPr lang="zh-CN" altLang="en-US" dirty="0">
              <a:solidFill>
                <a:srgbClr val="002060"/>
              </a:solidFill>
              <a:latin typeface="Arial Black" panose="020B0A04020102020204" pitchFamily="34" charset="0"/>
              <a:ea typeface="+mj-ea"/>
            </a:endParaRPr>
          </a:p>
        </p:txBody>
      </p:sp>
      <p:sp>
        <p:nvSpPr>
          <p:cNvPr id="22" name="矩形 21">
            <a:extLst>
              <a:ext uri="{FF2B5EF4-FFF2-40B4-BE49-F238E27FC236}">
                <a16:creationId xmlns:a16="http://schemas.microsoft.com/office/drawing/2014/main" id="{81C92A9A-848A-498F-8870-FC8510F6A99F}"/>
              </a:ext>
            </a:extLst>
          </p:cNvPr>
          <p:cNvSpPr/>
          <p:nvPr/>
        </p:nvSpPr>
        <p:spPr>
          <a:xfrm>
            <a:off x="2119040" y="3788766"/>
            <a:ext cx="2127836" cy="369332"/>
          </a:xfrm>
          <a:prstGeom prst="rect">
            <a:avLst/>
          </a:prstGeom>
        </p:spPr>
        <p:txBody>
          <a:bodyPr wrap="square">
            <a:spAutoFit/>
          </a:bodyPr>
          <a:lstStyle/>
          <a:p>
            <a:r>
              <a:rPr lang="en-US" altLang="zh-CN" b="1" dirty="0">
                <a:solidFill>
                  <a:srgbClr val="002060"/>
                </a:solidFill>
                <a:latin typeface="微软雅黑" panose="020B0503020204020204" pitchFamily="34" charset="-122"/>
                <a:ea typeface="微软雅黑" panose="020B0503020204020204" pitchFamily="34" charset="-122"/>
              </a:rPr>
              <a:t>‘</a:t>
            </a:r>
            <a:r>
              <a:rPr lang="zh-CN" altLang="en-US" b="1" dirty="0">
                <a:solidFill>
                  <a:srgbClr val="002060"/>
                </a:solidFill>
                <a:latin typeface="微软雅黑" panose="020B0503020204020204" pitchFamily="34" charset="-122"/>
                <a:ea typeface="微软雅黑" panose="020B0503020204020204" pitchFamily="34" charset="-122"/>
              </a:rPr>
              <a:t>数学</a:t>
            </a:r>
            <a:r>
              <a:rPr lang="en-US" altLang="zh-CN" b="1" dirty="0">
                <a:solidFill>
                  <a:srgbClr val="002060"/>
                </a:solidFill>
                <a:latin typeface="微软雅黑" panose="020B0503020204020204" pitchFamily="34" charset="-122"/>
                <a:ea typeface="微软雅黑" panose="020B0503020204020204" pitchFamily="34" charset="-122"/>
              </a:rPr>
              <a:t>’</a:t>
            </a:r>
            <a:r>
              <a:rPr lang="zh-CN" altLang="en-US" b="1" dirty="0">
                <a:solidFill>
                  <a:srgbClr val="002060"/>
                </a:solidFill>
                <a:latin typeface="微软雅黑" panose="020B0503020204020204" pitchFamily="34" charset="-122"/>
                <a:ea typeface="微软雅黑" panose="020B0503020204020204" pitchFamily="34" charset="-122"/>
              </a:rPr>
              <a:t>英语</a:t>
            </a:r>
            <a:r>
              <a:rPr lang="en-US" altLang="zh-CN" b="1" dirty="0">
                <a:solidFill>
                  <a:srgbClr val="002060"/>
                </a:solidFill>
                <a:latin typeface="微软雅黑" panose="020B0503020204020204" pitchFamily="34" charset="-122"/>
                <a:ea typeface="微软雅黑" panose="020B0503020204020204" pitchFamily="34" charset="-122"/>
              </a:rPr>
              <a:t>’</a:t>
            </a:r>
            <a:endParaRPr lang="zh-CN" altLang="en-US" b="1" dirty="0">
              <a:solidFill>
                <a:srgbClr val="002060"/>
              </a:solidFill>
              <a:latin typeface="微软雅黑" panose="020B0503020204020204" pitchFamily="34" charset="-122"/>
              <a:ea typeface="微软雅黑" panose="020B0503020204020204" pitchFamily="34" charset="-122"/>
            </a:endParaRPr>
          </a:p>
        </p:txBody>
      </p:sp>
      <p:sp>
        <p:nvSpPr>
          <p:cNvPr id="23" name="矩形 22">
            <a:extLst>
              <a:ext uri="{FF2B5EF4-FFF2-40B4-BE49-F238E27FC236}">
                <a16:creationId xmlns:a16="http://schemas.microsoft.com/office/drawing/2014/main" id="{7CC01DE2-4F0B-4B1F-974A-D38D5C9FC8CC}"/>
              </a:ext>
            </a:extLst>
          </p:cNvPr>
          <p:cNvSpPr/>
          <p:nvPr/>
        </p:nvSpPr>
        <p:spPr>
          <a:xfrm>
            <a:off x="2177115" y="3302251"/>
            <a:ext cx="1375066" cy="369332"/>
          </a:xfrm>
          <a:prstGeom prst="rect">
            <a:avLst/>
          </a:prstGeom>
        </p:spPr>
        <p:txBody>
          <a:bodyPr wrap="square">
            <a:spAutoFit/>
          </a:bodyPr>
          <a:lstStyle/>
          <a:p>
            <a:r>
              <a:rPr lang="zh-CN" altLang="en-US" b="1" dirty="0">
                <a:solidFill>
                  <a:srgbClr val="002060"/>
                </a:solidFill>
                <a:latin typeface="微软雅黑" panose="020B0503020204020204" pitchFamily="34" charset="-122"/>
                <a:ea typeface="微软雅黑" panose="020B0503020204020204" pitchFamily="34" charset="-122"/>
              </a:rPr>
              <a:t>‘张三’</a:t>
            </a:r>
          </a:p>
        </p:txBody>
      </p:sp>
      <p:sp>
        <p:nvSpPr>
          <p:cNvPr id="24" name="矩形 23">
            <a:extLst>
              <a:ext uri="{FF2B5EF4-FFF2-40B4-BE49-F238E27FC236}">
                <a16:creationId xmlns:a16="http://schemas.microsoft.com/office/drawing/2014/main" id="{BD03FECF-E535-431C-ADCC-68EE03B3EB55}"/>
              </a:ext>
            </a:extLst>
          </p:cNvPr>
          <p:cNvSpPr/>
          <p:nvPr/>
        </p:nvSpPr>
        <p:spPr>
          <a:xfrm>
            <a:off x="2109830" y="2861670"/>
            <a:ext cx="1248412" cy="369332"/>
          </a:xfrm>
          <a:prstGeom prst="rect">
            <a:avLst/>
          </a:prstGeom>
        </p:spPr>
        <p:txBody>
          <a:bodyPr wrap="square">
            <a:spAutoFit/>
          </a:bodyPr>
          <a:lstStyle/>
          <a:p>
            <a:r>
              <a:rPr lang="zh-CN" altLang="en-US" b="1" dirty="0">
                <a:solidFill>
                  <a:srgbClr val="002060"/>
                </a:solidFill>
                <a:latin typeface="Arial Black" panose="020B0A04020102020204" pitchFamily="34" charset="0"/>
                <a:ea typeface="+mj-ea"/>
              </a:rPr>
              <a:t>‘</a:t>
            </a:r>
            <a:r>
              <a:rPr lang="en-US" altLang="zh-CN" b="1" dirty="0">
                <a:solidFill>
                  <a:srgbClr val="002060"/>
                </a:solidFill>
                <a:latin typeface="Arial Black" panose="020B0A04020102020204" pitchFamily="34" charset="0"/>
                <a:ea typeface="+mj-ea"/>
              </a:rPr>
              <a:t>2001</a:t>
            </a:r>
            <a:r>
              <a:rPr lang="zh-CN" altLang="en-US" b="1" dirty="0">
                <a:solidFill>
                  <a:srgbClr val="002060"/>
                </a:solidFill>
                <a:latin typeface="Arial Black" panose="020B0A04020102020204" pitchFamily="34" charset="0"/>
                <a:ea typeface="+mj-ea"/>
              </a:rPr>
              <a:t>’</a:t>
            </a:r>
            <a:endParaRPr lang="zh-CN" altLang="en-US" dirty="0">
              <a:solidFill>
                <a:srgbClr val="002060"/>
              </a:solidFill>
              <a:latin typeface="Arial Black" panose="020B0A04020102020204" pitchFamily="34" charset="0"/>
              <a:ea typeface="+mj-ea"/>
            </a:endParaRPr>
          </a:p>
        </p:txBody>
      </p:sp>
      <p:sp>
        <p:nvSpPr>
          <p:cNvPr id="25" name="矩形 24">
            <a:extLst>
              <a:ext uri="{FF2B5EF4-FFF2-40B4-BE49-F238E27FC236}">
                <a16:creationId xmlns:a16="http://schemas.microsoft.com/office/drawing/2014/main" id="{A163A394-F0CF-4B15-B140-6296E60D0B43}"/>
              </a:ext>
            </a:extLst>
          </p:cNvPr>
          <p:cNvSpPr/>
          <p:nvPr/>
        </p:nvSpPr>
        <p:spPr>
          <a:xfrm>
            <a:off x="167892" y="3235365"/>
            <a:ext cx="455006" cy="680058"/>
          </a:xfrm>
          <a:prstGeom prst="rect">
            <a:avLst/>
          </a:prstGeom>
          <a:noFill/>
          <a:ln w="9525">
            <a:noFill/>
            <a:miter lim="800000"/>
          </a:ln>
          <a:effectLst/>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vert="horz" wrap="square" lIns="91440" tIns="45720" rIns="91440" bIns="45720" numCol="1" anchor="t" anchorCtr="0" compatLnSpc="1">
            <a:spAutoFit/>
          </a:bodyPr>
          <a:lstStyle/>
          <a:p>
            <a:pPr eaLnBrk="0" hangingPunct="0">
              <a:lnSpc>
                <a:spcPct val="110000"/>
              </a:lnSpc>
            </a:pPr>
            <a:r>
              <a:rPr lang="zh-CN" altLang="en-US" b="1" dirty="0">
                <a:solidFill>
                  <a:srgbClr val="002060"/>
                </a:solidFill>
                <a:latin typeface="+mn-lt"/>
                <a:ea typeface="+mn-ea"/>
              </a:rPr>
              <a:t>字段</a:t>
            </a:r>
          </a:p>
        </p:txBody>
      </p:sp>
      <p:sp>
        <p:nvSpPr>
          <p:cNvPr id="26" name="矩形 25">
            <a:extLst>
              <a:ext uri="{FF2B5EF4-FFF2-40B4-BE49-F238E27FC236}">
                <a16:creationId xmlns:a16="http://schemas.microsoft.com/office/drawing/2014/main" id="{21C1ECA6-0356-4A1E-930E-D8C332D628EA}"/>
              </a:ext>
            </a:extLst>
          </p:cNvPr>
          <p:cNvSpPr/>
          <p:nvPr/>
        </p:nvSpPr>
        <p:spPr>
          <a:xfrm>
            <a:off x="488142" y="1874361"/>
            <a:ext cx="1468108" cy="461665"/>
          </a:xfrm>
          <a:prstGeom prst="rect">
            <a:avLst/>
          </a:prstGeom>
          <a:noFill/>
          <a:scene3d>
            <a:camera prst="orthographicFront"/>
            <a:lightRig rig="threePt" dir="t"/>
          </a:scene3d>
          <a:sp3d>
            <a:bevelT prst="angle"/>
          </a:sp3d>
        </p:spPr>
        <p:txBody>
          <a:bodyPr wrap="square">
            <a:spAutoFit/>
          </a:bodyPr>
          <a:lstStyle/>
          <a:p>
            <a:pPr algn="ctr"/>
            <a:r>
              <a:rPr lang="en-US" altLang="zh-CN" sz="2400" b="1" dirty="0">
                <a:solidFill>
                  <a:srgbClr val="FFFF00"/>
                </a:solidFill>
                <a:effectLst>
                  <a:outerShdw blurRad="38100" dist="38100" dir="2700000" algn="tl">
                    <a:srgbClr val="000000">
                      <a:alpha val="43137"/>
                    </a:srgbClr>
                  </a:outerShdw>
                </a:effectLst>
                <a:highlight>
                  <a:srgbClr val="3399FF"/>
                </a:highlight>
                <a:latin typeface="黑体" panose="02010609060101010101" pitchFamily="49" charset="-122"/>
                <a:ea typeface="黑体" panose="02010609060101010101" pitchFamily="49" charset="-122"/>
              </a:rPr>
              <a:t>student0</a:t>
            </a:r>
            <a:endParaRPr lang="zh-CN" altLang="en-US" sz="2400" b="1" dirty="0">
              <a:solidFill>
                <a:srgbClr val="FFFF00"/>
              </a:solidFill>
              <a:effectLst>
                <a:outerShdw blurRad="38100" dist="38100" dir="2700000" algn="tl">
                  <a:srgbClr val="000000">
                    <a:alpha val="43137"/>
                  </a:srgbClr>
                </a:outerShdw>
              </a:effectLst>
              <a:highlight>
                <a:srgbClr val="3399FF"/>
              </a:highlight>
              <a:latin typeface="黑体" panose="02010609060101010101" pitchFamily="49" charset="-122"/>
              <a:ea typeface="黑体" panose="02010609060101010101" pitchFamily="49" charset="-122"/>
            </a:endParaRPr>
          </a:p>
        </p:txBody>
      </p:sp>
      <p:sp>
        <p:nvSpPr>
          <p:cNvPr id="28" name="文本框 27">
            <a:extLst>
              <a:ext uri="{FF2B5EF4-FFF2-40B4-BE49-F238E27FC236}">
                <a16:creationId xmlns:a16="http://schemas.microsoft.com/office/drawing/2014/main" id="{2E1E68D4-DFA1-49D9-8F0A-9179F4389554}"/>
              </a:ext>
            </a:extLst>
          </p:cNvPr>
          <p:cNvSpPr txBox="1"/>
          <p:nvPr/>
        </p:nvSpPr>
        <p:spPr>
          <a:xfrm>
            <a:off x="2734036" y="1099180"/>
            <a:ext cx="6394855" cy="918649"/>
          </a:xfrm>
          <a:prstGeom prst="rect">
            <a:avLst/>
          </a:prstGeom>
          <a:noFill/>
        </p:spPr>
        <p:txBody>
          <a:bodyPr wrap="square">
            <a:spAutoFit/>
          </a:bodyPr>
          <a:lstStyle/>
          <a:p>
            <a:pPr>
              <a:lnSpc>
                <a:spcPts val="3300"/>
              </a:lnSpc>
            </a:pPr>
            <a:r>
              <a:rPr lang="zh-CN" altLang="en-US" sz="2200" b="1" kern="0" dirty="0">
                <a:solidFill>
                  <a:srgbClr val="002060"/>
                </a:solidFill>
                <a:latin typeface="华文楷体" panose="02010600040101010101" pitchFamily="2" charset="-122"/>
                <a:ea typeface="华文楷体" panose="02010600040101010101" pitchFamily="2" charset="-122"/>
              </a:rPr>
              <a:t>将学生信息存储在含有字段 </a:t>
            </a:r>
            <a:r>
              <a:rPr lang="en-US" altLang="zh-CN" sz="2200" b="1" kern="0" dirty="0">
                <a:solidFill>
                  <a:srgbClr val="002060"/>
                </a:solidFill>
                <a:latin typeface="华文楷体" panose="02010600040101010101" pitchFamily="2" charset="-122"/>
                <a:ea typeface="华文楷体" panose="02010600040101010101" pitchFamily="2" charset="-122"/>
              </a:rPr>
              <a:t>number</a:t>
            </a:r>
            <a:r>
              <a:rPr lang="zh-CN" altLang="en-US" sz="2200" b="1" kern="0" dirty="0">
                <a:solidFill>
                  <a:srgbClr val="002060"/>
                </a:solidFill>
                <a:latin typeface="华文楷体" panose="02010600040101010101" pitchFamily="2" charset="-122"/>
                <a:ea typeface="华文楷体" panose="02010600040101010101" pitchFamily="2" charset="-122"/>
              </a:rPr>
              <a:t>、</a:t>
            </a:r>
            <a:r>
              <a:rPr lang="en-US" altLang="zh-CN" sz="2200" b="1" kern="0" dirty="0">
                <a:solidFill>
                  <a:srgbClr val="002060"/>
                </a:solidFill>
                <a:latin typeface="华文楷体" panose="02010600040101010101" pitchFamily="2" charset="-122"/>
                <a:ea typeface="华文楷体" panose="02010600040101010101" pitchFamily="2" charset="-122"/>
              </a:rPr>
              <a:t>name</a:t>
            </a:r>
            <a:r>
              <a:rPr lang="zh-CN" altLang="en-US" sz="2200" b="1" kern="0" dirty="0">
                <a:solidFill>
                  <a:srgbClr val="002060"/>
                </a:solidFill>
                <a:latin typeface="华文楷体" panose="02010600040101010101" pitchFamily="2" charset="-122"/>
                <a:ea typeface="华文楷体" panose="02010600040101010101" pitchFamily="2" charset="-122"/>
              </a:rPr>
              <a:t>、</a:t>
            </a:r>
            <a:r>
              <a:rPr lang="en-US" altLang="zh-CN" sz="2200" b="1" kern="0" dirty="0">
                <a:solidFill>
                  <a:srgbClr val="002060"/>
                </a:solidFill>
                <a:latin typeface="华文楷体" panose="02010600040101010101" pitchFamily="2" charset="-122"/>
                <a:ea typeface="华文楷体" panose="02010600040101010101" pitchFamily="2" charset="-122"/>
              </a:rPr>
              <a:t>subject </a:t>
            </a:r>
            <a:r>
              <a:rPr lang="zh-CN" altLang="en-US" sz="2200" b="1" kern="0" dirty="0">
                <a:solidFill>
                  <a:srgbClr val="002060"/>
                </a:solidFill>
                <a:latin typeface="华文楷体" panose="02010600040101010101" pitchFamily="2" charset="-122"/>
                <a:ea typeface="华文楷体" panose="02010600040101010101" pitchFamily="2" charset="-122"/>
              </a:rPr>
              <a:t>和 </a:t>
            </a:r>
            <a:r>
              <a:rPr lang="en-US" altLang="zh-CN" sz="2200" b="1" kern="0" dirty="0">
                <a:solidFill>
                  <a:srgbClr val="002060"/>
                </a:solidFill>
                <a:latin typeface="华文楷体" panose="02010600040101010101" pitchFamily="2" charset="-122"/>
                <a:ea typeface="华文楷体" panose="02010600040101010101" pitchFamily="2" charset="-122"/>
              </a:rPr>
              <a:t>result</a:t>
            </a:r>
            <a:r>
              <a:rPr lang="zh-CN" altLang="en-US" sz="2200" b="1" kern="0" dirty="0">
                <a:solidFill>
                  <a:srgbClr val="002060"/>
                </a:solidFill>
                <a:latin typeface="华文楷体" panose="02010600040101010101" pitchFamily="2" charset="-122"/>
                <a:ea typeface="华文楷体" panose="02010600040101010101" pitchFamily="2" charset="-122"/>
              </a:rPr>
              <a:t>的标量结构体名字</a:t>
            </a:r>
            <a:r>
              <a:rPr lang="en-US" altLang="zh-CN" sz="2200" b="1" kern="0" dirty="0">
                <a:solidFill>
                  <a:srgbClr val="002060"/>
                </a:solidFill>
                <a:latin typeface="华文楷体" panose="02010600040101010101" pitchFamily="2" charset="-122"/>
                <a:ea typeface="华文楷体" panose="02010600040101010101" pitchFamily="2" charset="-122"/>
              </a:rPr>
              <a:t>name</a:t>
            </a:r>
            <a:r>
              <a:rPr lang="zh-CN" altLang="en-US" sz="2200" b="1" kern="0" dirty="0">
                <a:solidFill>
                  <a:srgbClr val="002060"/>
                </a:solidFill>
                <a:latin typeface="华文楷体" panose="02010600040101010101" pitchFamily="2" charset="-122"/>
                <a:ea typeface="华文楷体" panose="02010600040101010101" pitchFamily="2" charset="-122"/>
              </a:rPr>
              <a:t>为</a:t>
            </a:r>
            <a:r>
              <a:rPr lang="en-US" altLang="zh-CN" sz="2200" b="1" kern="0" dirty="0">
                <a:solidFill>
                  <a:srgbClr val="002060"/>
                </a:solidFill>
                <a:latin typeface="华文楷体" panose="02010600040101010101" pitchFamily="2" charset="-122"/>
                <a:ea typeface="华文楷体" panose="02010600040101010101" pitchFamily="2" charset="-122"/>
              </a:rPr>
              <a:t> </a:t>
            </a:r>
            <a:r>
              <a:rPr lang="en-US" altLang="zh-CN" sz="2200" b="1" kern="0" dirty="0">
                <a:solidFill>
                  <a:srgbClr val="FF0000"/>
                </a:solidFill>
                <a:latin typeface="华文楷体" panose="02010600040101010101" pitchFamily="2" charset="-122"/>
                <a:ea typeface="华文楷体" panose="02010600040101010101" pitchFamily="2" charset="-122"/>
              </a:rPr>
              <a:t>student0</a:t>
            </a:r>
            <a:r>
              <a:rPr lang="zh-CN" altLang="en-US" sz="2200" b="1" kern="0" dirty="0">
                <a:solidFill>
                  <a:srgbClr val="002060"/>
                </a:solidFill>
                <a:latin typeface="华文楷体" panose="02010600040101010101" pitchFamily="2" charset="-122"/>
                <a:ea typeface="华文楷体" panose="02010600040101010101" pitchFamily="2" charset="-122"/>
              </a:rPr>
              <a:t>中</a:t>
            </a:r>
            <a:r>
              <a:rPr lang="zh-CN" altLang="en-US" sz="2400" b="1" kern="0" dirty="0">
                <a:solidFill>
                  <a:srgbClr val="002060"/>
                </a:solidFill>
                <a:latin typeface="华文楷体" panose="02010600040101010101" pitchFamily="2" charset="-122"/>
                <a:ea typeface="华文楷体" panose="02010600040101010101" pitchFamily="2" charset="-122"/>
              </a:rPr>
              <a:t>。</a:t>
            </a:r>
          </a:p>
        </p:txBody>
      </p:sp>
      <p:sp>
        <p:nvSpPr>
          <p:cNvPr id="27" name="内容占位符 2">
            <a:extLst>
              <a:ext uri="{FF2B5EF4-FFF2-40B4-BE49-F238E27FC236}">
                <a16:creationId xmlns:a16="http://schemas.microsoft.com/office/drawing/2014/main" id="{BE31667A-3946-4927-A999-1E7176AEF896}"/>
              </a:ext>
            </a:extLst>
          </p:cNvPr>
          <p:cNvSpPr txBox="1">
            <a:spLocks/>
          </p:cNvSpPr>
          <p:nvPr/>
        </p:nvSpPr>
        <p:spPr bwMode="auto">
          <a:xfrm>
            <a:off x="3967165" y="2256355"/>
            <a:ext cx="5025592" cy="1654556"/>
          </a:xfrm>
          <a:prstGeom prst="rect">
            <a:avLst/>
          </a:prstGeom>
          <a:noFill/>
          <a:ln w="9525">
            <a:noFill/>
            <a:miter lim="800000"/>
            <a:headEnd/>
            <a:tailEnd/>
          </a:ln>
        </p:spPr>
        <p:txBody>
          <a:bodyPr vert="horz" wrap="square" lIns="91440" tIns="45720" rIns="91440" bIns="45720" numCol="1" anchor="t" anchorCtr="0" compatLnSpc="1">
            <a:prstTxWarp prst="textNoShape">
              <a:avLst/>
            </a:prstTxWarp>
            <a:spAutoFit/>
          </a:bodyPr>
          <a:lstStyle>
            <a:lvl1pPr marL="177800" indent="-177800" algn="l" rtl="0" eaLnBrk="0" fontAlgn="base" hangingPunct="0">
              <a:lnSpc>
                <a:spcPct val="110000"/>
              </a:lnSpc>
              <a:spcBef>
                <a:spcPct val="0"/>
              </a:spcBef>
              <a:spcAft>
                <a:spcPct val="0"/>
              </a:spcAft>
              <a:buFont typeface="Wingdings" panose="05000000000000000000" pitchFamily="2" charset="2"/>
              <a:buChar char="Ø"/>
              <a:defRPr sz="2800" b="0">
                <a:solidFill>
                  <a:srgbClr val="002060"/>
                </a:solidFill>
                <a:latin typeface="华文楷体" panose="02010600040101010101" pitchFamily="2" charset="-122"/>
                <a:ea typeface="华文楷体" panose="02010600040101010101" pitchFamily="2" charset="-122"/>
                <a:cs typeface="+mn-cs"/>
              </a:defRPr>
            </a:lvl1pPr>
            <a:lvl2pPr marL="635000" indent="-177800" algn="l" rtl="0" eaLnBrk="0" fontAlgn="base" hangingPunct="0">
              <a:lnSpc>
                <a:spcPct val="110000"/>
              </a:lnSpc>
              <a:spcBef>
                <a:spcPct val="0"/>
              </a:spcBef>
              <a:spcAft>
                <a:spcPct val="0"/>
              </a:spcAft>
              <a:buFont typeface="Wingdings" panose="05000000000000000000" pitchFamily="2" charset="2"/>
              <a:buChar char="Ø"/>
              <a:defRPr sz="2400" b="0">
                <a:solidFill>
                  <a:srgbClr val="002060"/>
                </a:solidFill>
                <a:latin typeface="华文楷体" panose="02010600040101010101" pitchFamily="2" charset="-122"/>
                <a:ea typeface="华文楷体" panose="02010600040101010101" pitchFamily="2" charset="-122"/>
              </a:defRPr>
            </a:lvl2pPr>
            <a:lvl3pPr marL="1092200" indent="-177800" algn="l" rtl="0" eaLnBrk="0" fontAlgn="base" hangingPunct="0">
              <a:lnSpc>
                <a:spcPct val="110000"/>
              </a:lnSpc>
              <a:spcBef>
                <a:spcPct val="0"/>
              </a:spcBef>
              <a:spcAft>
                <a:spcPct val="0"/>
              </a:spcAft>
              <a:buFont typeface="Wingdings" panose="05000000000000000000" pitchFamily="2" charset="2"/>
              <a:buChar char="Ø"/>
              <a:defRPr sz="2400" b="0">
                <a:solidFill>
                  <a:srgbClr val="002060"/>
                </a:solidFill>
                <a:latin typeface="华文楷体" panose="02010600040101010101" pitchFamily="2" charset="-122"/>
                <a:ea typeface="华文楷体" panose="02010600040101010101" pitchFamily="2" charset="-122"/>
              </a:defRPr>
            </a:lvl3pPr>
            <a:lvl4pPr marL="1549400" indent="-177800" algn="l" rtl="0" eaLnBrk="0" fontAlgn="base" hangingPunct="0">
              <a:lnSpc>
                <a:spcPct val="110000"/>
              </a:lnSpc>
              <a:spcBef>
                <a:spcPct val="0"/>
              </a:spcBef>
              <a:spcAft>
                <a:spcPct val="0"/>
              </a:spcAft>
              <a:buFont typeface="Wingdings" panose="05000000000000000000" pitchFamily="2" charset="2"/>
              <a:buChar char="Ø"/>
              <a:defRPr sz="2000" b="0">
                <a:solidFill>
                  <a:srgbClr val="002060"/>
                </a:solidFill>
                <a:latin typeface="华文楷体" panose="02010600040101010101" pitchFamily="2" charset="-122"/>
                <a:ea typeface="华文楷体" panose="02010600040101010101" pitchFamily="2" charset="-122"/>
              </a:defRPr>
            </a:lvl4pPr>
            <a:lvl5pPr marL="2006600" indent="-177800" algn="l" rtl="0" eaLnBrk="0" fontAlgn="base" hangingPunct="0">
              <a:lnSpc>
                <a:spcPct val="110000"/>
              </a:lnSpc>
              <a:spcBef>
                <a:spcPct val="0"/>
              </a:spcBef>
              <a:spcAft>
                <a:spcPct val="0"/>
              </a:spcAft>
              <a:buFont typeface="Wingdings" panose="05000000000000000000" pitchFamily="2" charset="2"/>
              <a:buChar char="Ø"/>
              <a:defRPr sz="2000" b="0">
                <a:solidFill>
                  <a:srgbClr val="002060"/>
                </a:solidFill>
                <a:latin typeface="华文楷体" panose="02010600040101010101" pitchFamily="2" charset="-122"/>
                <a:ea typeface="华文楷体" panose="02010600040101010101" pitchFamily="2" charset="-122"/>
              </a:defRPr>
            </a:lvl5pPr>
            <a:lvl6pPr marL="2463800" indent="-177800" algn="l" rtl="0" eaLnBrk="1" fontAlgn="base" hangingPunct="1">
              <a:lnSpc>
                <a:spcPct val="110000"/>
              </a:lnSpc>
              <a:spcBef>
                <a:spcPct val="0"/>
              </a:spcBef>
              <a:spcAft>
                <a:spcPct val="0"/>
              </a:spcAft>
              <a:buChar char="•"/>
              <a:defRPr b="1">
                <a:solidFill>
                  <a:srgbClr val="002E5C"/>
                </a:solidFill>
                <a:latin typeface="+mn-lt"/>
              </a:defRPr>
            </a:lvl6pPr>
            <a:lvl7pPr marL="2921000" indent="-177800" algn="l" rtl="0" eaLnBrk="1" fontAlgn="base" hangingPunct="1">
              <a:lnSpc>
                <a:spcPct val="110000"/>
              </a:lnSpc>
              <a:spcBef>
                <a:spcPct val="0"/>
              </a:spcBef>
              <a:spcAft>
                <a:spcPct val="0"/>
              </a:spcAft>
              <a:buChar char="•"/>
              <a:defRPr b="1">
                <a:solidFill>
                  <a:srgbClr val="002E5C"/>
                </a:solidFill>
                <a:latin typeface="+mn-lt"/>
              </a:defRPr>
            </a:lvl7pPr>
            <a:lvl8pPr marL="3378200" indent="-177800" algn="l" rtl="0" eaLnBrk="1" fontAlgn="base" hangingPunct="1">
              <a:lnSpc>
                <a:spcPct val="110000"/>
              </a:lnSpc>
              <a:spcBef>
                <a:spcPct val="0"/>
              </a:spcBef>
              <a:spcAft>
                <a:spcPct val="0"/>
              </a:spcAft>
              <a:buChar char="•"/>
              <a:defRPr b="1">
                <a:solidFill>
                  <a:srgbClr val="002E5C"/>
                </a:solidFill>
                <a:latin typeface="+mn-lt"/>
              </a:defRPr>
            </a:lvl8pPr>
            <a:lvl9pPr marL="3835400" indent="-177800" algn="l" rtl="0" eaLnBrk="1" fontAlgn="base" hangingPunct="1">
              <a:lnSpc>
                <a:spcPct val="110000"/>
              </a:lnSpc>
              <a:spcBef>
                <a:spcPct val="0"/>
              </a:spcBef>
              <a:spcAft>
                <a:spcPct val="0"/>
              </a:spcAft>
              <a:buChar char="•"/>
              <a:defRPr b="1">
                <a:solidFill>
                  <a:srgbClr val="002E5C"/>
                </a:solidFill>
                <a:latin typeface="+mn-lt"/>
              </a:defRPr>
            </a:lvl9pPr>
          </a:lstStyle>
          <a:p>
            <a:pPr marL="432000" indent="-468000">
              <a:lnSpc>
                <a:spcPts val="3100"/>
              </a:lnSpc>
              <a:buFont typeface="+mj-lt"/>
              <a:buAutoNum type="romanUcPeriod"/>
            </a:pPr>
            <a:r>
              <a:rPr lang="zh-CN" altLang="en-US" sz="2000" b="1" kern="0" dirty="0"/>
              <a:t>用不变</a:t>
            </a:r>
            <a:r>
              <a:rPr lang="en-US" altLang="zh-CN" sz="2000" b="1" kern="0" dirty="0"/>
              <a:t>struct</a:t>
            </a:r>
            <a:r>
              <a:rPr lang="zh-CN" altLang="en-US" sz="2000" b="1" kern="0" dirty="0"/>
              <a:t>或可变</a:t>
            </a:r>
            <a:r>
              <a:rPr lang="en-US" altLang="zh-CN" sz="2000" b="1" kern="0" dirty="0"/>
              <a:t>mutable struct</a:t>
            </a:r>
            <a:r>
              <a:rPr lang="zh-CN" altLang="en-US" sz="2000" b="1" kern="0" dirty="0"/>
              <a:t>定义字段</a:t>
            </a:r>
            <a:r>
              <a:rPr lang="zh-CN" altLang="en-US" sz="2000" b="1" kern="0" dirty="0">
                <a:solidFill>
                  <a:srgbClr val="0070C0"/>
                </a:solidFill>
              </a:rPr>
              <a:t>名</a:t>
            </a:r>
            <a:r>
              <a:rPr lang="zh-CN" altLang="zh-CN" sz="2000" b="1" kern="0" dirty="0">
                <a:solidFill>
                  <a:srgbClr val="FF0000"/>
                </a:solidFill>
              </a:rPr>
              <a:t>field</a:t>
            </a:r>
            <a:r>
              <a:rPr lang="en-US" altLang="zh-CN" sz="2000" b="1" kern="0" dirty="0">
                <a:solidFill>
                  <a:srgbClr val="FF0000"/>
                </a:solidFill>
              </a:rPr>
              <a:t>, </a:t>
            </a:r>
            <a:r>
              <a:rPr lang="zh-CN" altLang="en-US" sz="2000" b="1" kern="0" dirty="0"/>
              <a:t>完成结构体</a:t>
            </a:r>
            <a:r>
              <a:rPr lang="en-US" altLang="zh-CN" sz="2000" b="1" kern="0" dirty="0">
                <a:solidFill>
                  <a:srgbClr val="FF0000"/>
                </a:solidFill>
              </a:rPr>
              <a:t>name</a:t>
            </a:r>
            <a:r>
              <a:rPr lang="zh-CN" altLang="en-US" sz="2000" b="1" kern="0" dirty="0"/>
              <a:t>建立</a:t>
            </a:r>
            <a:endParaRPr lang="en-US" altLang="zh-CN" sz="2000" b="1" kern="0" dirty="0"/>
          </a:p>
          <a:p>
            <a:pPr marL="432000" indent="-468000">
              <a:lnSpc>
                <a:spcPts val="3100"/>
              </a:lnSpc>
              <a:buFont typeface="+mj-lt"/>
              <a:buAutoNum type="romanUcPeriod"/>
            </a:pPr>
            <a:r>
              <a:rPr lang="zh-CN" altLang="en-US" sz="2000" b="1" kern="0" dirty="0"/>
              <a:t>对结构体</a:t>
            </a:r>
            <a:r>
              <a:rPr lang="en-US" altLang="zh-CN" sz="2000" b="1" kern="0" dirty="0">
                <a:solidFill>
                  <a:srgbClr val="FF0000"/>
                </a:solidFill>
              </a:rPr>
              <a:t>name</a:t>
            </a:r>
            <a:r>
              <a:rPr lang="zh-CN" altLang="en-US" sz="2000" b="1" kern="0" dirty="0">
                <a:solidFill>
                  <a:srgbClr val="FF0000"/>
                </a:solidFill>
              </a:rPr>
              <a:t>的每个</a:t>
            </a:r>
            <a:r>
              <a:rPr lang="zh-CN" altLang="en-US" sz="2000" b="1" kern="0" dirty="0"/>
              <a:t>字段</a:t>
            </a:r>
            <a:r>
              <a:rPr lang="zh-CN" altLang="zh-CN" sz="2000" b="1" kern="0" dirty="0">
                <a:solidFill>
                  <a:srgbClr val="FF0000"/>
                </a:solidFill>
              </a:rPr>
              <a:t>field</a:t>
            </a:r>
            <a:r>
              <a:rPr lang="zh-CN" altLang="en-US" sz="2000" b="1" kern="0" dirty="0"/>
              <a:t>赋值</a:t>
            </a:r>
            <a:r>
              <a:rPr lang="en-US" altLang="zh-CN" sz="2000" b="1" kern="0" dirty="0">
                <a:solidFill>
                  <a:srgbClr val="FF0000"/>
                </a:solidFill>
              </a:rPr>
              <a:t>value, </a:t>
            </a:r>
            <a:r>
              <a:rPr lang="zh-CN" altLang="en-US" sz="2000" b="1" kern="0" dirty="0"/>
              <a:t>创建结构体数组</a:t>
            </a:r>
            <a:r>
              <a:rPr lang="en-US" altLang="zh-CN" sz="2000" b="1" kern="0" dirty="0"/>
              <a:t>ss </a:t>
            </a:r>
            <a:endParaRPr lang="zh-CN" altLang="en-US" sz="2000" b="1" kern="0" dirty="0"/>
          </a:p>
        </p:txBody>
      </p:sp>
      <p:cxnSp>
        <p:nvCxnSpPr>
          <p:cNvPr id="29" name="直接箭头连接符 28">
            <a:extLst>
              <a:ext uri="{FF2B5EF4-FFF2-40B4-BE49-F238E27FC236}">
                <a16:creationId xmlns:a16="http://schemas.microsoft.com/office/drawing/2014/main" id="{9B3E6643-1ED5-485B-863B-EB6A5CBF1235}"/>
              </a:ext>
            </a:extLst>
          </p:cNvPr>
          <p:cNvCxnSpPr>
            <a:cxnSpLocks/>
          </p:cNvCxnSpPr>
          <p:nvPr/>
        </p:nvCxnSpPr>
        <p:spPr>
          <a:xfrm>
            <a:off x="1950338" y="3485401"/>
            <a:ext cx="360000" cy="0"/>
          </a:xfrm>
          <a:prstGeom prst="straightConnector1">
            <a:avLst/>
          </a:prstGeom>
          <a:ln w="76200">
            <a:solidFill>
              <a:srgbClr val="FFC000"/>
            </a:solidFill>
          </a:ln>
          <a:scene3d>
            <a:camera prst="orthographicFront"/>
            <a:lightRig rig="threePt" dir="t"/>
          </a:scene3d>
          <a:sp3d>
            <a:bevelT prst="angle"/>
          </a:sp3d>
        </p:spPr>
        <p:style>
          <a:lnRef idx="1">
            <a:schemeClr val="accent1"/>
          </a:lnRef>
          <a:fillRef idx="0">
            <a:schemeClr val="accent1"/>
          </a:fillRef>
          <a:effectRef idx="0">
            <a:schemeClr val="accent1"/>
          </a:effectRef>
          <a:fontRef idx="minor">
            <a:schemeClr val="tx1"/>
          </a:fontRef>
        </p:style>
      </p:cxnSp>
      <p:cxnSp>
        <p:nvCxnSpPr>
          <p:cNvPr id="31" name="直接箭头连接符 30">
            <a:extLst>
              <a:ext uri="{FF2B5EF4-FFF2-40B4-BE49-F238E27FC236}">
                <a16:creationId xmlns:a16="http://schemas.microsoft.com/office/drawing/2014/main" id="{58ACA48A-886D-48AA-BE3C-9DCBF63BA7A4}"/>
              </a:ext>
            </a:extLst>
          </p:cNvPr>
          <p:cNvCxnSpPr/>
          <p:nvPr/>
        </p:nvCxnSpPr>
        <p:spPr>
          <a:xfrm>
            <a:off x="614211" y="3040888"/>
            <a:ext cx="216000" cy="0"/>
          </a:xfrm>
          <a:prstGeom prst="straightConnector1">
            <a:avLst/>
          </a:prstGeom>
          <a:ln w="76200">
            <a:solidFill>
              <a:srgbClr val="FFC000"/>
            </a:solidFill>
          </a:ln>
          <a:scene3d>
            <a:camera prst="orthographicFront"/>
            <a:lightRig rig="threePt" dir="t"/>
          </a:scene3d>
          <a:sp3d>
            <a:bevelT prst="angle"/>
          </a:sp3d>
        </p:spPr>
        <p:style>
          <a:lnRef idx="1">
            <a:schemeClr val="accent1"/>
          </a:lnRef>
          <a:fillRef idx="0">
            <a:schemeClr val="accent1"/>
          </a:fillRef>
          <a:effectRef idx="0">
            <a:schemeClr val="accent1"/>
          </a:effectRef>
          <a:fontRef idx="minor">
            <a:schemeClr val="tx1"/>
          </a:fontRef>
        </p:style>
      </p:cxnSp>
      <p:cxnSp>
        <p:nvCxnSpPr>
          <p:cNvPr id="32" name="直接箭头连接符 31">
            <a:extLst>
              <a:ext uri="{FF2B5EF4-FFF2-40B4-BE49-F238E27FC236}">
                <a16:creationId xmlns:a16="http://schemas.microsoft.com/office/drawing/2014/main" id="{9B7F177B-4320-4CD6-8D56-7E3236D737CF}"/>
              </a:ext>
            </a:extLst>
          </p:cNvPr>
          <p:cNvCxnSpPr/>
          <p:nvPr/>
        </p:nvCxnSpPr>
        <p:spPr>
          <a:xfrm>
            <a:off x="1968810" y="3040888"/>
            <a:ext cx="324000" cy="0"/>
          </a:xfrm>
          <a:prstGeom prst="straightConnector1">
            <a:avLst/>
          </a:prstGeom>
          <a:ln w="76200">
            <a:solidFill>
              <a:srgbClr val="FFC000"/>
            </a:solidFill>
          </a:ln>
          <a:scene3d>
            <a:camera prst="orthographicFront"/>
            <a:lightRig rig="threePt" dir="t"/>
          </a:scene3d>
          <a:sp3d>
            <a:bevelT prst="angle"/>
          </a:sp3d>
        </p:spPr>
        <p:style>
          <a:lnRef idx="1">
            <a:schemeClr val="accent1"/>
          </a:lnRef>
          <a:fillRef idx="0">
            <a:schemeClr val="accent1"/>
          </a:fillRef>
          <a:effectRef idx="0">
            <a:schemeClr val="accent1"/>
          </a:effectRef>
          <a:fontRef idx="minor">
            <a:schemeClr val="tx1"/>
          </a:fontRef>
        </p:style>
      </p:cxnSp>
      <p:cxnSp>
        <p:nvCxnSpPr>
          <p:cNvPr id="34" name="直接箭头连接符 33">
            <a:extLst>
              <a:ext uri="{FF2B5EF4-FFF2-40B4-BE49-F238E27FC236}">
                <a16:creationId xmlns:a16="http://schemas.microsoft.com/office/drawing/2014/main" id="{2884CD1C-6892-47A4-97C6-0B05D487256E}"/>
              </a:ext>
            </a:extLst>
          </p:cNvPr>
          <p:cNvCxnSpPr/>
          <p:nvPr/>
        </p:nvCxnSpPr>
        <p:spPr>
          <a:xfrm>
            <a:off x="608680" y="4026880"/>
            <a:ext cx="216000" cy="0"/>
          </a:xfrm>
          <a:prstGeom prst="straightConnector1">
            <a:avLst/>
          </a:prstGeom>
          <a:ln w="76200">
            <a:solidFill>
              <a:srgbClr val="FFC000"/>
            </a:solidFill>
          </a:ln>
          <a:scene3d>
            <a:camera prst="orthographicFront"/>
            <a:lightRig rig="threePt" dir="t"/>
          </a:scene3d>
          <a:sp3d>
            <a:bevelT prst="angle"/>
          </a:sp3d>
        </p:spPr>
        <p:style>
          <a:lnRef idx="1">
            <a:schemeClr val="accent1"/>
          </a:lnRef>
          <a:fillRef idx="0">
            <a:schemeClr val="accent1"/>
          </a:fillRef>
          <a:effectRef idx="0">
            <a:schemeClr val="accent1"/>
          </a:effectRef>
          <a:fontRef idx="minor">
            <a:schemeClr val="tx1"/>
          </a:fontRef>
        </p:style>
      </p:cxnSp>
      <p:cxnSp>
        <p:nvCxnSpPr>
          <p:cNvPr id="35" name="直接箭头连接符 34">
            <a:extLst>
              <a:ext uri="{FF2B5EF4-FFF2-40B4-BE49-F238E27FC236}">
                <a16:creationId xmlns:a16="http://schemas.microsoft.com/office/drawing/2014/main" id="{EDADBC20-2AA2-4C83-9204-FADD17E947DE}"/>
              </a:ext>
            </a:extLst>
          </p:cNvPr>
          <p:cNvCxnSpPr>
            <a:cxnSpLocks/>
          </p:cNvCxnSpPr>
          <p:nvPr/>
        </p:nvCxnSpPr>
        <p:spPr>
          <a:xfrm>
            <a:off x="1966282" y="4002038"/>
            <a:ext cx="360000" cy="0"/>
          </a:xfrm>
          <a:prstGeom prst="straightConnector1">
            <a:avLst/>
          </a:prstGeom>
          <a:ln w="76200">
            <a:solidFill>
              <a:srgbClr val="FFC000"/>
            </a:solidFill>
          </a:ln>
          <a:scene3d>
            <a:camera prst="orthographicFront"/>
            <a:lightRig rig="threePt" dir="t"/>
          </a:scene3d>
          <a:sp3d>
            <a:bevelT prst="angle"/>
          </a:sp3d>
        </p:spPr>
        <p:style>
          <a:lnRef idx="1">
            <a:schemeClr val="accent1"/>
          </a:lnRef>
          <a:fillRef idx="0">
            <a:schemeClr val="accent1"/>
          </a:fillRef>
          <a:effectRef idx="0">
            <a:schemeClr val="accent1"/>
          </a:effectRef>
          <a:fontRef idx="minor">
            <a:schemeClr val="tx1"/>
          </a:fontRef>
        </p:style>
      </p:cxnSp>
      <p:cxnSp>
        <p:nvCxnSpPr>
          <p:cNvPr id="36" name="直接箭头连接符 35">
            <a:extLst>
              <a:ext uri="{FF2B5EF4-FFF2-40B4-BE49-F238E27FC236}">
                <a16:creationId xmlns:a16="http://schemas.microsoft.com/office/drawing/2014/main" id="{83A31EDC-074D-488C-99B0-541001C31BBC}"/>
              </a:ext>
            </a:extLst>
          </p:cNvPr>
          <p:cNvCxnSpPr/>
          <p:nvPr/>
        </p:nvCxnSpPr>
        <p:spPr>
          <a:xfrm>
            <a:off x="628459" y="4497771"/>
            <a:ext cx="216000" cy="0"/>
          </a:xfrm>
          <a:prstGeom prst="straightConnector1">
            <a:avLst/>
          </a:prstGeom>
          <a:ln w="76200">
            <a:solidFill>
              <a:srgbClr val="FFC000"/>
            </a:solidFill>
          </a:ln>
          <a:scene3d>
            <a:camera prst="orthographicFront"/>
            <a:lightRig rig="threePt" dir="t"/>
          </a:scene3d>
          <a:sp3d>
            <a:bevelT prst="angle"/>
          </a:sp3d>
        </p:spPr>
        <p:style>
          <a:lnRef idx="1">
            <a:schemeClr val="accent1"/>
          </a:lnRef>
          <a:fillRef idx="0">
            <a:schemeClr val="accent1"/>
          </a:fillRef>
          <a:effectRef idx="0">
            <a:schemeClr val="accent1"/>
          </a:effectRef>
          <a:fontRef idx="minor">
            <a:schemeClr val="tx1"/>
          </a:fontRef>
        </p:style>
      </p:cxnSp>
      <p:cxnSp>
        <p:nvCxnSpPr>
          <p:cNvPr id="37" name="直接箭头连接符 36">
            <a:extLst>
              <a:ext uri="{FF2B5EF4-FFF2-40B4-BE49-F238E27FC236}">
                <a16:creationId xmlns:a16="http://schemas.microsoft.com/office/drawing/2014/main" id="{0AAC66EB-A81E-4FF7-8CC2-C4B85CD2968B}"/>
              </a:ext>
            </a:extLst>
          </p:cNvPr>
          <p:cNvCxnSpPr>
            <a:cxnSpLocks/>
          </p:cNvCxnSpPr>
          <p:nvPr/>
        </p:nvCxnSpPr>
        <p:spPr>
          <a:xfrm>
            <a:off x="1932060" y="4449281"/>
            <a:ext cx="360000" cy="0"/>
          </a:xfrm>
          <a:prstGeom prst="straightConnector1">
            <a:avLst/>
          </a:prstGeom>
          <a:ln w="76200">
            <a:solidFill>
              <a:srgbClr val="FFC000"/>
            </a:solidFill>
          </a:ln>
          <a:scene3d>
            <a:camera prst="orthographicFront"/>
            <a:lightRig rig="threePt" dir="t"/>
          </a:scene3d>
          <a:sp3d>
            <a:bevelT prst="angle"/>
          </a:sp3d>
        </p:spPr>
        <p:style>
          <a:lnRef idx="1">
            <a:schemeClr val="accent1"/>
          </a:lnRef>
          <a:fillRef idx="0">
            <a:schemeClr val="accent1"/>
          </a:fillRef>
          <a:effectRef idx="0">
            <a:schemeClr val="accent1"/>
          </a:effectRef>
          <a:fontRef idx="minor">
            <a:schemeClr val="tx1"/>
          </a:fontRef>
        </p:style>
      </p:cxnSp>
      <p:sp>
        <p:nvSpPr>
          <p:cNvPr id="38" name="矩形 37">
            <a:extLst>
              <a:ext uri="{FF2B5EF4-FFF2-40B4-BE49-F238E27FC236}">
                <a16:creationId xmlns:a16="http://schemas.microsoft.com/office/drawing/2014/main" id="{B701A414-4038-43A2-AD75-B0002069DB80}"/>
              </a:ext>
            </a:extLst>
          </p:cNvPr>
          <p:cNvSpPr/>
          <p:nvPr/>
        </p:nvSpPr>
        <p:spPr>
          <a:xfrm>
            <a:off x="667390" y="2389408"/>
            <a:ext cx="1497688" cy="375359"/>
          </a:xfrm>
          <a:prstGeom prst="rect">
            <a:avLst/>
          </a:prstGeom>
          <a:noFill/>
          <a:ln w="9525">
            <a:noFill/>
            <a:miter lim="800000"/>
          </a:ln>
          <a:effectLst/>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vert="horz" wrap="square" lIns="91440" tIns="45720" rIns="91440" bIns="45720" numCol="1" anchor="t" anchorCtr="0" compatLnSpc="1">
            <a:spAutoFit/>
          </a:bodyPr>
          <a:lstStyle/>
          <a:p>
            <a:pPr eaLnBrk="0" hangingPunct="0">
              <a:lnSpc>
                <a:spcPct val="110000"/>
              </a:lnSpc>
            </a:pPr>
            <a:r>
              <a:rPr lang="zh-CN" altLang="en-US" b="1" dirty="0">
                <a:solidFill>
                  <a:srgbClr val="002060"/>
                </a:solidFill>
              </a:rPr>
              <a:t>字段名</a:t>
            </a:r>
            <a:r>
              <a:rPr lang="en-US" altLang="zh-CN" b="1" dirty="0">
                <a:solidFill>
                  <a:srgbClr val="002060"/>
                </a:solidFill>
              </a:rPr>
              <a:t>field</a:t>
            </a:r>
            <a:endParaRPr lang="zh-CN" altLang="en-US" b="1" dirty="0">
              <a:solidFill>
                <a:srgbClr val="002060"/>
              </a:solidFill>
            </a:endParaRPr>
          </a:p>
        </p:txBody>
      </p:sp>
      <p:sp>
        <p:nvSpPr>
          <p:cNvPr id="39" name="矩形 38">
            <a:extLst>
              <a:ext uri="{FF2B5EF4-FFF2-40B4-BE49-F238E27FC236}">
                <a16:creationId xmlns:a16="http://schemas.microsoft.com/office/drawing/2014/main" id="{F55F61B7-3728-41E2-8B7A-8B9385DDAEC9}"/>
              </a:ext>
            </a:extLst>
          </p:cNvPr>
          <p:cNvSpPr/>
          <p:nvPr/>
        </p:nvSpPr>
        <p:spPr>
          <a:xfrm>
            <a:off x="2197795" y="2367445"/>
            <a:ext cx="1634977" cy="375359"/>
          </a:xfrm>
          <a:prstGeom prst="rect">
            <a:avLst/>
          </a:prstGeom>
          <a:noFill/>
          <a:ln w="9525">
            <a:noFill/>
            <a:miter lim="800000"/>
          </a:ln>
          <a:effectLst/>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vert="horz" wrap="square" lIns="91440" tIns="45720" rIns="91440" bIns="45720" numCol="1" anchor="t" anchorCtr="0" compatLnSpc="1">
            <a:spAutoFit/>
          </a:bodyPr>
          <a:lstStyle/>
          <a:p>
            <a:pPr eaLnBrk="0" hangingPunct="0">
              <a:lnSpc>
                <a:spcPct val="110000"/>
              </a:lnSpc>
            </a:pPr>
            <a:r>
              <a:rPr lang="zh-CN" altLang="en-US" b="1" dirty="0">
                <a:solidFill>
                  <a:srgbClr val="002060"/>
                </a:solidFill>
              </a:rPr>
              <a:t>字段值</a:t>
            </a:r>
            <a:r>
              <a:rPr lang="en-US" altLang="zh-CN" b="1" dirty="0">
                <a:solidFill>
                  <a:srgbClr val="002060"/>
                </a:solidFill>
              </a:rPr>
              <a:t>value</a:t>
            </a:r>
            <a:endParaRPr lang="zh-CN" altLang="en-US" b="1" dirty="0">
              <a:solidFill>
                <a:srgbClr val="002060"/>
              </a:solidFill>
            </a:endParaRPr>
          </a:p>
        </p:txBody>
      </p:sp>
      <p:sp>
        <p:nvSpPr>
          <p:cNvPr id="40" name="Rectangle 1">
            <a:extLst>
              <a:ext uri="{FF2B5EF4-FFF2-40B4-BE49-F238E27FC236}">
                <a16:creationId xmlns:a16="http://schemas.microsoft.com/office/drawing/2014/main" id="{18738094-FD6A-4F53-A8F6-0518ED59B2E9}"/>
              </a:ext>
            </a:extLst>
          </p:cNvPr>
          <p:cNvSpPr>
            <a:spLocks noChangeArrowheads="1"/>
          </p:cNvSpPr>
          <p:nvPr/>
        </p:nvSpPr>
        <p:spPr bwMode="auto">
          <a:xfrm>
            <a:off x="0" y="182433"/>
            <a:ext cx="20840" cy="923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600" b="0" i="0" u="none" strike="noStrike" cap="none" normalizeH="0" baseline="0" dirty="0">
                <a:ln>
                  <a:noFill/>
                </a:ln>
                <a:solidFill>
                  <a:schemeClr val="tx1"/>
                </a:solidFill>
                <a:effectLst/>
              </a:rPr>
              <a:t> </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42" name="矩形 41">
            <a:extLst>
              <a:ext uri="{FF2B5EF4-FFF2-40B4-BE49-F238E27FC236}">
                <a16:creationId xmlns:a16="http://schemas.microsoft.com/office/drawing/2014/main" id="{7CD7CD55-AC65-4A68-8146-8242661B181A}"/>
              </a:ext>
            </a:extLst>
          </p:cNvPr>
          <p:cNvSpPr/>
          <p:nvPr/>
        </p:nvSpPr>
        <p:spPr>
          <a:xfrm>
            <a:off x="67426" y="1129302"/>
            <a:ext cx="2646564" cy="375809"/>
          </a:xfrm>
          <a:prstGeom prst="rect">
            <a:avLst/>
          </a:prstGeom>
          <a:noFill/>
          <a:ln w="9525">
            <a:noFill/>
            <a:miter lim="800000"/>
          </a:ln>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numCol="1" anchor="t" anchorCtr="0" compatLnSpc="1">
            <a:spAutoFit/>
          </a:bodyPr>
          <a:lstStyle/>
          <a:p>
            <a:pPr marL="457200" indent="-457200" eaLnBrk="0" hangingPunct="0">
              <a:lnSpc>
                <a:spcPct val="110000"/>
              </a:lnSpc>
              <a:buFont typeface="+mj-ea"/>
              <a:buAutoNum type="circleNumDbPlain"/>
            </a:pPr>
            <a:r>
              <a:rPr lang="zh-CN" altLang="en-US" b="1" dirty="0">
                <a:solidFill>
                  <a:srgbClr val="00B0F0"/>
                </a:solidFill>
                <a:latin typeface="微软雅黑" panose="020B0503020204020204" pitchFamily="34" charset="-122"/>
                <a:ea typeface="微软雅黑" panose="020B0503020204020204" pitchFamily="34" charset="-122"/>
              </a:rPr>
              <a:t>结构体名字</a:t>
            </a:r>
            <a:r>
              <a:rPr lang="en-US" altLang="zh-CN" b="1" dirty="0">
                <a:solidFill>
                  <a:srgbClr val="00B0F0"/>
                </a:solidFill>
                <a:latin typeface="微软雅黑" panose="020B0503020204020204" pitchFamily="34" charset="-122"/>
                <a:ea typeface="微软雅黑" panose="020B0503020204020204" pitchFamily="34" charset="-122"/>
              </a:rPr>
              <a:t>name</a:t>
            </a:r>
            <a:endParaRPr lang="zh-CN" altLang="en-US" b="1" dirty="0">
              <a:solidFill>
                <a:srgbClr val="00B0F0"/>
              </a:solidFill>
              <a:latin typeface="微软雅黑" panose="020B0503020204020204" pitchFamily="34" charset="-122"/>
              <a:ea typeface="微软雅黑" panose="020B0503020204020204" pitchFamily="34" charset="-122"/>
            </a:endParaRPr>
          </a:p>
        </p:txBody>
      </p:sp>
      <p:sp>
        <p:nvSpPr>
          <p:cNvPr id="43" name="矩形: 圆角 42">
            <a:extLst>
              <a:ext uri="{FF2B5EF4-FFF2-40B4-BE49-F238E27FC236}">
                <a16:creationId xmlns:a16="http://schemas.microsoft.com/office/drawing/2014/main" id="{E2A02D67-A77E-4A6B-AC9D-242ED4BF0201}"/>
              </a:ext>
            </a:extLst>
          </p:cNvPr>
          <p:cNvSpPr/>
          <p:nvPr/>
        </p:nvSpPr>
        <p:spPr bwMode="auto">
          <a:xfrm>
            <a:off x="811583" y="2876796"/>
            <a:ext cx="1117299" cy="414865"/>
          </a:xfrm>
          <a:prstGeom prst="roundRect">
            <a:avLst/>
          </a:prstGeom>
          <a:noFill/>
          <a:ln>
            <a:solidFill>
              <a:srgbClr val="00B0F0"/>
            </a:solid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spAutoFit/>
          </a:bodyPr>
          <a:lstStyle/>
          <a:p>
            <a:pPr marL="177800" marR="0" indent="-177800" algn="ctr" defTabSz="914400" rtl="0" eaLnBrk="0" fontAlgn="base" latinLnBrk="0" hangingPunct="0">
              <a:lnSpc>
                <a:spcPct val="110000"/>
              </a:lnSpc>
              <a:spcBef>
                <a:spcPct val="0"/>
              </a:spcBef>
              <a:spcAft>
                <a:spcPct val="0"/>
              </a:spcAft>
              <a:buClrTx/>
              <a:buSzTx/>
              <a:buFontTx/>
              <a:buNone/>
              <a:tabLst/>
            </a:pPr>
            <a:endParaRPr kumimoji="0" lang="zh-CN" altLang="en-US" b="1" i="0" u="none" strike="noStrike" cap="none" normalizeH="0" baseline="0">
              <a:ln>
                <a:noFill/>
              </a:ln>
              <a:solidFill>
                <a:srgbClr val="002060"/>
              </a:solidFill>
              <a:effectLst/>
              <a:latin typeface="Times New Roman" pitchFamily="18" charset="0"/>
            </a:endParaRPr>
          </a:p>
        </p:txBody>
      </p:sp>
      <p:sp>
        <p:nvSpPr>
          <p:cNvPr id="44" name="矩形: 圆角 43">
            <a:extLst>
              <a:ext uri="{FF2B5EF4-FFF2-40B4-BE49-F238E27FC236}">
                <a16:creationId xmlns:a16="http://schemas.microsoft.com/office/drawing/2014/main" id="{71AC1F71-43DE-4EAA-8954-B0B176766CA4}"/>
              </a:ext>
            </a:extLst>
          </p:cNvPr>
          <p:cNvSpPr/>
          <p:nvPr/>
        </p:nvSpPr>
        <p:spPr bwMode="auto">
          <a:xfrm>
            <a:off x="2304494" y="2843640"/>
            <a:ext cx="1326742" cy="414865"/>
          </a:xfrm>
          <a:prstGeom prst="roundRect">
            <a:avLst/>
          </a:prstGeom>
          <a:noFill/>
          <a:ln>
            <a:solidFill>
              <a:srgbClr val="00B0F0"/>
            </a:solid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spAutoFit/>
          </a:bodyPr>
          <a:lstStyle/>
          <a:p>
            <a:pPr marL="177800" marR="0" indent="-177800" algn="ctr" defTabSz="914400" rtl="0" eaLnBrk="0" fontAlgn="base" latinLnBrk="0" hangingPunct="0">
              <a:lnSpc>
                <a:spcPct val="110000"/>
              </a:lnSpc>
              <a:spcBef>
                <a:spcPct val="0"/>
              </a:spcBef>
              <a:spcAft>
                <a:spcPct val="0"/>
              </a:spcAft>
              <a:buClrTx/>
              <a:buSzTx/>
              <a:buFontTx/>
              <a:buNone/>
              <a:tabLst/>
            </a:pPr>
            <a:endParaRPr kumimoji="0" lang="zh-CN" altLang="en-US" b="1" i="0" u="none" strike="noStrike" cap="none" normalizeH="0" baseline="0">
              <a:ln>
                <a:noFill/>
              </a:ln>
              <a:solidFill>
                <a:srgbClr val="002060"/>
              </a:solidFill>
              <a:effectLst/>
              <a:latin typeface="Times New Roman" pitchFamily="18" charset="0"/>
            </a:endParaRPr>
          </a:p>
        </p:txBody>
      </p:sp>
      <p:sp>
        <p:nvSpPr>
          <p:cNvPr id="33" name="标题 1">
            <a:extLst>
              <a:ext uri="{FF2B5EF4-FFF2-40B4-BE49-F238E27FC236}">
                <a16:creationId xmlns:a16="http://schemas.microsoft.com/office/drawing/2014/main" id="{68965888-0ACC-4BDD-AC05-4E5B5C54BE24}"/>
              </a:ext>
            </a:extLst>
          </p:cNvPr>
          <p:cNvSpPr txBox="1">
            <a:spLocks/>
          </p:cNvSpPr>
          <p:nvPr/>
        </p:nvSpPr>
        <p:spPr bwMode="auto">
          <a:xfrm>
            <a:off x="898028" y="294308"/>
            <a:ext cx="6949703" cy="301378"/>
          </a:xfrm>
          <a:prstGeom prst="rect">
            <a:avLst/>
          </a:prstGeom>
          <a:noFill/>
          <a:ln w="9525">
            <a:noFill/>
            <a:miter lim="800000"/>
            <a:headEnd/>
            <a:tailEnd/>
          </a:ln>
        </p:spPr>
        <p:txBody>
          <a:bodyPr vert="horz" wrap="none" lIns="91440" tIns="45720" rIns="91440" bIns="45720" numCol="1" anchor="b" anchorCtr="0" compatLnSpc="1">
            <a:prstTxWarp prst="textNoShape">
              <a:avLst/>
            </a:prstTxWarp>
          </a:bodyPr>
          <a:lstStyle>
            <a:lvl1pPr algn="l" rtl="0" eaLnBrk="0" fontAlgn="base" hangingPunct="0">
              <a:lnSpc>
                <a:spcPct val="85000"/>
              </a:lnSpc>
              <a:spcBef>
                <a:spcPct val="0"/>
              </a:spcBef>
              <a:spcAft>
                <a:spcPct val="0"/>
              </a:spcAft>
              <a:defRPr sz="3200" b="0">
                <a:solidFill>
                  <a:srgbClr val="002060"/>
                </a:solidFill>
                <a:latin typeface="华文楷体" panose="02010600040101010101" pitchFamily="2" charset="-122"/>
                <a:ea typeface="华文楷体" panose="02010600040101010101" pitchFamily="2" charset="-122"/>
                <a:cs typeface="+mj-cs"/>
              </a:defRPr>
            </a:lvl1pPr>
            <a:lvl2pPr algn="l" rtl="0" eaLnBrk="0" fontAlgn="base" hangingPunct="0">
              <a:lnSpc>
                <a:spcPct val="85000"/>
              </a:lnSpc>
              <a:spcBef>
                <a:spcPct val="0"/>
              </a:spcBef>
              <a:spcAft>
                <a:spcPct val="0"/>
              </a:spcAft>
              <a:defRPr sz="3400" b="1">
                <a:solidFill>
                  <a:srgbClr val="002E5C"/>
                </a:solidFill>
                <a:latin typeface="Helvetica" pitchFamily="34" charset="0"/>
              </a:defRPr>
            </a:lvl2pPr>
            <a:lvl3pPr algn="l" rtl="0" eaLnBrk="0" fontAlgn="base" hangingPunct="0">
              <a:lnSpc>
                <a:spcPct val="85000"/>
              </a:lnSpc>
              <a:spcBef>
                <a:spcPct val="0"/>
              </a:spcBef>
              <a:spcAft>
                <a:spcPct val="0"/>
              </a:spcAft>
              <a:defRPr sz="3400" b="1">
                <a:solidFill>
                  <a:srgbClr val="002E5C"/>
                </a:solidFill>
                <a:latin typeface="Helvetica" pitchFamily="34" charset="0"/>
              </a:defRPr>
            </a:lvl3pPr>
            <a:lvl4pPr algn="l" rtl="0" eaLnBrk="0" fontAlgn="base" hangingPunct="0">
              <a:lnSpc>
                <a:spcPct val="85000"/>
              </a:lnSpc>
              <a:spcBef>
                <a:spcPct val="0"/>
              </a:spcBef>
              <a:spcAft>
                <a:spcPct val="0"/>
              </a:spcAft>
              <a:defRPr sz="3400" b="1">
                <a:solidFill>
                  <a:srgbClr val="002E5C"/>
                </a:solidFill>
                <a:latin typeface="Helvetica" pitchFamily="34" charset="0"/>
              </a:defRPr>
            </a:lvl4pPr>
            <a:lvl5pPr algn="l" rtl="0" eaLnBrk="0" fontAlgn="base" hangingPunct="0">
              <a:lnSpc>
                <a:spcPct val="85000"/>
              </a:lnSpc>
              <a:spcBef>
                <a:spcPct val="0"/>
              </a:spcBef>
              <a:spcAft>
                <a:spcPct val="0"/>
              </a:spcAft>
              <a:defRPr sz="3400" b="1">
                <a:solidFill>
                  <a:srgbClr val="002E5C"/>
                </a:solidFill>
                <a:latin typeface="Helvetica" pitchFamily="34" charset="0"/>
              </a:defRPr>
            </a:lvl5pPr>
            <a:lvl6pPr marL="457200" algn="l" rtl="0" eaLnBrk="1" fontAlgn="base" hangingPunct="1">
              <a:lnSpc>
                <a:spcPct val="85000"/>
              </a:lnSpc>
              <a:spcBef>
                <a:spcPct val="0"/>
              </a:spcBef>
              <a:spcAft>
                <a:spcPct val="0"/>
              </a:spcAft>
              <a:defRPr sz="3400" b="1">
                <a:solidFill>
                  <a:srgbClr val="002E5C"/>
                </a:solidFill>
                <a:latin typeface="Helvetica" pitchFamily="34" charset="0"/>
              </a:defRPr>
            </a:lvl6pPr>
            <a:lvl7pPr marL="914400" algn="l" rtl="0" eaLnBrk="1" fontAlgn="base" hangingPunct="1">
              <a:lnSpc>
                <a:spcPct val="85000"/>
              </a:lnSpc>
              <a:spcBef>
                <a:spcPct val="0"/>
              </a:spcBef>
              <a:spcAft>
                <a:spcPct val="0"/>
              </a:spcAft>
              <a:defRPr sz="3400" b="1">
                <a:solidFill>
                  <a:srgbClr val="002E5C"/>
                </a:solidFill>
                <a:latin typeface="Helvetica" pitchFamily="34" charset="0"/>
              </a:defRPr>
            </a:lvl7pPr>
            <a:lvl8pPr marL="1371600" algn="l" rtl="0" eaLnBrk="1" fontAlgn="base" hangingPunct="1">
              <a:lnSpc>
                <a:spcPct val="85000"/>
              </a:lnSpc>
              <a:spcBef>
                <a:spcPct val="0"/>
              </a:spcBef>
              <a:spcAft>
                <a:spcPct val="0"/>
              </a:spcAft>
              <a:defRPr sz="3400" b="1">
                <a:solidFill>
                  <a:srgbClr val="002E5C"/>
                </a:solidFill>
                <a:latin typeface="Helvetica" pitchFamily="34" charset="0"/>
              </a:defRPr>
            </a:lvl8pPr>
            <a:lvl9pPr marL="1828800" algn="l" rtl="0" eaLnBrk="1" fontAlgn="base" hangingPunct="1">
              <a:lnSpc>
                <a:spcPct val="85000"/>
              </a:lnSpc>
              <a:spcBef>
                <a:spcPct val="0"/>
              </a:spcBef>
              <a:spcAft>
                <a:spcPct val="0"/>
              </a:spcAft>
              <a:defRPr sz="3400" b="1">
                <a:solidFill>
                  <a:srgbClr val="002E5C"/>
                </a:solidFill>
                <a:latin typeface="Helvetica" pitchFamily="34" charset="0"/>
              </a:defRPr>
            </a:lvl9pPr>
          </a:lstStyle>
          <a:p>
            <a:r>
              <a:rPr lang="en-US" altLang="zh-CN" sz="3000" kern="0" dirty="0"/>
              <a:t>§1.4.3  </a:t>
            </a:r>
            <a:r>
              <a:rPr lang="zh-CN" altLang="en-US" sz="3000" kern="0" dirty="0"/>
              <a:t>结构体</a:t>
            </a:r>
            <a:r>
              <a:rPr lang="en-US" altLang="zh-CN" sz="3000" kern="0" dirty="0">
                <a:solidFill>
                  <a:srgbClr val="FF0000"/>
                </a:solidFill>
              </a:rPr>
              <a:t>——</a:t>
            </a:r>
            <a:r>
              <a:rPr lang="zh-CN" altLang="en-US" sz="3000" dirty="0">
                <a:solidFill>
                  <a:srgbClr val="FF0000"/>
                </a:solidFill>
              </a:rPr>
              <a:t>结构体数组</a:t>
            </a:r>
            <a:endParaRPr lang="zh-CN" altLang="en-US" sz="3000" kern="0" dirty="0">
              <a:solidFill>
                <a:srgbClr val="FF0000"/>
              </a:solidFill>
            </a:endParaRPr>
          </a:p>
        </p:txBody>
      </p:sp>
      <p:sp>
        <p:nvSpPr>
          <p:cNvPr id="41" name="AutoShape 13">
            <a:extLst>
              <a:ext uri="{FF2B5EF4-FFF2-40B4-BE49-F238E27FC236}">
                <a16:creationId xmlns:a16="http://schemas.microsoft.com/office/drawing/2014/main" id="{3ECDCE08-75AA-41DE-8B3E-44DD3E0FD25C}"/>
              </a:ext>
            </a:extLst>
          </p:cNvPr>
          <p:cNvSpPr>
            <a:spLocks noChangeArrowheads="1"/>
          </p:cNvSpPr>
          <p:nvPr/>
        </p:nvSpPr>
        <p:spPr bwMode="auto">
          <a:xfrm>
            <a:off x="6065593" y="101087"/>
            <a:ext cx="3035815" cy="491007"/>
          </a:xfrm>
          <a:prstGeom prst="irregularSeal2">
            <a:avLst/>
          </a:prstGeom>
          <a:solidFill>
            <a:srgbClr val="FF0000"/>
          </a:solidFill>
          <a:ln w="57150">
            <a:solidFill>
              <a:srgbClr val="00FF00"/>
            </a:solidFill>
            <a:miter lim="800000"/>
          </a:ln>
          <a:scene3d>
            <a:camera prst="orthographicFront"/>
            <a:lightRig rig="threePt" dir="t"/>
          </a:scene3d>
          <a:sp3d>
            <a:bevelT prst="angle"/>
          </a:sp3d>
        </p:spPr>
        <p:txBody>
          <a:bodyPr wrap="none" anchor="ctr"/>
          <a:lstStyle/>
          <a:p>
            <a:r>
              <a:rPr lang="zh-CN" altLang="en-US" sz="1600" b="1" kern="0" dirty="0">
                <a:solidFill>
                  <a:srgbClr val="FFFF00"/>
                </a:solidFill>
                <a:latin typeface="微软雅黑" panose="020B0503020204020204" pitchFamily="34" charset="-122"/>
                <a:ea typeface="微软雅黑" panose="020B0503020204020204" pitchFamily="34" charset="-122"/>
              </a:rPr>
              <a:t>创建不同</a:t>
            </a:r>
            <a:r>
              <a:rPr lang="en-US" altLang="zh-CN" sz="1600" b="1" kern="0" dirty="0">
                <a:solidFill>
                  <a:srgbClr val="FFFF00"/>
                </a:solidFill>
                <a:latin typeface="微软雅黑" panose="020B0503020204020204" pitchFamily="34" charset="-122"/>
                <a:ea typeface="微软雅黑" panose="020B0503020204020204" pitchFamily="34" charset="-122"/>
              </a:rPr>
              <a:t>MATLAB</a:t>
            </a:r>
            <a:endParaRPr lang="zh-CN" altLang="en-US" sz="1600" b="1" kern="0" dirty="0">
              <a:solidFill>
                <a:srgbClr val="FFFF00"/>
              </a:solidFill>
              <a:latin typeface="微软雅黑" panose="020B0503020204020204" pitchFamily="34" charset="-122"/>
              <a:ea typeface="微软雅黑" panose="020B0503020204020204" pitchFamily="34" charset="-122"/>
            </a:endParaRPr>
          </a:p>
        </p:txBody>
      </p:sp>
      <p:sp>
        <p:nvSpPr>
          <p:cNvPr id="2" name="波形 1">
            <a:extLst>
              <a:ext uri="{FF2B5EF4-FFF2-40B4-BE49-F238E27FC236}">
                <a16:creationId xmlns:a16="http://schemas.microsoft.com/office/drawing/2014/main" id="{ABC7B067-7B29-78A4-39DF-71445ED12BF7}"/>
              </a:ext>
            </a:extLst>
          </p:cNvPr>
          <p:cNvSpPr/>
          <p:nvPr/>
        </p:nvSpPr>
        <p:spPr>
          <a:xfrm>
            <a:off x="220243" y="1575707"/>
            <a:ext cx="687558" cy="326359"/>
          </a:xfrm>
          <a:prstGeom prst="wave">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anchor="ctr">
            <a:noAutofit/>
          </a:bodyPr>
          <a:lstStyle/>
          <a:p>
            <a:pPr algn="ctr" eaLnBrk="0" fontAlgn="auto">
              <a:lnSpc>
                <a:spcPct val="140000"/>
              </a:lnSpc>
              <a:spcBef>
                <a:spcPts val="0"/>
              </a:spcBef>
              <a:spcAft>
                <a:spcPts val="0"/>
              </a:spcAft>
            </a:pPr>
            <a:r>
              <a:rPr lang="en-US" altLang="ko-KR" b="1" dirty="0">
                <a:solidFill>
                  <a:srgbClr val="FFFF00"/>
                </a:solidFill>
                <a:latin typeface="微软雅黑" panose="020B0503020204020204" pitchFamily="34" charset="-122"/>
                <a:ea typeface="微软雅黑" panose="020B0503020204020204" pitchFamily="34" charset="-122"/>
              </a:rPr>
              <a:t>例143</a:t>
            </a:r>
            <a:endParaRPr lang="ko-KR" altLang="en-US" b="1" dirty="0">
              <a:solidFill>
                <a:srgbClr val="FFFF00"/>
              </a:solidFill>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4638595D-4ED8-F8CD-3AC7-6591A3BC42B4}"/>
              </a:ext>
            </a:extLst>
          </p:cNvPr>
          <p:cNvSpPr txBox="1"/>
          <p:nvPr/>
        </p:nvSpPr>
        <p:spPr>
          <a:xfrm>
            <a:off x="911557" y="1521273"/>
            <a:ext cx="1884744" cy="369332"/>
          </a:xfrm>
          <a:prstGeom prst="rect">
            <a:avLst/>
          </a:prstGeom>
          <a:noFill/>
        </p:spPr>
        <p:txBody>
          <a:bodyPr wrap="square">
            <a:spAutoFit/>
          </a:bodyPr>
          <a:lstStyle/>
          <a:p>
            <a:r>
              <a:rPr lang="zh-CN" altLang="en-US" sz="1800" b="1" i="0" dirty="0">
                <a:solidFill>
                  <a:srgbClr val="0070C0"/>
                </a:solidFill>
                <a:effectLst/>
                <a:latin typeface="微软雅黑" panose="020B0503020204020204" pitchFamily="34" charset="-122"/>
                <a:ea typeface="微软雅黑" panose="020B0503020204020204" pitchFamily="34" charset="-122"/>
              </a:rPr>
              <a:t>学生信息结构体</a:t>
            </a:r>
            <a:endParaRPr lang="zh-CN" altLang="en-US" dirty="0"/>
          </a:p>
        </p:txBody>
      </p:sp>
      <p:sp>
        <p:nvSpPr>
          <p:cNvPr id="45" name="矩形 44">
            <a:extLst>
              <a:ext uri="{FF2B5EF4-FFF2-40B4-BE49-F238E27FC236}">
                <a16:creationId xmlns:a16="http://schemas.microsoft.com/office/drawing/2014/main" id="{7158EE45-7F17-4181-A3F1-19C77D078F5C}"/>
              </a:ext>
            </a:extLst>
          </p:cNvPr>
          <p:cNvSpPr/>
          <p:nvPr/>
        </p:nvSpPr>
        <p:spPr>
          <a:xfrm>
            <a:off x="5784814" y="3890540"/>
            <a:ext cx="2127837" cy="369332"/>
          </a:xfrm>
          <a:prstGeom prst="rect">
            <a:avLst/>
          </a:prstGeom>
          <a:solidFill>
            <a:srgbClr val="FF000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p>
            <a:r>
              <a:rPr lang="zh-CN" altLang="en-US" b="1" dirty="0">
                <a:solidFill>
                  <a:schemeClr val="bg1"/>
                </a:solidFill>
                <a:latin typeface="Times New Roman" panose="02020603050405020304" pitchFamily="18" charset="0"/>
                <a:cs typeface="Times New Roman" panose="02020603050405020304" pitchFamily="18" charset="0"/>
              </a:rPr>
              <a:t>结构数组名</a:t>
            </a:r>
            <a:r>
              <a:rPr lang="en-US" altLang="zh-CN" b="1" dirty="0">
                <a:solidFill>
                  <a:schemeClr val="bg1"/>
                </a:solidFill>
                <a:latin typeface="Times New Roman" panose="02020603050405020304" pitchFamily="18" charset="0"/>
                <a:cs typeface="Times New Roman" panose="02020603050405020304" pitchFamily="18" charset="0"/>
              </a:rPr>
              <a:t>.</a:t>
            </a:r>
            <a:r>
              <a:rPr lang="zh-CN" altLang="en-US" b="1" dirty="0">
                <a:solidFill>
                  <a:schemeClr val="bg1"/>
                </a:solidFill>
                <a:latin typeface="Times New Roman" panose="02020603050405020304" pitchFamily="18" charset="0"/>
                <a:cs typeface="Times New Roman" panose="02020603050405020304" pitchFamily="18" charset="0"/>
              </a:rPr>
              <a:t>字段名</a:t>
            </a:r>
          </a:p>
        </p:txBody>
      </p:sp>
      <p:sp>
        <p:nvSpPr>
          <p:cNvPr id="46" name="矩形 45">
            <a:extLst>
              <a:ext uri="{FF2B5EF4-FFF2-40B4-BE49-F238E27FC236}">
                <a16:creationId xmlns:a16="http://schemas.microsoft.com/office/drawing/2014/main" id="{D86724CE-77B8-40B2-8CAE-2A6726C9AF58}"/>
              </a:ext>
            </a:extLst>
          </p:cNvPr>
          <p:cNvSpPr/>
          <p:nvPr/>
        </p:nvSpPr>
        <p:spPr>
          <a:xfrm>
            <a:off x="3923928" y="3932153"/>
            <a:ext cx="2189244" cy="375809"/>
          </a:xfrm>
          <a:prstGeom prst="rect">
            <a:avLst/>
          </a:prstGeom>
          <a:noFill/>
          <a:ln w="9525">
            <a:noFill/>
            <a:miter lim="800000"/>
            <a:headEnd/>
            <a:tailEnd/>
          </a:ln>
        </p:spPr>
        <p:txBody>
          <a:bodyPr vert="horz" wrap="square" lIns="91440" tIns="45720" rIns="91440" bIns="45720" numCol="1" anchor="t" anchorCtr="0" compatLnSpc="1">
            <a:prstTxWarp prst="textNoShape">
              <a:avLst/>
            </a:prstTxWarp>
            <a:spAutoFit/>
          </a:bodyPr>
          <a:lstStyle/>
          <a:p>
            <a:pPr marL="457200" indent="-457200" eaLnBrk="0" hangingPunct="0">
              <a:lnSpc>
                <a:spcPct val="110000"/>
              </a:lnSpc>
              <a:buFont typeface="+mj-ea"/>
              <a:buAutoNum type="circleNumDbPlain" startAt="3"/>
            </a:pPr>
            <a:r>
              <a:rPr lang="zh-CN" altLang="en-US" b="1" kern="0" dirty="0">
                <a:solidFill>
                  <a:srgbClr val="00B0F0"/>
                </a:solidFill>
                <a:latin typeface="微软雅黑" panose="020B0503020204020204" pitchFamily="34" charset="-122"/>
                <a:ea typeface="微软雅黑" panose="020B0503020204020204" pitchFamily="34" charset="-122"/>
              </a:rPr>
              <a:t>访问和修改</a:t>
            </a:r>
          </a:p>
        </p:txBody>
      </p:sp>
      <p:sp>
        <p:nvSpPr>
          <p:cNvPr id="47" name="文本框 46">
            <a:extLst>
              <a:ext uri="{FF2B5EF4-FFF2-40B4-BE49-F238E27FC236}">
                <a16:creationId xmlns:a16="http://schemas.microsoft.com/office/drawing/2014/main" id="{10F984B4-D7C7-412C-9E00-82972950077B}"/>
              </a:ext>
            </a:extLst>
          </p:cNvPr>
          <p:cNvSpPr txBox="1"/>
          <p:nvPr/>
        </p:nvSpPr>
        <p:spPr>
          <a:xfrm>
            <a:off x="4303133" y="4270708"/>
            <a:ext cx="4689624" cy="646331"/>
          </a:xfrm>
          <a:prstGeom prst="rect">
            <a:avLst/>
          </a:prstGeom>
          <a:noFill/>
        </p:spPr>
        <p:txBody>
          <a:bodyPr wrap="square">
            <a:spAutoFit/>
          </a:bodyPr>
          <a:lstStyle/>
          <a:p>
            <a:r>
              <a:rPr lang="en-US" altLang="zh-CN" sz="1800" b="1" kern="0" dirty="0">
                <a:solidFill>
                  <a:srgbClr val="0070C0"/>
                </a:solidFill>
              </a:rPr>
              <a:t>student0.name  </a:t>
            </a:r>
            <a:r>
              <a:rPr lang="en-US" altLang="zh-CN" sz="1800" b="1" kern="0" dirty="0"/>
              <a:t>#</a:t>
            </a:r>
            <a:r>
              <a:rPr lang="zh-CN" altLang="en-US" sz="1800" b="1" kern="0" dirty="0"/>
              <a:t>结果</a:t>
            </a:r>
            <a:r>
              <a:rPr lang="zh-CN" altLang="en-US" b="1" dirty="0">
                <a:solidFill>
                  <a:srgbClr val="00B0F0"/>
                </a:solidFill>
                <a:latin typeface="微软雅黑" panose="020B0503020204020204" pitchFamily="34" charset="-122"/>
                <a:ea typeface="微软雅黑" panose="020B0503020204020204" pitchFamily="34" charset="-122"/>
              </a:rPr>
              <a:t>‘张三’</a:t>
            </a:r>
          </a:p>
          <a:p>
            <a:endParaRPr lang="zh-CN" altLang="en-US" b="1" dirty="0"/>
          </a:p>
        </p:txBody>
      </p:sp>
    </p:spTree>
    <p:extLst>
      <p:ext uri="{BB962C8B-B14F-4D97-AF65-F5344CB8AC3E}">
        <p14:creationId xmlns:p14="http://schemas.microsoft.com/office/powerpoint/2010/main" val="917749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4"/>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0"/>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5"/>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2"/>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36"/>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1"/>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1"/>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37"/>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43"/>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38"/>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39"/>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44"/>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25"/>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41"/>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nodeType="clickEffect">
                                  <p:stCondLst>
                                    <p:cond delay="0"/>
                                  </p:stCondLst>
                                  <p:childTnLst>
                                    <p:set>
                                      <p:cBhvr>
                                        <p:cTn id="80" dur="1" fill="hold">
                                          <p:stCondLst>
                                            <p:cond delay="0"/>
                                          </p:stCondLst>
                                        </p:cTn>
                                        <p:tgtEl>
                                          <p:spTgt spid="27">
                                            <p:txEl>
                                              <p:pRg st="0" end="0"/>
                                            </p:txEl>
                                          </p:spTgt>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27">
                                            <p:txEl>
                                              <p:pRg st="1" end="1"/>
                                            </p:txEl>
                                          </p:spTgt>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45"/>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46"/>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grpId="0" nodeType="clickEffect">
                                  <p:stCondLst>
                                    <p:cond delay="0"/>
                                  </p:stCondLst>
                                  <p:childTnLst>
                                    <p:set>
                                      <p:cBhvr>
                                        <p:cTn id="92" dur="1" fill="hold">
                                          <p:stCondLst>
                                            <p:cond delay="0"/>
                                          </p:stCondLst>
                                        </p:cTn>
                                        <p:tgtEl>
                                          <p:spTgt spid="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8" grpId="0"/>
      <p:bldP spid="9" grpId="0"/>
      <p:bldP spid="10" grpId="0"/>
      <p:bldP spid="11" grpId="0"/>
      <p:bldP spid="21" grpId="0"/>
      <p:bldP spid="22" grpId="0"/>
      <p:bldP spid="23" grpId="0"/>
      <p:bldP spid="24" grpId="0"/>
      <p:bldP spid="25" grpId="0"/>
      <p:bldP spid="26" grpId="0"/>
      <p:bldP spid="38" grpId="0"/>
      <p:bldP spid="39" grpId="0"/>
      <p:bldP spid="43" grpId="0" animBg="1"/>
      <p:bldP spid="44" grpId="0" animBg="1"/>
      <p:bldP spid="41" grpId="0" animBg="1"/>
      <p:bldP spid="45" grpId="0" animBg="1"/>
      <p:bldP spid="46" grpId="0"/>
      <p:bldP spid="47"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B523149-90B8-479D-BF5F-17929718A173}"/>
              </a:ext>
            </a:extLst>
          </p:cNvPr>
          <p:cNvSpPr/>
          <p:nvPr/>
        </p:nvSpPr>
        <p:spPr>
          <a:xfrm>
            <a:off x="530619" y="1678641"/>
            <a:ext cx="3277198" cy="1475147"/>
          </a:xfrm>
          <a:prstGeom prst="rect">
            <a:avLst/>
          </a:prstGeom>
          <a:solidFill>
            <a:schemeClr val="bg1"/>
          </a:solidFill>
          <a:ln>
            <a:solidFill>
              <a:schemeClr val="bg1">
                <a:lumMod val="50000"/>
              </a:schemeClr>
            </a:solidFill>
          </a:ln>
        </p:spPr>
        <p:txBody>
          <a:bodyPr wrap="square">
            <a:spAutoFit/>
          </a:bodyPr>
          <a:lstStyle/>
          <a:p>
            <a:pPr>
              <a:lnSpc>
                <a:spcPts val="2200"/>
              </a:lnSpc>
            </a:pPr>
            <a:r>
              <a:rPr lang="en-US" altLang="zh-CN" sz="1400" b="1" dirty="0">
                <a:solidFill>
                  <a:srgbClr val="00B0F0"/>
                </a:solidFill>
                <a:latin typeface="微软雅黑" panose="020B0503020204020204" pitchFamily="34" charset="-122"/>
                <a:ea typeface="微软雅黑" panose="020B0503020204020204" pitchFamily="34" charset="-122"/>
              </a:rPr>
              <a:t>struct Name  #</a:t>
            </a:r>
            <a:r>
              <a:rPr lang="zh-CN" altLang="en-US" sz="1400" b="1" dirty="0">
                <a:solidFill>
                  <a:srgbClr val="00B0F0"/>
                </a:solidFill>
                <a:latin typeface="微软雅黑" panose="020B0503020204020204" pitchFamily="34" charset="-122"/>
                <a:ea typeface="微软雅黑" panose="020B0503020204020204" pitchFamily="34" charset="-122"/>
              </a:rPr>
              <a:t>不可变结构名字</a:t>
            </a:r>
            <a:endParaRPr lang="en-US" altLang="zh-CN" sz="1400" b="1" dirty="0">
              <a:solidFill>
                <a:srgbClr val="00B0F0"/>
              </a:solidFill>
              <a:latin typeface="微软雅黑" panose="020B0503020204020204" pitchFamily="34" charset="-122"/>
              <a:ea typeface="微软雅黑" panose="020B0503020204020204" pitchFamily="34" charset="-122"/>
            </a:endParaRPr>
          </a:p>
          <a:p>
            <a:pPr>
              <a:lnSpc>
                <a:spcPts val="2200"/>
              </a:lnSpc>
            </a:pPr>
            <a:r>
              <a:rPr lang="en-US" altLang="zh-CN" sz="1400" b="1" dirty="0">
                <a:solidFill>
                  <a:srgbClr val="00B0F0"/>
                </a:solidFill>
                <a:latin typeface="微软雅黑" panose="020B0503020204020204" pitchFamily="34" charset="-122"/>
                <a:ea typeface="微软雅黑" panose="020B0503020204020204" pitchFamily="34" charset="-122"/>
              </a:rPr>
              <a:t>    field1::Type   #</a:t>
            </a:r>
            <a:r>
              <a:rPr lang="zh-CN" altLang="en-US" sz="1400" b="1" dirty="0">
                <a:solidFill>
                  <a:srgbClr val="00B0F0"/>
                </a:solidFill>
                <a:latin typeface="微软雅黑" panose="020B0503020204020204" pitchFamily="34" charset="-122"/>
                <a:ea typeface="微软雅黑" panose="020B0503020204020204" pitchFamily="34" charset="-122"/>
              </a:rPr>
              <a:t>定义类型的字段</a:t>
            </a:r>
            <a:endParaRPr lang="en-US" altLang="zh-CN" sz="1400" b="1" dirty="0">
              <a:solidFill>
                <a:srgbClr val="00B0F0"/>
              </a:solidFill>
              <a:latin typeface="微软雅黑" panose="020B0503020204020204" pitchFamily="34" charset="-122"/>
              <a:ea typeface="微软雅黑" panose="020B0503020204020204" pitchFamily="34" charset="-122"/>
            </a:endParaRPr>
          </a:p>
          <a:p>
            <a:pPr>
              <a:lnSpc>
                <a:spcPts val="2200"/>
              </a:lnSpc>
            </a:pPr>
            <a:r>
              <a:rPr lang="en-US" altLang="zh-CN" sz="1400" b="1" dirty="0">
                <a:solidFill>
                  <a:srgbClr val="00B0F0"/>
                </a:solidFill>
                <a:latin typeface="微软雅黑" panose="020B0503020204020204" pitchFamily="34" charset="-122"/>
                <a:ea typeface="微软雅黑" panose="020B0503020204020204" pitchFamily="34" charset="-122"/>
              </a:rPr>
              <a:t>    field2::Type</a:t>
            </a:r>
          </a:p>
          <a:p>
            <a:pPr>
              <a:lnSpc>
                <a:spcPts val="2200"/>
              </a:lnSpc>
            </a:pPr>
            <a:r>
              <a:rPr lang="en-US" altLang="zh-CN" sz="1400" b="1" dirty="0">
                <a:solidFill>
                  <a:srgbClr val="00B0F0"/>
                </a:solidFill>
                <a:latin typeface="微软雅黑" panose="020B0503020204020204" pitchFamily="34" charset="-122"/>
                <a:ea typeface="微软雅黑" panose="020B0503020204020204" pitchFamily="34" charset="-122"/>
              </a:rPr>
              <a:t>    ...</a:t>
            </a:r>
          </a:p>
          <a:p>
            <a:pPr>
              <a:lnSpc>
                <a:spcPts val="2200"/>
              </a:lnSpc>
            </a:pPr>
            <a:r>
              <a:rPr lang="en-US" altLang="zh-CN" sz="1400" b="1" dirty="0">
                <a:solidFill>
                  <a:srgbClr val="00B0F0"/>
                </a:solidFill>
                <a:latin typeface="微软雅黑" panose="020B0503020204020204" pitchFamily="34" charset="-122"/>
                <a:ea typeface="微软雅黑" panose="020B0503020204020204" pitchFamily="34" charset="-122"/>
              </a:rPr>
              <a:t>end</a:t>
            </a:r>
            <a:endParaRPr lang="zh-CN" altLang="en-US" sz="1400" b="1" dirty="0">
              <a:solidFill>
                <a:srgbClr val="00B0F0"/>
              </a:solidFill>
              <a:latin typeface="微软雅黑" panose="020B0503020204020204" pitchFamily="34" charset="-122"/>
              <a:ea typeface="微软雅黑" panose="020B0503020204020204" pitchFamily="34" charset="-122"/>
            </a:endParaRPr>
          </a:p>
        </p:txBody>
      </p:sp>
      <p:sp>
        <p:nvSpPr>
          <p:cNvPr id="6" name="矩形 5">
            <a:extLst>
              <a:ext uri="{FF2B5EF4-FFF2-40B4-BE49-F238E27FC236}">
                <a16:creationId xmlns:a16="http://schemas.microsoft.com/office/drawing/2014/main" id="{FA30BEC9-E3C9-4BCD-A3E4-C6497EC32B36}"/>
              </a:ext>
            </a:extLst>
          </p:cNvPr>
          <p:cNvSpPr/>
          <p:nvPr/>
        </p:nvSpPr>
        <p:spPr>
          <a:xfrm>
            <a:off x="823150" y="3778772"/>
            <a:ext cx="2928265" cy="307777"/>
          </a:xfrm>
          <a:prstGeom prst="rect">
            <a:avLst/>
          </a:prstGeom>
          <a:solidFill>
            <a:srgbClr val="0070C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p>
            <a:r>
              <a:rPr lang="zh-CN" altLang="en-US" sz="1400" b="1" dirty="0">
                <a:solidFill>
                  <a:schemeClr val="bg1"/>
                </a:solidFill>
                <a:latin typeface="Times New Roman" panose="02020603050405020304" pitchFamily="18" charset="0"/>
                <a:cs typeface="Times New Roman" panose="02020603050405020304" pitchFamily="18" charset="0"/>
              </a:rPr>
              <a:t>结构数组</a:t>
            </a:r>
            <a:r>
              <a:rPr lang="en-US" altLang="zh-CN" sz="1400" b="1" dirty="0">
                <a:solidFill>
                  <a:schemeClr val="bg1"/>
                </a:solidFill>
                <a:latin typeface="Times New Roman" panose="02020603050405020304" pitchFamily="18" charset="0"/>
                <a:cs typeface="Times New Roman" panose="02020603050405020304" pitchFamily="18" charset="0"/>
              </a:rPr>
              <a:t>=Name(value1,value2,…)</a:t>
            </a:r>
            <a:endParaRPr lang="zh-CN" altLang="en-US" sz="1400" b="1" dirty="0">
              <a:solidFill>
                <a:schemeClr val="bg1"/>
              </a:solidFill>
              <a:latin typeface="Times New Roman" panose="02020603050405020304" pitchFamily="18" charset="0"/>
              <a:cs typeface="Times New Roman" panose="02020603050405020304" pitchFamily="18" charset="0"/>
            </a:endParaRPr>
          </a:p>
        </p:txBody>
      </p:sp>
      <p:sp>
        <p:nvSpPr>
          <p:cNvPr id="7" name="内容占位符 2">
            <a:extLst>
              <a:ext uri="{FF2B5EF4-FFF2-40B4-BE49-F238E27FC236}">
                <a16:creationId xmlns:a16="http://schemas.microsoft.com/office/drawing/2014/main" id="{3D32AFCE-23BD-41E9-8A16-6D0098680273}"/>
              </a:ext>
            </a:extLst>
          </p:cNvPr>
          <p:cNvSpPr txBox="1">
            <a:spLocks/>
          </p:cNvSpPr>
          <p:nvPr/>
        </p:nvSpPr>
        <p:spPr bwMode="auto">
          <a:xfrm>
            <a:off x="293141" y="1063473"/>
            <a:ext cx="3699914" cy="615168"/>
          </a:xfrm>
          <a:prstGeom prst="rect">
            <a:avLst/>
          </a:prstGeom>
          <a:noFill/>
          <a:ln w="9525">
            <a:noFill/>
            <a:miter lim="800000"/>
            <a:headEnd/>
            <a:tailEnd/>
          </a:ln>
        </p:spPr>
        <p:txBody>
          <a:bodyPr vert="horz" wrap="square" lIns="91440" tIns="45720" rIns="91440" bIns="45720" numCol="1" anchor="t" anchorCtr="0" compatLnSpc="1">
            <a:prstTxWarp prst="textNoShape">
              <a:avLst/>
            </a:prstTxWarp>
            <a:spAutoFit/>
          </a:bodyPr>
          <a:lstStyle>
            <a:lvl1pPr marL="177800" indent="-177800" algn="l" rtl="0" eaLnBrk="0" fontAlgn="base" hangingPunct="0">
              <a:lnSpc>
                <a:spcPct val="110000"/>
              </a:lnSpc>
              <a:spcBef>
                <a:spcPct val="0"/>
              </a:spcBef>
              <a:spcAft>
                <a:spcPct val="0"/>
              </a:spcAft>
              <a:buFont typeface="Wingdings" panose="05000000000000000000" pitchFamily="2" charset="2"/>
              <a:buChar char="Ø"/>
              <a:defRPr sz="2800" b="0">
                <a:solidFill>
                  <a:srgbClr val="002060"/>
                </a:solidFill>
                <a:latin typeface="华文楷体" panose="02010600040101010101" pitchFamily="2" charset="-122"/>
                <a:ea typeface="华文楷体" panose="02010600040101010101" pitchFamily="2" charset="-122"/>
                <a:cs typeface="+mn-cs"/>
              </a:defRPr>
            </a:lvl1pPr>
            <a:lvl2pPr marL="635000" indent="-177800" algn="l" rtl="0" eaLnBrk="0" fontAlgn="base" hangingPunct="0">
              <a:lnSpc>
                <a:spcPct val="110000"/>
              </a:lnSpc>
              <a:spcBef>
                <a:spcPct val="0"/>
              </a:spcBef>
              <a:spcAft>
                <a:spcPct val="0"/>
              </a:spcAft>
              <a:buFont typeface="Wingdings" panose="05000000000000000000" pitchFamily="2" charset="2"/>
              <a:buChar char="Ø"/>
              <a:defRPr sz="2400" b="0">
                <a:solidFill>
                  <a:srgbClr val="002060"/>
                </a:solidFill>
                <a:latin typeface="华文楷体" panose="02010600040101010101" pitchFamily="2" charset="-122"/>
                <a:ea typeface="华文楷体" panose="02010600040101010101" pitchFamily="2" charset="-122"/>
              </a:defRPr>
            </a:lvl2pPr>
            <a:lvl3pPr marL="1092200" indent="-177800" algn="l" rtl="0" eaLnBrk="0" fontAlgn="base" hangingPunct="0">
              <a:lnSpc>
                <a:spcPct val="110000"/>
              </a:lnSpc>
              <a:spcBef>
                <a:spcPct val="0"/>
              </a:spcBef>
              <a:spcAft>
                <a:spcPct val="0"/>
              </a:spcAft>
              <a:buFont typeface="Wingdings" panose="05000000000000000000" pitchFamily="2" charset="2"/>
              <a:buChar char="Ø"/>
              <a:defRPr sz="2400" b="0">
                <a:solidFill>
                  <a:srgbClr val="002060"/>
                </a:solidFill>
                <a:latin typeface="华文楷体" panose="02010600040101010101" pitchFamily="2" charset="-122"/>
                <a:ea typeface="华文楷体" panose="02010600040101010101" pitchFamily="2" charset="-122"/>
              </a:defRPr>
            </a:lvl3pPr>
            <a:lvl4pPr marL="1549400" indent="-177800" algn="l" rtl="0" eaLnBrk="0" fontAlgn="base" hangingPunct="0">
              <a:lnSpc>
                <a:spcPct val="110000"/>
              </a:lnSpc>
              <a:spcBef>
                <a:spcPct val="0"/>
              </a:spcBef>
              <a:spcAft>
                <a:spcPct val="0"/>
              </a:spcAft>
              <a:buFont typeface="Wingdings" panose="05000000000000000000" pitchFamily="2" charset="2"/>
              <a:buChar char="Ø"/>
              <a:defRPr sz="2000" b="0">
                <a:solidFill>
                  <a:srgbClr val="002060"/>
                </a:solidFill>
                <a:latin typeface="华文楷体" panose="02010600040101010101" pitchFamily="2" charset="-122"/>
                <a:ea typeface="华文楷体" panose="02010600040101010101" pitchFamily="2" charset="-122"/>
              </a:defRPr>
            </a:lvl4pPr>
            <a:lvl5pPr marL="2006600" indent="-177800" algn="l" rtl="0" eaLnBrk="0" fontAlgn="base" hangingPunct="0">
              <a:lnSpc>
                <a:spcPct val="110000"/>
              </a:lnSpc>
              <a:spcBef>
                <a:spcPct val="0"/>
              </a:spcBef>
              <a:spcAft>
                <a:spcPct val="0"/>
              </a:spcAft>
              <a:buFont typeface="Wingdings" panose="05000000000000000000" pitchFamily="2" charset="2"/>
              <a:buChar char="Ø"/>
              <a:defRPr sz="2000" b="0">
                <a:solidFill>
                  <a:srgbClr val="002060"/>
                </a:solidFill>
                <a:latin typeface="华文楷体" panose="02010600040101010101" pitchFamily="2" charset="-122"/>
                <a:ea typeface="华文楷体" panose="02010600040101010101" pitchFamily="2" charset="-122"/>
              </a:defRPr>
            </a:lvl5pPr>
            <a:lvl6pPr marL="2463800" indent="-177800" algn="l" rtl="0" eaLnBrk="1" fontAlgn="base" hangingPunct="1">
              <a:lnSpc>
                <a:spcPct val="110000"/>
              </a:lnSpc>
              <a:spcBef>
                <a:spcPct val="0"/>
              </a:spcBef>
              <a:spcAft>
                <a:spcPct val="0"/>
              </a:spcAft>
              <a:buChar char="•"/>
              <a:defRPr b="1">
                <a:solidFill>
                  <a:srgbClr val="002E5C"/>
                </a:solidFill>
                <a:latin typeface="+mn-lt"/>
              </a:defRPr>
            </a:lvl6pPr>
            <a:lvl7pPr marL="2921000" indent="-177800" algn="l" rtl="0" eaLnBrk="1" fontAlgn="base" hangingPunct="1">
              <a:lnSpc>
                <a:spcPct val="110000"/>
              </a:lnSpc>
              <a:spcBef>
                <a:spcPct val="0"/>
              </a:spcBef>
              <a:spcAft>
                <a:spcPct val="0"/>
              </a:spcAft>
              <a:buChar char="•"/>
              <a:defRPr b="1">
                <a:solidFill>
                  <a:srgbClr val="002E5C"/>
                </a:solidFill>
                <a:latin typeface="+mn-lt"/>
              </a:defRPr>
            </a:lvl7pPr>
            <a:lvl8pPr marL="3378200" indent="-177800" algn="l" rtl="0" eaLnBrk="1" fontAlgn="base" hangingPunct="1">
              <a:lnSpc>
                <a:spcPct val="110000"/>
              </a:lnSpc>
              <a:spcBef>
                <a:spcPct val="0"/>
              </a:spcBef>
              <a:spcAft>
                <a:spcPct val="0"/>
              </a:spcAft>
              <a:buChar char="•"/>
              <a:defRPr b="1">
                <a:solidFill>
                  <a:srgbClr val="002E5C"/>
                </a:solidFill>
                <a:latin typeface="+mn-lt"/>
              </a:defRPr>
            </a:lvl8pPr>
            <a:lvl9pPr marL="3835400" indent="-177800" algn="l" rtl="0" eaLnBrk="1" fontAlgn="base" hangingPunct="1">
              <a:lnSpc>
                <a:spcPct val="110000"/>
              </a:lnSpc>
              <a:spcBef>
                <a:spcPct val="0"/>
              </a:spcBef>
              <a:spcAft>
                <a:spcPct val="0"/>
              </a:spcAft>
              <a:buChar char="•"/>
              <a:defRPr b="1">
                <a:solidFill>
                  <a:srgbClr val="002E5C"/>
                </a:solidFill>
                <a:latin typeface="+mn-lt"/>
              </a:defRPr>
            </a:lvl9pPr>
          </a:lstStyle>
          <a:p>
            <a:pPr marL="457200" indent="-457200">
              <a:buFont typeface="+mj-ea"/>
              <a:buAutoNum type="circleNumDbPlain"/>
            </a:pPr>
            <a:r>
              <a:rPr lang="en-US" altLang="zh-CN" sz="1600" b="1" kern="0" dirty="0">
                <a:solidFill>
                  <a:srgbClr val="0070C0"/>
                </a:solidFill>
                <a:latin typeface="微软雅黑" panose="020B0503020204020204" pitchFamily="34" charset="-122"/>
                <a:ea typeface="微软雅黑" panose="020B0503020204020204" pitchFamily="34" charset="-122"/>
              </a:rPr>
              <a:t>struct</a:t>
            </a:r>
            <a:r>
              <a:rPr lang="zh-CN" altLang="en-US" sz="1600" b="1" kern="0" dirty="0">
                <a:solidFill>
                  <a:srgbClr val="0070C0"/>
                </a:solidFill>
                <a:latin typeface="微软雅黑" panose="020B0503020204020204" pitchFamily="34" charset="-122"/>
                <a:ea typeface="微软雅黑" panose="020B0503020204020204" pitchFamily="34" charset="-122"/>
              </a:rPr>
              <a:t>定义字段名</a:t>
            </a:r>
            <a:r>
              <a:rPr lang="zh-CN" altLang="zh-CN" sz="1600" b="1" kern="0" dirty="0">
                <a:solidFill>
                  <a:srgbClr val="0070C0"/>
                </a:solidFill>
                <a:latin typeface="微软雅黑" panose="020B0503020204020204" pitchFamily="34" charset="-122"/>
                <a:ea typeface="微软雅黑" panose="020B0503020204020204" pitchFamily="34" charset="-122"/>
              </a:rPr>
              <a:t>field</a:t>
            </a:r>
            <a:r>
              <a:rPr lang="en-US" altLang="zh-CN" sz="1600" b="1" kern="0" dirty="0">
                <a:solidFill>
                  <a:srgbClr val="0070C0"/>
                </a:solidFill>
                <a:latin typeface="微软雅黑" panose="020B0503020204020204" pitchFamily="34" charset="-122"/>
                <a:ea typeface="微软雅黑" panose="020B0503020204020204" pitchFamily="34" charset="-122"/>
              </a:rPr>
              <a:t>,</a:t>
            </a:r>
          </a:p>
          <a:p>
            <a:pPr marL="0" indent="0">
              <a:buNone/>
            </a:pPr>
            <a:r>
              <a:rPr lang="zh-CN" altLang="en-US" sz="1600" b="1" kern="0" dirty="0">
                <a:solidFill>
                  <a:srgbClr val="0070C0"/>
                </a:solidFill>
                <a:latin typeface="微软雅黑" panose="020B0503020204020204" pitchFamily="34" charset="-122"/>
                <a:ea typeface="微软雅黑" panose="020B0503020204020204" pitchFamily="34" charset="-122"/>
              </a:rPr>
              <a:t>       建立结构体</a:t>
            </a:r>
            <a:r>
              <a:rPr lang="en-US" altLang="zh-CN" sz="1600" b="1" kern="0" dirty="0">
                <a:solidFill>
                  <a:srgbClr val="0070C0"/>
                </a:solidFill>
                <a:latin typeface="微软雅黑" panose="020B0503020204020204" pitchFamily="34" charset="-122"/>
                <a:ea typeface="微软雅黑" panose="020B0503020204020204" pitchFamily="34" charset="-122"/>
              </a:rPr>
              <a:t>Name</a:t>
            </a:r>
          </a:p>
        </p:txBody>
      </p:sp>
      <p:sp>
        <p:nvSpPr>
          <p:cNvPr id="8" name="内容占位符 2">
            <a:extLst>
              <a:ext uri="{FF2B5EF4-FFF2-40B4-BE49-F238E27FC236}">
                <a16:creationId xmlns:a16="http://schemas.microsoft.com/office/drawing/2014/main" id="{87DAA579-52F6-4CC1-8A8C-CEBD307F0369}"/>
              </a:ext>
            </a:extLst>
          </p:cNvPr>
          <p:cNvSpPr txBox="1">
            <a:spLocks/>
          </p:cNvSpPr>
          <p:nvPr/>
        </p:nvSpPr>
        <p:spPr bwMode="auto">
          <a:xfrm>
            <a:off x="251520" y="3121639"/>
            <a:ext cx="3600400" cy="615168"/>
          </a:xfrm>
          <a:prstGeom prst="rect">
            <a:avLst/>
          </a:prstGeom>
          <a:noFill/>
          <a:ln w="9525">
            <a:noFill/>
            <a:miter lim="800000"/>
            <a:headEnd/>
            <a:tailEnd/>
          </a:ln>
        </p:spPr>
        <p:txBody>
          <a:bodyPr vert="horz" wrap="square" lIns="91440" tIns="45720" rIns="91440" bIns="45720" numCol="1" anchor="t" anchorCtr="0" compatLnSpc="1">
            <a:prstTxWarp prst="textNoShape">
              <a:avLst/>
            </a:prstTxWarp>
            <a:spAutoFit/>
          </a:bodyPr>
          <a:lstStyle>
            <a:lvl1pPr marL="177800" indent="-177800" algn="l" rtl="0" eaLnBrk="0" fontAlgn="base" hangingPunct="0">
              <a:lnSpc>
                <a:spcPct val="110000"/>
              </a:lnSpc>
              <a:spcBef>
                <a:spcPct val="0"/>
              </a:spcBef>
              <a:spcAft>
                <a:spcPct val="0"/>
              </a:spcAft>
              <a:buFont typeface="Wingdings" panose="05000000000000000000" pitchFamily="2" charset="2"/>
              <a:buChar char="Ø"/>
              <a:defRPr sz="2800" b="0">
                <a:solidFill>
                  <a:srgbClr val="002060"/>
                </a:solidFill>
                <a:latin typeface="华文楷体" panose="02010600040101010101" pitchFamily="2" charset="-122"/>
                <a:ea typeface="华文楷体" panose="02010600040101010101" pitchFamily="2" charset="-122"/>
                <a:cs typeface="+mn-cs"/>
              </a:defRPr>
            </a:lvl1pPr>
            <a:lvl2pPr marL="635000" indent="-177800" algn="l" rtl="0" eaLnBrk="0" fontAlgn="base" hangingPunct="0">
              <a:lnSpc>
                <a:spcPct val="110000"/>
              </a:lnSpc>
              <a:spcBef>
                <a:spcPct val="0"/>
              </a:spcBef>
              <a:spcAft>
                <a:spcPct val="0"/>
              </a:spcAft>
              <a:buFont typeface="Wingdings" panose="05000000000000000000" pitchFamily="2" charset="2"/>
              <a:buChar char="Ø"/>
              <a:defRPr sz="2400" b="0">
                <a:solidFill>
                  <a:srgbClr val="002060"/>
                </a:solidFill>
                <a:latin typeface="华文楷体" panose="02010600040101010101" pitchFamily="2" charset="-122"/>
                <a:ea typeface="华文楷体" panose="02010600040101010101" pitchFamily="2" charset="-122"/>
              </a:defRPr>
            </a:lvl2pPr>
            <a:lvl3pPr marL="1092200" indent="-177800" algn="l" rtl="0" eaLnBrk="0" fontAlgn="base" hangingPunct="0">
              <a:lnSpc>
                <a:spcPct val="110000"/>
              </a:lnSpc>
              <a:spcBef>
                <a:spcPct val="0"/>
              </a:spcBef>
              <a:spcAft>
                <a:spcPct val="0"/>
              </a:spcAft>
              <a:buFont typeface="Wingdings" panose="05000000000000000000" pitchFamily="2" charset="2"/>
              <a:buChar char="Ø"/>
              <a:defRPr sz="2400" b="0">
                <a:solidFill>
                  <a:srgbClr val="002060"/>
                </a:solidFill>
                <a:latin typeface="华文楷体" panose="02010600040101010101" pitchFamily="2" charset="-122"/>
                <a:ea typeface="华文楷体" panose="02010600040101010101" pitchFamily="2" charset="-122"/>
              </a:defRPr>
            </a:lvl3pPr>
            <a:lvl4pPr marL="1549400" indent="-177800" algn="l" rtl="0" eaLnBrk="0" fontAlgn="base" hangingPunct="0">
              <a:lnSpc>
                <a:spcPct val="110000"/>
              </a:lnSpc>
              <a:spcBef>
                <a:spcPct val="0"/>
              </a:spcBef>
              <a:spcAft>
                <a:spcPct val="0"/>
              </a:spcAft>
              <a:buFont typeface="Wingdings" panose="05000000000000000000" pitchFamily="2" charset="2"/>
              <a:buChar char="Ø"/>
              <a:defRPr sz="2000" b="0">
                <a:solidFill>
                  <a:srgbClr val="002060"/>
                </a:solidFill>
                <a:latin typeface="华文楷体" panose="02010600040101010101" pitchFamily="2" charset="-122"/>
                <a:ea typeface="华文楷体" panose="02010600040101010101" pitchFamily="2" charset="-122"/>
              </a:defRPr>
            </a:lvl4pPr>
            <a:lvl5pPr marL="2006600" indent="-177800" algn="l" rtl="0" eaLnBrk="0" fontAlgn="base" hangingPunct="0">
              <a:lnSpc>
                <a:spcPct val="110000"/>
              </a:lnSpc>
              <a:spcBef>
                <a:spcPct val="0"/>
              </a:spcBef>
              <a:spcAft>
                <a:spcPct val="0"/>
              </a:spcAft>
              <a:buFont typeface="Wingdings" panose="05000000000000000000" pitchFamily="2" charset="2"/>
              <a:buChar char="Ø"/>
              <a:defRPr sz="2000" b="0">
                <a:solidFill>
                  <a:srgbClr val="002060"/>
                </a:solidFill>
                <a:latin typeface="华文楷体" panose="02010600040101010101" pitchFamily="2" charset="-122"/>
                <a:ea typeface="华文楷体" panose="02010600040101010101" pitchFamily="2" charset="-122"/>
              </a:defRPr>
            </a:lvl5pPr>
            <a:lvl6pPr marL="2463800" indent="-177800" algn="l" rtl="0" eaLnBrk="1" fontAlgn="base" hangingPunct="1">
              <a:lnSpc>
                <a:spcPct val="110000"/>
              </a:lnSpc>
              <a:spcBef>
                <a:spcPct val="0"/>
              </a:spcBef>
              <a:spcAft>
                <a:spcPct val="0"/>
              </a:spcAft>
              <a:buChar char="•"/>
              <a:defRPr b="1">
                <a:solidFill>
                  <a:srgbClr val="002E5C"/>
                </a:solidFill>
                <a:latin typeface="+mn-lt"/>
              </a:defRPr>
            </a:lvl6pPr>
            <a:lvl7pPr marL="2921000" indent="-177800" algn="l" rtl="0" eaLnBrk="1" fontAlgn="base" hangingPunct="1">
              <a:lnSpc>
                <a:spcPct val="110000"/>
              </a:lnSpc>
              <a:spcBef>
                <a:spcPct val="0"/>
              </a:spcBef>
              <a:spcAft>
                <a:spcPct val="0"/>
              </a:spcAft>
              <a:buChar char="•"/>
              <a:defRPr b="1">
                <a:solidFill>
                  <a:srgbClr val="002E5C"/>
                </a:solidFill>
                <a:latin typeface="+mn-lt"/>
              </a:defRPr>
            </a:lvl7pPr>
            <a:lvl8pPr marL="3378200" indent="-177800" algn="l" rtl="0" eaLnBrk="1" fontAlgn="base" hangingPunct="1">
              <a:lnSpc>
                <a:spcPct val="110000"/>
              </a:lnSpc>
              <a:spcBef>
                <a:spcPct val="0"/>
              </a:spcBef>
              <a:spcAft>
                <a:spcPct val="0"/>
              </a:spcAft>
              <a:buChar char="•"/>
              <a:defRPr b="1">
                <a:solidFill>
                  <a:srgbClr val="002E5C"/>
                </a:solidFill>
                <a:latin typeface="+mn-lt"/>
              </a:defRPr>
            </a:lvl8pPr>
            <a:lvl9pPr marL="3835400" indent="-177800" algn="l" rtl="0" eaLnBrk="1" fontAlgn="base" hangingPunct="1">
              <a:lnSpc>
                <a:spcPct val="110000"/>
              </a:lnSpc>
              <a:spcBef>
                <a:spcPct val="0"/>
              </a:spcBef>
              <a:spcAft>
                <a:spcPct val="0"/>
              </a:spcAft>
              <a:buChar char="•"/>
              <a:defRPr b="1">
                <a:solidFill>
                  <a:srgbClr val="002E5C"/>
                </a:solidFill>
                <a:latin typeface="+mn-lt"/>
              </a:defRPr>
            </a:lvl9pPr>
          </a:lstStyle>
          <a:p>
            <a:pPr marL="457200" indent="-457200">
              <a:buFont typeface="+mj-ea"/>
              <a:buAutoNum type="circleNumDbPlain" startAt="2"/>
            </a:pPr>
            <a:r>
              <a:rPr lang="zh-CN" altLang="en-US" sz="1600" b="1" kern="0" dirty="0">
                <a:solidFill>
                  <a:srgbClr val="0070C0"/>
                </a:solidFill>
                <a:latin typeface="微软雅黑" panose="020B0503020204020204" pitchFamily="34" charset="-122"/>
                <a:ea typeface="微软雅黑" panose="020B0503020204020204" pitchFamily="34" charset="-122"/>
              </a:rPr>
              <a:t>对结构体</a:t>
            </a:r>
            <a:r>
              <a:rPr lang="en-US" altLang="zh-CN" sz="1600" b="1" kern="0" dirty="0">
                <a:solidFill>
                  <a:srgbClr val="0070C0"/>
                </a:solidFill>
                <a:latin typeface="微软雅黑" panose="020B0503020204020204" pitchFamily="34" charset="-122"/>
                <a:ea typeface="微软雅黑" panose="020B0503020204020204" pitchFamily="34" charset="-122"/>
              </a:rPr>
              <a:t>Name</a:t>
            </a:r>
            <a:r>
              <a:rPr lang="zh-CN" altLang="en-US" sz="1600" b="1" kern="0" dirty="0">
                <a:solidFill>
                  <a:srgbClr val="0070C0"/>
                </a:solidFill>
                <a:latin typeface="微软雅黑" panose="020B0503020204020204" pitchFamily="34" charset="-122"/>
                <a:ea typeface="微软雅黑" panose="020B0503020204020204" pitchFamily="34" charset="-122"/>
              </a:rPr>
              <a:t>字段赋值</a:t>
            </a:r>
            <a:r>
              <a:rPr lang="en-US" altLang="zh-CN" sz="1600" b="1" kern="0" dirty="0">
                <a:solidFill>
                  <a:srgbClr val="0070C0"/>
                </a:solidFill>
                <a:latin typeface="微软雅黑" panose="020B0503020204020204" pitchFamily="34" charset="-122"/>
                <a:ea typeface="微软雅黑" panose="020B0503020204020204" pitchFamily="34" charset="-122"/>
              </a:rPr>
              <a:t>value, </a:t>
            </a:r>
          </a:p>
          <a:p>
            <a:pPr marL="0" indent="0">
              <a:buNone/>
            </a:pPr>
            <a:r>
              <a:rPr lang="en-US" altLang="zh-CN" sz="1600" b="1" kern="0" dirty="0">
                <a:solidFill>
                  <a:srgbClr val="0070C0"/>
                </a:solidFill>
                <a:latin typeface="微软雅黑" panose="020B0503020204020204" pitchFamily="34" charset="-122"/>
                <a:ea typeface="微软雅黑" panose="020B0503020204020204" pitchFamily="34" charset="-122"/>
              </a:rPr>
              <a:t>       </a:t>
            </a:r>
            <a:r>
              <a:rPr lang="zh-CN" altLang="en-US" sz="1600" b="1" kern="0" dirty="0">
                <a:solidFill>
                  <a:srgbClr val="0070C0"/>
                </a:solidFill>
                <a:latin typeface="微软雅黑" panose="020B0503020204020204" pitchFamily="34" charset="-122"/>
                <a:ea typeface="微软雅黑" panose="020B0503020204020204" pitchFamily="34" charset="-122"/>
              </a:rPr>
              <a:t>创建结构体数组实体</a:t>
            </a:r>
            <a:r>
              <a:rPr lang="en-US" altLang="zh-CN" sz="1600" b="1" kern="0" dirty="0">
                <a:solidFill>
                  <a:srgbClr val="0070C0"/>
                </a:solidFill>
                <a:latin typeface="微软雅黑" panose="020B0503020204020204" pitchFamily="34" charset="-122"/>
                <a:ea typeface="微软雅黑" panose="020B0503020204020204" pitchFamily="34" charset="-122"/>
              </a:rPr>
              <a:t>ss </a:t>
            </a:r>
            <a:endParaRPr lang="zh-CN" altLang="en-US" sz="1600" b="1" kern="0" dirty="0">
              <a:solidFill>
                <a:srgbClr val="0070C0"/>
              </a:solidFill>
              <a:latin typeface="微软雅黑" panose="020B0503020204020204" pitchFamily="34" charset="-122"/>
              <a:ea typeface="微软雅黑" panose="020B0503020204020204" pitchFamily="34" charset="-122"/>
            </a:endParaRPr>
          </a:p>
        </p:txBody>
      </p:sp>
      <p:sp>
        <p:nvSpPr>
          <p:cNvPr id="9" name="矩形 8">
            <a:extLst>
              <a:ext uri="{FF2B5EF4-FFF2-40B4-BE49-F238E27FC236}">
                <a16:creationId xmlns:a16="http://schemas.microsoft.com/office/drawing/2014/main" id="{41C079A0-0FCB-4FE7-A4B4-551CD6C0595B}"/>
              </a:ext>
            </a:extLst>
          </p:cNvPr>
          <p:cNvSpPr/>
          <p:nvPr/>
        </p:nvSpPr>
        <p:spPr>
          <a:xfrm>
            <a:off x="2105040" y="4247380"/>
            <a:ext cx="1746880" cy="306139"/>
          </a:xfrm>
          <a:prstGeom prst="rect">
            <a:avLst/>
          </a:prstGeom>
          <a:solidFill>
            <a:srgbClr val="FF000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p>
            <a:r>
              <a:rPr lang="zh-CN" altLang="en-US" sz="1400" b="1" dirty="0">
                <a:solidFill>
                  <a:schemeClr val="bg1"/>
                </a:solidFill>
                <a:latin typeface="Times New Roman" panose="02020603050405020304" pitchFamily="18" charset="0"/>
                <a:cs typeface="Times New Roman" panose="02020603050405020304" pitchFamily="18" charset="0"/>
              </a:rPr>
              <a:t>结构数组名</a:t>
            </a:r>
            <a:r>
              <a:rPr lang="en-US" altLang="zh-CN" sz="1400" b="1" dirty="0">
                <a:solidFill>
                  <a:schemeClr val="bg1"/>
                </a:solidFill>
                <a:latin typeface="Times New Roman" panose="02020603050405020304" pitchFamily="18" charset="0"/>
                <a:cs typeface="Times New Roman" panose="02020603050405020304" pitchFamily="18" charset="0"/>
              </a:rPr>
              <a:t>.</a:t>
            </a:r>
            <a:r>
              <a:rPr lang="zh-CN" altLang="en-US" sz="1400" b="1" dirty="0">
                <a:solidFill>
                  <a:schemeClr val="bg1"/>
                </a:solidFill>
                <a:latin typeface="Times New Roman" panose="02020603050405020304" pitchFamily="18" charset="0"/>
                <a:cs typeface="Times New Roman" panose="02020603050405020304" pitchFamily="18" charset="0"/>
              </a:rPr>
              <a:t>字段名</a:t>
            </a:r>
          </a:p>
        </p:txBody>
      </p:sp>
      <p:sp>
        <p:nvSpPr>
          <p:cNvPr id="11" name="矩形 10">
            <a:extLst>
              <a:ext uri="{FF2B5EF4-FFF2-40B4-BE49-F238E27FC236}">
                <a16:creationId xmlns:a16="http://schemas.microsoft.com/office/drawing/2014/main" id="{11190F9F-725D-4ADE-AE28-066333853F62}"/>
              </a:ext>
            </a:extLst>
          </p:cNvPr>
          <p:cNvSpPr/>
          <p:nvPr/>
        </p:nvSpPr>
        <p:spPr>
          <a:xfrm>
            <a:off x="251520" y="4214965"/>
            <a:ext cx="2189244" cy="375809"/>
          </a:xfrm>
          <a:prstGeom prst="rect">
            <a:avLst/>
          </a:prstGeom>
          <a:noFill/>
          <a:ln w="9525">
            <a:noFill/>
            <a:miter lim="800000"/>
            <a:headEnd/>
            <a:tailEnd/>
          </a:ln>
        </p:spPr>
        <p:txBody>
          <a:bodyPr vert="horz" wrap="square" lIns="91440" tIns="45720" rIns="91440" bIns="45720" numCol="1" anchor="t" anchorCtr="0" compatLnSpc="1">
            <a:prstTxWarp prst="textNoShape">
              <a:avLst/>
            </a:prstTxWarp>
            <a:spAutoFit/>
          </a:bodyPr>
          <a:lstStyle/>
          <a:p>
            <a:pPr marL="457200" indent="-457200" eaLnBrk="0" hangingPunct="0">
              <a:lnSpc>
                <a:spcPct val="110000"/>
              </a:lnSpc>
              <a:buFont typeface="+mj-ea"/>
              <a:buAutoNum type="circleNumDbPlain" startAt="3"/>
            </a:pPr>
            <a:r>
              <a:rPr lang="zh-CN" altLang="en-US" b="1" kern="0" dirty="0">
                <a:solidFill>
                  <a:srgbClr val="0070C0"/>
                </a:solidFill>
                <a:latin typeface="微软雅黑" panose="020B0503020204020204" pitchFamily="34" charset="-122"/>
                <a:ea typeface="微软雅黑" panose="020B0503020204020204" pitchFamily="34" charset="-122"/>
              </a:rPr>
              <a:t>访问和修改</a:t>
            </a:r>
          </a:p>
        </p:txBody>
      </p:sp>
      <p:sp>
        <p:nvSpPr>
          <p:cNvPr id="14" name="标题 1">
            <a:extLst>
              <a:ext uri="{FF2B5EF4-FFF2-40B4-BE49-F238E27FC236}">
                <a16:creationId xmlns:a16="http://schemas.microsoft.com/office/drawing/2014/main" id="{D11AC738-FB8C-4216-8349-8F05E4DB10A6}"/>
              </a:ext>
            </a:extLst>
          </p:cNvPr>
          <p:cNvSpPr txBox="1">
            <a:spLocks/>
          </p:cNvSpPr>
          <p:nvPr/>
        </p:nvSpPr>
        <p:spPr bwMode="auto">
          <a:xfrm>
            <a:off x="823150" y="283479"/>
            <a:ext cx="7624390" cy="301378"/>
          </a:xfrm>
          <a:prstGeom prst="rect">
            <a:avLst/>
          </a:prstGeom>
          <a:noFill/>
          <a:ln w="9525">
            <a:noFill/>
            <a:miter lim="800000"/>
            <a:headEnd/>
            <a:tailEnd/>
          </a:ln>
        </p:spPr>
        <p:txBody>
          <a:bodyPr vert="horz" wrap="none" lIns="91440" tIns="45720" rIns="91440" bIns="45720" numCol="1" anchor="b" anchorCtr="0" compatLnSpc="1">
            <a:prstTxWarp prst="textNoShape">
              <a:avLst/>
            </a:prstTxWarp>
          </a:bodyPr>
          <a:lstStyle>
            <a:lvl1pPr algn="l" rtl="0" eaLnBrk="0" fontAlgn="base" hangingPunct="0">
              <a:lnSpc>
                <a:spcPct val="85000"/>
              </a:lnSpc>
              <a:spcBef>
                <a:spcPct val="0"/>
              </a:spcBef>
              <a:spcAft>
                <a:spcPct val="0"/>
              </a:spcAft>
              <a:defRPr sz="3200" b="0">
                <a:solidFill>
                  <a:srgbClr val="002060"/>
                </a:solidFill>
                <a:latin typeface="华文楷体" panose="02010600040101010101" pitchFamily="2" charset="-122"/>
                <a:ea typeface="华文楷体" panose="02010600040101010101" pitchFamily="2" charset="-122"/>
                <a:cs typeface="+mj-cs"/>
              </a:defRPr>
            </a:lvl1pPr>
            <a:lvl2pPr algn="l" rtl="0" eaLnBrk="0" fontAlgn="base" hangingPunct="0">
              <a:lnSpc>
                <a:spcPct val="85000"/>
              </a:lnSpc>
              <a:spcBef>
                <a:spcPct val="0"/>
              </a:spcBef>
              <a:spcAft>
                <a:spcPct val="0"/>
              </a:spcAft>
              <a:defRPr sz="3400" b="1">
                <a:solidFill>
                  <a:srgbClr val="002E5C"/>
                </a:solidFill>
                <a:latin typeface="Helvetica" pitchFamily="34" charset="0"/>
              </a:defRPr>
            </a:lvl2pPr>
            <a:lvl3pPr algn="l" rtl="0" eaLnBrk="0" fontAlgn="base" hangingPunct="0">
              <a:lnSpc>
                <a:spcPct val="85000"/>
              </a:lnSpc>
              <a:spcBef>
                <a:spcPct val="0"/>
              </a:spcBef>
              <a:spcAft>
                <a:spcPct val="0"/>
              </a:spcAft>
              <a:defRPr sz="3400" b="1">
                <a:solidFill>
                  <a:srgbClr val="002E5C"/>
                </a:solidFill>
                <a:latin typeface="Helvetica" pitchFamily="34" charset="0"/>
              </a:defRPr>
            </a:lvl3pPr>
            <a:lvl4pPr algn="l" rtl="0" eaLnBrk="0" fontAlgn="base" hangingPunct="0">
              <a:lnSpc>
                <a:spcPct val="85000"/>
              </a:lnSpc>
              <a:spcBef>
                <a:spcPct val="0"/>
              </a:spcBef>
              <a:spcAft>
                <a:spcPct val="0"/>
              </a:spcAft>
              <a:defRPr sz="3400" b="1">
                <a:solidFill>
                  <a:srgbClr val="002E5C"/>
                </a:solidFill>
                <a:latin typeface="Helvetica" pitchFamily="34" charset="0"/>
              </a:defRPr>
            </a:lvl4pPr>
            <a:lvl5pPr algn="l" rtl="0" eaLnBrk="0" fontAlgn="base" hangingPunct="0">
              <a:lnSpc>
                <a:spcPct val="85000"/>
              </a:lnSpc>
              <a:spcBef>
                <a:spcPct val="0"/>
              </a:spcBef>
              <a:spcAft>
                <a:spcPct val="0"/>
              </a:spcAft>
              <a:defRPr sz="3400" b="1">
                <a:solidFill>
                  <a:srgbClr val="002E5C"/>
                </a:solidFill>
                <a:latin typeface="Helvetica" pitchFamily="34" charset="0"/>
              </a:defRPr>
            </a:lvl5pPr>
            <a:lvl6pPr marL="457200" algn="l" rtl="0" eaLnBrk="1" fontAlgn="base" hangingPunct="1">
              <a:lnSpc>
                <a:spcPct val="85000"/>
              </a:lnSpc>
              <a:spcBef>
                <a:spcPct val="0"/>
              </a:spcBef>
              <a:spcAft>
                <a:spcPct val="0"/>
              </a:spcAft>
              <a:defRPr sz="3400" b="1">
                <a:solidFill>
                  <a:srgbClr val="002E5C"/>
                </a:solidFill>
                <a:latin typeface="Helvetica" pitchFamily="34" charset="0"/>
              </a:defRPr>
            </a:lvl6pPr>
            <a:lvl7pPr marL="914400" algn="l" rtl="0" eaLnBrk="1" fontAlgn="base" hangingPunct="1">
              <a:lnSpc>
                <a:spcPct val="85000"/>
              </a:lnSpc>
              <a:spcBef>
                <a:spcPct val="0"/>
              </a:spcBef>
              <a:spcAft>
                <a:spcPct val="0"/>
              </a:spcAft>
              <a:defRPr sz="3400" b="1">
                <a:solidFill>
                  <a:srgbClr val="002E5C"/>
                </a:solidFill>
                <a:latin typeface="Helvetica" pitchFamily="34" charset="0"/>
              </a:defRPr>
            </a:lvl7pPr>
            <a:lvl8pPr marL="1371600" algn="l" rtl="0" eaLnBrk="1" fontAlgn="base" hangingPunct="1">
              <a:lnSpc>
                <a:spcPct val="85000"/>
              </a:lnSpc>
              <a:spcBef>
                <a:spcPct val="0"/>
              </a:spcBef>
              <a:spcAft>
                <a:spcPct val="0"/>
              </a:spcAft>
              <a:defRPr sz="3400" b="1">
                <a:solidFill>
                  <a:srgbClr val="002E5C"/>
                </a:solidFill>
                <a:latin typeface="Helvetica" pitchFamily="34" charset="0"/>
              </a:defRPr>
            </a:lvl8pPr>
            <a:lvl9pPr marL="1828800" algn="l" rtl="0" eaLnBrk="1" fontAlgn="base" hangingPunct="1">
              <a:lnSpc>
                <a:spcPct val="85000"/>
              </a:lnSpc>
              <a:spcBef>
                <a:spcPct val="0"/>
              </a:spcBef>
              <a:spcAft>
                <a:spcPct val="0"/>
              </a:spcAft>
              <a:defRPr sz="3400" b="1">
                <a:solidFill>
                  <a:srgbClr val="002E5C"/>
                </a:solidFill>
                <a:latin typeface="Helvetica" pitchFamily="34" charset="0"/>
              </a:defRPr>
            </a:lvl9pPr>
          </a:lstStyle>
          <a:p>
            <a:r>
              <a:rPr lang="en-US" altLang="zh-CN" sz="2800" kern="0" dirty="0"/>
              <a:t>§1.4.3  </a:t>
            </a:r>
            <a:r>
              <a:rPr lang="zh-CN" altLang="en-US" sz="2800" kern="0" dirty="0"/>
              <a:t>结构体</a:t>
            </a:r>
            <a:r>
              <a:rPr lang="en-US" altLang="zh-CN" sz="2800" kern="0" dirty="0">
                <a:solidFill>
                  <a:srgbClr val="FF0000"/>
                </a:solidFill>
              </a:rPr>
              <a:t>——struct</a:t>
            </a:r>
            <a:r>
              <a:rPr lang="zh-CN" altLang="en-US" sz="2800" kern="0" dirty="0">
                <a:solidFill>
                  <a:srgbClr val="FF0000"/>
                </a:solidFill>
              </a:rPr>
              <a:t>定于不可变</a:t>
            </a:r>
            <a:r>
              <a:rPr lang="zh-CN" altLang="en-US" sz="2800" dirty="0">
                <a:solidFill>
                  <a:srgbClr val="FF0000"/>
                </a:solidFill>
              </a:rPr>
              <a:t>结构体数组</a:t>
            </a:r>
            <a:endParaRPr lang="zh-CN" altLang="en-US" sz="2800" kern="0" dirty="0">
              <a:solidFill>
                <a:srgbClr val="FF0000"/>
              </a:solidFill>
            </a:endParaRPr>
          </a:p>
        </p:txBody>
      </p:sp>
      <p:sp>
        <p:nvSpPr>
          <p:cNvPr id="12" name="文本框 11">
            <a:extLst>
              <a:ext uri="{FF2B5EF4-FFF2-40B4-BE49-F238E27FC236}">
                <a16:creationId xmlns:a16="http://schemas.microsoft.com/office/drawing/2014/main" id="{CEA6E2E0-5D44-41D5-9CFE-0487B947F26D}"/>
              </a:ext>
            </a:extLst>
          </p:cNvPr>
          <p:cNvSpPr txBox="1"/>
          <p:nvPr/>
        </p:nvSpPr>
        <p:spPr>
          <a:xfrm>
            <a:off x="3993055" y="1093626"/>
            <a:ext cx="5032425" cy="3524939"/>
          </a:xfrm>
          <a:prstGeom prst="rect">
            <a:avLst/>
          </a:prstGeom>
          <a:solidFill>
            <a:schemeClr val="bg1"/>
          </a:solidFill>
        </p:spPr>
        <p:txBody>
          <a:bodyPr wrap="square">
            <a:spAutoFit/>
          </a:bodyPr>
          <a:lstStyle/>
          <a:p>
            <a:pPr>
              <a:lnSpc>
                <a:spcPts val="1800"/>
              </a:lnSpc>
            </a:pPr>
            <a:r>
              <a:rPr lang="en-US" altLang="zh-CN" sz="1500" b="0" dirty="0">
                <a:solidFill>
                  <a:srgbClr val="002060"/>
                </a:solidFill>
                <a:effectLst/>
                <a:latin typeface="Consolas" panose="020B0609020204030204" pitchFamily="49" charset="0"/>
              </a:rPr>
              <a:t>#</a:t>
            </a:r>
            <a:r>
              <a:rPr lang="zh-CN" altLang="en-US" sz="1500" b="0" dirty="0">
                <a:solidFill>
                  <a:srgbClr val="002060"/>
                </a:solidFill>
                <a:effectLst/>
                <a:latin typeface="Consolas" panose="020B0609020204030204" pitchFamily="49" charset="0"/>
              </a:rPr>
              <a:t>创建结构体</a:t>
            </a:r>
            <a:r>
              <a:rPr lang="en-US" altLang="zh-CN" sz="1500" dirty="0">
                <a:solidFill>
                  <a:schemeClr val="bg1"/>
                </a:solidFill>
                <a:highlight>
                  <a:srgbClr val="FF0000"/>
                </a:highlight>
                <a:latin typeface="Consolas" panose="020B0609020204030204" pitchFamily="49" charset="0"/>
              </a:rPr>
              <a:t>student0</a:t>
            </a:r>
          </a:p>
          <a:p>
            <a:pPr>
              <a:lnSpc>
                <a:spcPts val="1800"/>
              </a:lnSpc>
            </a:pPr>
            <a:r>
              <a:rPr lang="en-US" altLang="zh-CN" sz="1500" b="0" dirty="0">
                <a:solidFill>
                  <a:srgbClr val="002060"/>
                </a:solidFill>
                <a:effectLst/>
                <a:latin typeface="Consolas" panose="020B0609020204030204" pitchFamily="49" charset="0"/>
              </a:rPr>
              <a:t>struct student0</a:t>
            </a:r>
          </a:p>
          <a:p>
            <a:pPr>
              <a:lnSpc>
                <a:spcPts val="1800"/>
              </a:lnSpc>
            </a:pPr>
            <a:r>
              <a:rPr lang="en-US" altLang="zh-CN" sz="1500" b="0" dirty="0">
                <a:solidFill>
                  <a:srgbClr val="002060"/>
                </a:solidFill>
                <a:effectLst/>
                <a:latin typeface="Consolas" panose="020B0609020204030204" pitchFamily="49" charset="0"/>
              </a:rPr>
              <a:t>       number</a:t>
            </a:r>
          </a:p>
          <a:p>
            <a:pPr>
              <a:lnSpc>
                <a:spcPts val="1800"/>
              </a:lnSpc>
            </a:pPr>
            <a:r>
              <a:rPr lang="en-US" altLang="zh-CN" sz="1500" b="0" dirty="0">
                <a:solidFill>
                  <a:srgbClr val="002060"/>
                </a:solidFill>
                <a:effectLst/>
                <a:latin typeface="Consolas" panose="020B0609020204030204" pitchFamily="49" charset="0"/>
              </a:rPr>
              <a:t>       name</a:t>
            </a:r>
          </a:p>
          <a:p>
            <a:pPr>
              <a:lnSpc>
                <a:spcPts val="1800"/>
              </a:lnSpc>
            </a:pPr>
            <a:r>
              <a:rPr lang="en-US" altLang="zh-CN" sz="1500" b="0" dirty="0">
                <a:solidFill>
                  <a:srgbClr val="002060"/>
                </a:solidFill>
                <a:effectLst/>
                <a:latin typeface="Consolas" panose="020B0609020204030204" pitchFamily="49" charset="0"/>
              </a:rPr>
              <a:t>       subject</a:t>
            </a:r>
          </a:p>
          <a:p>
            <a:pPr>
              <a:lnSpc>
                <a:spcPts val="1800"/>
              </a:lnSpc>
            </a:pPr>
            <a:r>
              <a:rPr lang="en-US" altLang="zh-CN" sz="1500" b="0" dirty="0">
                <a:solidFill>
                  <a:srgbClr val="002060"/>
                </a:solidFill>
                <a:effectLst/>
                <a:latin typeface="Consolas" panose="020B0609020204030204" pitchFamily="49" charset="0"/>
              </a:rPr>
              <a:t>       </a:t>
            </a:r>
            <a:r>
              <a:rPr lang="en-US" altLang="zh-CN" sz="1500" b="0" dirty="0" err="1">
                <a:solidFill>
                  <a:srgbClr val="002060"/>
                </a:solidFill>
                <a:effectLst/>
                <a:latin typeface="Consolas" panose="020B0609020204030204" pitchFamily="49" charset="0"/>
              </a:rPr>
              <a:t>resul</a:t>
            </a:r>
            <a:endParaRPr lang="en-US" altLang="zh-CN" sz="1500" b="0" dirty="0">
              <a:solidFill>
                <a:srgbClr val="002060"/>
              </a:solidFill>
              <a:effectLst/>
              <a:latin typeface="Consolas" panose="020B0609020204030204" pitchFamily="49" charset="0"/>
            </a:endParaRPr>
          </a:p>
          <a:p>
            <a:pPr>
              <a:lnSpc>
                <a:spcPts val="1800"/>
              </a:lnSpc>
            </a:pPr>
            <a:r>
              <a:rPr lang="en-US" altLang="zh-CN" sz="1500" b="0" dirty="0">
                <a:solidFill>
                  <a:srgbClr val="002060"/>
                </a:solidFill>
                <a:effectLst/>
                <a:latin typeface="Consolas" panose="020B0609020204030204" pitchFamily="49" charset="0"/>
              </a:rPr>
              <a:t>end</a:t>
            </a:r>
          </a:p>
          <a:p>
            <a:pPr>
              <a:lnSpc>
                <a:spcPts val="2400"/>
              </a:lnSpc>
            </a:pPr>
            <a:r>
              <a:rPr lang="en-US" altLang="zh-CN" sz="1500" dirty="0">
                <a:solidFill>
                  <a:srgbClr val="002060"/>
                </a:solidFill>
                <a:latin typeface="Consolas" panose="020B0609020204030204" pitchFamily="49" charset="0"/>
              </a:rPr>
              <a:t>#</a:t>
            </a:r>
            <a:r>
              <a:rPr lang="zh-CN" altLang="en-US" sz="1500" dirty="0">
                <a:solidFill>
                  <a:srgbClr val="002060"/>
                </a:solidFill>
                <a:latin typeface="Consolas" panose="020B0609020204030204" pitchFamily="49" charset="0"/>
              </a:rPr>
              <a:t>字段赋值创建结构体数组</a:t>
            </a:r>
            <a:r>
              <a:rPr lang="en-US" altLang="zh-CN" sz="1500" dirty="0">
                <a:solidFill>
                  <a:srgbClr val="002060"/>
                </a:solidFill>
                <a:latin typeface="Consolas" panose="020B0609020204030204" pitchFamily="49" charset="0"/>
              </a:rPr>
              <a:t>ss0</a:t>
            </a:r>
          </a:p>
          <a:p>
            <a:pPr>
              <a:lnSpc>
                <a:spcPts val="2400"/>
              </a:lnSpc>
            </a:pPr>
            <a:r>
              <a:rPr lang="en-US" altLang="zh-CN" sz="1500" dirty="0">
                <a:solidFill>
                  <a:srgbClr val="000000"/>
                </a:solidFill>
                <a:latin typeface="Consolas" panose="020B0609020204030204" pitchFamily="49" charset="0"/>
              </a:rPr>
              <a:t>ss0=(</a:t>
            </a:r>
            <a:r>
              <a:rPr lang="en-US" altLang="zh-CN" sz="1500" dirty="0">
                <a:solidFill>
                  <a:srgbClr val="A31515"/>
                </a:solidFill>
                <a:latin typeface="Consolas" panose="020B0609020204030204" pitchFamily="49" charset="0"/>
              </a:rPr>
              <a:t>"2022223"</a:t>
            </a:r>
            <a:r>
              <a:rPr lang="en-US" altLang="zh-CN" sz="1500" dirty="0">
                <a:solidFill>
                  <a:srgbClr val="000000"/>
                </a:solidFill>
                <a:latin typeface="Consolas" panose="020B0609020204030204" pitchFamily="49" charset="0"/>
              </a:rPr>
              <a:t>,</a:t>
            </a:r>
            <a:r>
              <a:rPr lang="en-US" altLang="zh-CN" sz="1500" dirty="0">
                <a:solidFill>
                  <a:srgbClr val="A31515"/>
                </a:solidFill>
                <a:latin typeface="Consolas" panose="020B0609020204030204" pitchFamily="49" charset="0"/>
              </a:rPr>
              <a:t>"lili"</a:t>
            </a:r>
            <a:r>
              <a:rPr lang="en-US" altLang="zh-CN" sz="1500" dirty="0">
                <a:solidFill>
                  <a:srgbClr val="000000"/>
                </a:solidFill>
                <a:latin typeface="Consolas" panose="020B0609020204030204" pitchFamily="49" charset="0"/>
              </a:rPr>
              <a:t>,[</a:t>
            </a:r>
            <a:r>
              <a:rPr lang="en-US" altLang="zh-CN" sz="1500" dirty="0">
                <a:solidFill>
                  <a:srgbClr val="A31515"/>
                </a:solidFill>
                <a:latin typeface="Consolas" panose="020B0609020204030204" pitchFamily="49" charset="0"/>
              </a:rPr>
              <a:t>"</a:t>
            </a:r>
            <a:r>
              <a:rPr lang="zh-CN" altLang="en-US" sz="1500" dirty="0">
                <a:solidFill>
                  <a:srgbClr val="A31515"/>
                </a:solidFill>
                <a:latin typeface="Consolas" panose="020B0609020204030204" pitchFamily="49" charset="0"/>
              </a:rPr>
              <a:t>高数</a:t>
            </a:r>
            <a:r>
              <a:rPr lang="en-US" altLang="zh-CN" sz="1500" dirty="0">
                <a:solidFill>
                  <a:srgbClr val="A31515"/>
                </a:solidFill>
                <a:latin typeface="Consolas" panose="020B0609020204030204" pitchFamily="49" charset="0"/>
              </a:rPr>
              <a:t>"</a:t>
            </a:r>
            <a:r>
              <a:rPr lang="en-US" altLang="zh-CN" sz="1500" dirty="0">
                <a:solidFill>
                  <a:srgbClr val="000000"/>
                </a:solidFill>
                <a:latin typeface="Consolas" panose="020B0609020204030204" pitchFamily="49" charset="0"/>
              </a:rPr>
              <a:t>,</a:t>
            </a:r>
            <a:r>
              <a:rPr lang="en-US" altLang="zh-CN" sz="1500" dirty="0">
                <a:solidFill>
                  <a:srgbClr val="A31515"/>
                </a:solidFill>
                <a:latin typeface="Consolas" panose="020B0609020204030204" pitchFamily="49" charset="0"/>
              </a:rPr>
              <a:t>"</a:t>
            </a:r>
            <a:r>
              <a:rPr lang="zh-CN" altLang="en-US" sz="1500" dirty="0">
                <a:solidFill>
                  <a:srgbClr val="A31515"/>
                </a:solidFill>
                <a:latin typeface="Consolas" panose="020B0609020204030204" pitchFamily="49" charset="0"/>
              </a:rPr>
              <a:t>英语</a:t>
            </a:r>
            <a:r>
              <a:rPr lang="en-US" altLang="zh-CN" sz="1500" dirty="0">
                <a:solidFill>
                  <a:srgbClr val="A31515"/>
                </a:solidFill>
                <a:latin typeface="Consolas" panose="020B0609020204030204" pitchFamily="49" charset="0"/>
              </a:rPr>
              <a:t>"</a:t>
            </a:r>
            <a:r>
              <a:rPr lang="en-US" altLang="zh-CN" sz="1500" dirty="0">
                <a:solidFill>
                  <a:srgbClr val="000000"/>
                </a:solidFill>
                <a:latin typeface="Consolas" panose="020B0609020204030204" pitchFamily="49" charset="0"/>
              </a:rPr>
              <a:t>],[</a:t>
            </a:r>
            <a:r>
              <a:rPr lang="en-US" altLang="zh-CN" sz="1500" dirty="0">
                <a:solidFill>
                  <a:srgbClr val="098658"/>
                </a:solidFill>
                <a:latin typeface="Consolas" panose="020B0609020204030204" pitchFamily="49" charset="0"/>
              </a:rPr>
              <a:t>78</a:t>
            </a:r>
            <a:r>
              <a:rPr lang="en-US" altLang="zh-CN" sz="1500" dirty="0">
                <a:solidFill>
                  <a:srgbClr val="000000"/>
                </a:solidFill>
                <a:latin typeface="Consolas" panose="020B0609020204030204" pitchFamily="49" charset="0"/>
              </a:rPr>
              <a:t>,</a:t>
            </a:r>
            <a:r>
              <a:rPr lang="en-US" altLang="zh-CN" sz="1500" dirty="0">
                <a:solidFill>
                  <a:srgbClr val="098658"/>
                </a:solidFill>
                <a:latin typeface="Consolas" panose="020B0609020204030204" pitchFamily="49" charset="0"/>
              </a:rPr>
              <a:t>89</a:t>
            </a:r>
            <a:r>
              <a:rPr lang="en-US" altLang="zh-CN" sz="1500" dirty="0">
                <a:solidFill>
                  <a:srgbClr val="000000"/>
                </a:solidFill>
                <a:latin typeface="Consolas" panose="020B0609020204030204" pitchFamily="49" charset="0"/>
              </a:rPr>
              <a:t>])</a:t>
            </a:r>
            <a:endParaRPr lang="en-US" altLang="zh-CN" sz="1500" dirty="0">
              <a:solidFill>
                <a:schemeClr val="bg1"/>
              </a:solidFill>
              <a:latin typeface="Consolas" panose="020B0609020204030204" pitchFamily="49" charset="0"/>
            </a:endParaRPr>
          </a:p>
          <a:p>
            <a:pPr>
              <a:lnSpc>
                <a:spcPts val="2400"/>
              </a:lnSpc>
            </a:pPr>
            <a:r>
              <a:rPr lang="en-US" altLang="zh-CN" sz="1500" b="1" dirty="0">
                <a:solidFill>
                  <a:srgbClr val="FF0000"/>
                </a:solidFill>
                <a:highlight>
                  <a:srgbClr val="FFFF00"/>
                </a:highlight>
                <a:latin typeface="Consolas" panose="020B0609020204030204" pitchFamily="49" charset="0"/>
              </a:rPr>
              <a:t>ss0.name</a:t>
            </a:r>
            <a:r>
              <a:rPr lang="en-US" altLang="zh-CN" sz="1500" dirty="0">
                <a:solidFill>
                  <a:srgbClr val="000000"/>
                </a:solidFill>
                <a:latin typeface="Consolas" panose="020B0609020204030204" pitchFamily="49" charset="0"/>
              </a:rPr>
              <a:t>=“</a:t>
            </a:r>
            <a:r>
              <a:rPr lang="en-US" altLang="zh-CN" sz="1500" dirty="0" err="1">
                <a:solidFill>
                  <a:srgbClr val="000000"/>
                </a:solidFill>
                <a:latin typeface="Consolas" panose="020B0609020204030204" pitchFamily="49" charset="0"/>
              </a:rPr>
              <a:t>yangyang</a:t>
            </a:r>
            <a:r>
              <a:rPr lang="en-US" altLang="zh-CN" sz="1500" dirty="0">
                <a:solidFill>
                  <a:srgbClr val="000000"/>
                </a:solidFill>
                <a:latin typeface="Consolas" panose="020B0609020204030204" pitchFamily="49" charset="0"/>
              </a:rPr>
              <a:t>“  #</a:t>
            </a:r>
            <a:r>
              <a:rPr lang="zh-CN" altLang="en-US" sz="1500" dirty="0">
                <a:solidFill>
                  <a:srgbClr val="000000"/>
                </a:solidFill>
                <a:latin typeface="Consolas" panose="020B0609020204030204" pitchFamily="49" charset="0"/>
              </a:rPr>
              <a:t>不能修改</a:t>
            </a:r>
            <a:endParaRPr lang="en-US" altLang="zh-CN" sz="1500" dirty="0">
              <a:solidFill>
                <a:srgbClr val="000000"/>
              </a:solidFill>
              <a:latin typeface="Consolas" panose="020B0609020204030204" pitchFamily="49" charset="0"/>
            </a:endParaRPr>
          </a:p>
          <a:p>
            <a:pPr>
              <a:lnSpc>
                <a:spcPts val="2400"/>
              </a:lnSpc>
            </a:pPr>
            <a:r>
              <a:rPr lang="en-US" altLang="zh-CN" sz="1500" dirty="0">
                <a:solidFill>
                  <a:srgbClr val="FF0000"/>
                </a:solidFill>
                <a:latin typeface="Consolas" panose="020B0609020204030204" pitchFamily="49" charset="0"/>
              </a:rPr>
              <a:t>ERROR: </a:t>
            </a:r>
            <a:r>
              <a:rPr lang="en-US" altLang="zh-CN" sz="1500" dirty="0" err="1">
                <a:solidFill>
                  <a:srgbClr val="FF0000"/>
                </a:solidFill>
                <a:latin typeface="Consolas" panose="020B0609020204030204" pitchFamily="49" charset="0"/>
              </a:rPr>
              <a:t>setfield</a:t>
            </a:r>
            <a:r>
              <a:rPr lang="en-US" altLang="zh-CN" sz="1500" dirty="0">
                <a:solidFill>
                  <a:srgbClr val="FF0000"/>
                </a:solidFill>
                <a:latin typeface="Consolas" panose="020B0609020204030204" pitchFamily="49" charset="0"/>
              </a:rPr>
              <a:t>!: immutable struct of type student0 cannot be changed</a:t>
            </a:r>
          </a:p>
          <a:p>
            <a:pPr>
              <a:lnSpc>
                <a:spcPts val="2400"/>
              </a:lnSpc>
            </a:pPr>
            <a:r>
              <a:rPr lang="en-US" altLang="zh-CN" sz="1500" dirty="0">
                <a:solidFill>
                  <a:srgbClr val="000000"/>
                </a:solidFill>
                <a:latin typeface="Consolas" panose="020B0609020204030204" pitchFamily="49" charset="0"/>
              </a:rPr>
              <a:t>#</a:t>
            </a:r>
            <a:r>
              <a:rPr lang="zh-CN" altLang="en-US" sz="1500" dirty="0">
                <a:solidFill>
                  <a:srgbClr val="2C3E50"/>
                </a:solidFill>
                <a:latin typeface="-apple-system"/>
              </a:rPr>
              <a:t>无法更改</a:t>
            </a:r>
            <a:r>
              <a:rPr lang="en-US" altLang="zh-CN" sz="1500" dirty="0">
                <a:solidFill>
                  <a:srgbClr val="000000"/>
                </a:solidFill>
                <a:latin typeface="Consolas" panose="020B0609020204030204" pitchFamily="49" charset="0"/>
              </a:rPr>
              <a:t>student0</a:t>
            </a:r>
            <a:r>
              <a:rPr lang="zh-CN" altLang="en-US" sz="1500" dirty="0">
                <a:solidFill>
                  <a:srgbClr val="2C3E50"/>
                </a:solidFill>
                <a:latin typeface="-apple-system"/>
              </a:rPr>
              <a:t>实例</a:t>
            </a:r>
            <a:r>
              <a:rPr lang="en-US" altLang="zh-CN" sz="1500" dirty="0">
                <a:solidFill>
                  <a:srgbClr val="2C3E50"/>
                </a:solidFill>
                <a:latin typeface="-apple-system"/>
              </a:rPr>
              <a:t>ss0</a:t>
            </a:r>
            <a:r>
              <a:rPr lang="zh-CN" altLang="en-US" sz="1500" dirty="0">
                <a:solidFill>
                  <a:srgbClr val="2C3E50"/>
                </a:solidFill>
                <a:latin typeface="-apple-system"/>
              </a:rPr>
              <a:t>的值</a:t>
            </a:r>
            <a:endParaRPr lang="en-US" altLang="zh-CN" sz="1500" b="0" dirty="0">
              <a:solidFill>
                <a:srgbClr val="000000"/>
              </a:solidFill>
              <a:effectLst/>
              <a:latin typeface="Consolas" panose="020B0609020204030204" pitchFamily="49" charset="0"/>
            </a:endParaRPr>
          </a:p>
        </p:txBody>
      </p:sp>
      <p:sp>
        <p:nvSpPr>
          <p:cNvPr id="13" name="内容占位符 2">
            <a:extLst>
              <a:ext uri="{FF2B5EF4-FFF2-40B4-BE49-F238E27FC236}">
                <a16:creationId xmlns:a16="http://schemas.microsoft.com/office/drawing/2014/main" id="{CF76292F-5A4F-797D-2059-885EEEAEEB0E}"/>
              </a:ext>
            </a:extLst>
          </p:cNvPr>
          <p:cNvSpPr txBox="1">
            <a:spLocks/>
          </p:cNvSpPr>
          <p:nvPr/>
        </p:nvSpPr>
        <p:spPr bwMode="auto">
          <a:xfrm>
            <a:off x="331772" y="689454"/>
            <a:ext cx="8561628" cy="375809"/>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defPPr>
              <a:defRPr lang="zh-CN"/>
            </a:defPPr>
            <a:lvl1pPr marL="0" indent="0" algn="dist" eaLnBrk="0" hangingPunct="0">
              <a:lnSpc>
                <a:spcPct val="110000"/>
              </a:lnSpc>
              <a:buFont typeface="Wingdings" panose="05000000000000000000" pitchFamily="2" charset="2"/>
              <a:buNone/>
              <a:defRPr sz="2000" b="1" i="0">
                <a:solidFill>
                  <a:srgbClr val="0070C0"/>
                </a:solidFill>
                <a:effectLst/>
                <a:latin typeface="微软雅黑" panose="020B0503020204020204" pitchFamily="34" charset="-122"/>
                <a:ea typeface="微软雅黑" panose="020B0503020204020204" pitchFamily="34" charset="-122"/>
              </a:defRPr>
            </a:lvl1pPr>
            <a:lvl2pPr marL="635000" indent="-177800" eaLnBrk="0" hangingPunct="0">
              <a:lnSpc>
                <a:spcPct val="110000"/>
              </a:lnSpc>
              <a:buFont typeface="Wingdings" panose="05000000000000000000" pitchFamily="2" charset="2"/>
              <a:buChar char="Ø"/>
              <a:defRPr sz="2400" b="0">
                <a:solidFill>
                  <a:srgbClr val="002060"/>
                </a:solidFill>
                <a:latin typeface="华文楷体" panose="02010600040101010101" pitchFamily="2" charset="-122"/>
                <a:ea typeface="华文楷体" panose="02010600040101010101" pitchFamily="2" charset="-122"/>
              </a:defRPr>
            </a:lvl2pPr>
            <a:lvl3pPr marL="1092200" indent="-177800" eaLnBrk="0" hangingPunct="0">
              <a:lnSpc>
                <a:spcPct val="110000"/>
              </a:lnSpc>
              <a:buFont typeface="Wingdings" panose="05000000000000000000" pitchFamily="2" charset="2"/>
              <a:buChar char="Ø"/>
              <a:defRPr sz="2400" b="0">
                <a:solidFill>
                  <a:srgbClr val="002060"/>
                </a:solidFill>
                <a:latin typeface="华文楷体" panose="02010600040101010101" pitchFamily="2" charset="-122"/>
                <a:ea typeface="华文楷体" panose="02010600040101010101" pitchFamily="2" charset="-122"/>
              </a:defRPr>
            </a:lvl3pPr>
            <a:lvl4pPr marL="1549400" indent="-177800" eaLnBrk="0" hangingPunct="0">
              <a:lnSpc>
                <a:spcPct val="110000"/>
              </a:lnSpc>
              <a:buFont typeface="Wingdings" panose="05000000000000000000" pitchFamily="2" charset="2"/>
              <a:buChar char="Ø"/>
              <a:defRPr sz="2000" b="0">
                <a:solidFill>
                  <a:srgbClr val="002060"/>
                </a:solidFill>
                <a:latin typeface="华文楷体" panose="02010600040101010101" pitchFamily="2" charset="-122"/>
                <a:ea typeface="华文楷体" panose="02010600040101010101" pitchFamily="2" charset="-122"/>
              </a:defRPr>
            </a:lvl4pPr>
            <a:lvl5pPr marL="2006600" indent="-177800" eaLnBrk="0" hangingPunct="0">
              <a:lnSpc>
                <a:spcPct val="110000"/>
              </a:lnSpc>
              <a:buFont typeface="Wingdings" panose="05000000000000000000" pitchFamily="2" charset="2"/>
              <a:buChar char="Ø"/>
              <a:defRPr sz="2000" b="0">
                <a:solidFill>
                  <a:srgbClr val="002060"/>
                </a:solidFill>
                <a:latin typeface="华文楷体" panose="02010600040101010101" pitchFamily="2" charset="-122"/>
                <a:ea typeface="华文楷体" panose="02010600040101010101" pitchFamily="2" charset="-122"/>
              </a:defRPr>
            </a:lvl5pPr>
            <a:lvl6pPr marL="2463800" indent="-177800" fontAlgn="base">
              <a:lnSpc>
                <a:spcPct val="110000"/>
              </a:lnSpc>
              <a:spcBef>
                <a:spcPct val="0"/>
              </a:spcBef>
              <a:spcAft>
                <a:spcPct val="0"/>
              </a:spcAft>
              <a:buChar char="•"/>
              <a:defRPr b="1">
                <a:solidFill>
                  <a:srgbClr val="002E5C"/>
                </a:solidFill>
                <a:latin typeface="+mn-lt"/>
              </a:defRPr>
            </a:lvl6pPr>
            <a:lvl7pPr marL="2921000" indent="-177800" fontAlgn="base">
              <a:lnSpc>
                <a:spcPct val="110000"/>
              </a:lnSpc>
              <a:spcBef>
                <a:spcPct val="0"/>
              </a:spcBef>
              <a:spcAft>
                <a:spcPct val="0"/>
              </a:spcAft>
              <a:buChar char="•"/>
              <a:defRPr b="1">
                <a:solidFill>
                  <a:srgbClr val="002E5C"/>
                </a:solidFill>
                <a:latin typeface="+mn-lt"/>
              </a:defRPr>
            </a:lvl7pPr>
            <a:lvl8pPr marL="3378200" indent="-177800" fontAlgn="base">
              <a:lnSpc>
                <a:spcPct val="110000"/>
              </a:lnSpc>
              <a:spcBef>
                <a:spcPct val="0"/>
              </a:spcBef>
              <a:spcAft>
                <a:spcPct val="0"/>
              </a:spcAft>
              <a:buChar char="•"/>
              <a:defRPr b="1">
                <a:solidFill>
                  <a:srgbClr val="002E5C"/>
                </a:solidFill>
                <a:latin typeface="+mn-lt"/>
              </a:defRPr>
            </a:lvl8pPr>
            <a:lvl9pPr marL="3835400" indent="-177800" fontAlgn="base">
              <a:lnSpc>
                <a:spcPct val="110000"/>
              </a:lnSpc>
              <a:spcBef>
                <a:spcPct val="0"/>
              </a:spcBef>
              <a:spcAft>
                <a:spcPct val="0"/>
              </a:spcAft>
              <a:buChar char="•"/>
              <a:defRPr b="1">
                <a:solidFill>
                  <a:srgbClr val="002E5C"/>
                </a:solidFill>
                <a:latin typeface="+mn-lt"/>
              </a:defRPr>
            </a:lvl9pPr>
          </a:lstStyle>
          <a:p>
            <a:r>
              <a:rPr lang="zh-CN" altLang="en-US" sz="1800" dirty="0"/>
              <a:t>不可变结构体数组</a:t>
            </a:r>
            <a:r>
              <a:rPr lang="en-US" altLang="zh-CN" sz="1800" dirty="0"/>
              <a:t>:</a:t>
            </a:r>
            <a:r>
              <a:rPr lang="zh-CN" altLang="en-US" sz="1800" dirty="0"/>
              <a:t>结构体是不可变的，构造后不能再修改这结构元素</a:t>
            </a:r>
            <a:endParaRPr lang="en-US" altLang="zh-CN" sz="1800" dirty="0"/>
          </a:p>
        </p:txBody>
      </p:sp>
      <p:sp>
        <p:nvSpPr>
          <p:cNvPr id="2" name="波形 1">
            <a:extLst>
              <a:ext uri="{FF2B5EF4-FFF2-40B4-BE49-F238E27FC236}">
                <a16:creationId xmlns:a16="http://schemas.microsoft.com/office/drawing/2014/main" id="{876893F6-C600-4BDD-3B0C-7B908CCE07E2}"/>
              </a:ext>
            </a:extLst>
          </p:cNvPr>
          <p:cNvSpPr/>
          <p:nvPr/>
        </p:nvSpPr>
        <p:spPr>
          <a:xfrm>
            <a:off x="6444208" y="1242371"/>
            <a:ext cx="687558" cy="209621"/>
          </a:xfrm>
          <a:prstGeom prst="wave">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anchor="ctr">
            <a:noAutofit/>
          </a:bodyPr>
          <a:lstStyle/>
          <a:p>
            <a:pPr algn="ctr" eaLnBrk="0" fontAlgn="auto">
              <a:lnSpc>
                <a:spcPct val="140000"/>
              </a:lnSpc>
              <a:spcBef>
                <a:spcPts val="0"/>
              </a:spcBef>
              <a:spcAft>
                <a:spcPts val="0"/>
              </a:spcAft>
            </a:pPr>
            <a:r>
              <a:rPr lang="en-US" altLang="ko-KR" b="1" dirty="0">
                <a:solidFill>
                  <a:srgbClr val="FFFF00"/>
                </a:solidFill>
                <a:latin typeface="微软雅黑" panose="020B0503020204020204" pitchFamily="34" charset="-122"/>
                <a:ea typeface="微软雅黑" panose="020B0503020204020204" pitchFamily="34" charset="-122"/>
              </a:rPr>
              <a:t>例1431</a:t>
            </a:r>
            <a:endParaRPr lang="ko-KR" altLang="en-US" b="1" dirty="0">
              <a:solidFill>
                <a:srgbClr val="FFFF00"/>
              </a:solidFill>
              <a:latin typeface="微软雅黑" panose="020B0503020204020204" pitchFamily="34" charset="-122"/>
              <a:ea typeface="微软雅黑" panose="020B0503020204020204" pitchFamily="34" charset="-122"/>
            </a:endParaRPr>
          </a:p>
        </p:txBody>
      </p:sp>
      <p:sp>
        <p:nvSpPr>
          <p:cNvPr id="3" name="文本框 2">
            <a:extLst>
              <a:ext uri="{FF2B5EF4-FFF2-40B4-BE49-F238E27FC236}">
                <a16:creationId xmlns:a16="http://schemas.microsoft.com/office/drawing/2014/main" id="{DB4D0CE8-5092-DAEC-CE5D-98BC13B3BFD7}"/>
              </a:ext>
            </a:extLst>
          </p:cNvPr>
          <p:cNvSpPr txBox="1"/>
          <p:nvPr/>
        </p:nvSpPr>
        <p:spPr>
          <a:xfrm>
            <a:off x="7221712" y="1152414"/>
            <a:ext cx="1589448" cy="646331"/>
          </a:xfrm>
          <a:prstGeom prst="rect">
            <a:avLst/>
          </a:prstGeom>
          <a:noFill/>
        </p:spPr>
        <p:txBody>
          <a:bodyPr wrap="square">
            <a:spAutoFit/>
          </a:bodyPr>
          <a:lstStyle/>
          <a:p>
            <a:pPr algn="dist"/>
            <a:r>
              <a:rPr lang="zh-CN" altLang="en-US" sz="1800" b="1" i="0" dirty="0">
                <a:solidFill>
                  <a:srgbClr val="0070C0"/>
                </a:solidFill>
                <a:effectLst/>
                <a:latin typeface="微软雅黑" panose="020B0503020204020204" pitchFamily="34" charset="-122"/>
                <a:ea typeface="微软雅黑" panose="020B0503020204020204" pitchFamily="34" charset="-122"/>
              </a:rPr>
              <a:t>学生信息不可变结构体</a:t>
            </a:r>
            <a:endParaRPr lang="zh-CN" altLang="en-US" dirty="0"/>
          </a:p>
        </p:txBody>
      </p:sp>
    </p:spTree>
    <p:extLst>
      <p:ext uri="{BB962C8B-B14F-4D97-AF65-F5344CB8AC3E}">
        <p14:creationId xmlns:p14="http://schemas.microsoft.com/office/powerpoint/2010/main" val="208850513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0F6F894F-CEA3-41CB-A956-7D84D93384A5}"/>
              </a:ext>
            </a:extLst>
          </p:cNvPr>
          <p:cNvSpPr/>
          <p:nvPr/>
        </p:nvSpPr>
        <p:spPr>
          <a:xfrm>
            <a:off x="710298" y="1208047"/>
            <a:ext cx="4139534" cy="2029530"/>
          </a:xfrm>
          <a:prstGeom prst="rect">
            <a:avLst/>
          </a:prstGeom>
          <a:solidFill>
            <a:schemeClr val="bg1"/>
          </a:solidFill>
          <a:ln>
            <a:solidFill>
              <a:schemeClr val="bg1">
                <a:lumMod val="50000"/>
              </a:schemeClr>
            </a:solidFill>
          </a:ln>
        </p:spPr>
        <p:txBody>
          <a:bodyPr wrap="square">
            <a:spAutoFit/>
          </a:bodyPr>
          <a:lstStyle/>
          <a:p>
            <a:pPr>
              <a:lnSpc>
                <a:spcPts val="3100"/>
              </a:lnSpc>
            </a:pPr>
            <a:r>
              <a:rPr lang="en-US" altLang="zh-CN" sz="1600" dirty="0">
                <a:solidFill>
                  <a:srgbClr val="00B0F0"/>
                </a:solidFill>
                <a:latin typeface="微软雅黑" panose="020B0503020204020204" pitchFamily="34" charset="-122"/>
                <a:ea typeface="微软雅黑" panose="020B0503020204020204" pitchFamily="34" charset="-122"/>
              </a:rPr>
              <a:t>mutable struct Name  #</a:t>
            </a:r>
            <a:r>
              <a:rPr lang="zh-CN" altLang="en-US" sz="1600" dirty="0">
                <a:solidFill>
                  <a:srgbClr val="00B0F0"/>
                </a:solidFill>
                <a:latin typeface="微软雅黑" panose="020B0503020204020204" pitchFamily="34" charset="-122"/>
                <a:ea typeface="微软雅黑" panose="020B0503020204020204" pitchFamily="34" charset="-122"/>
              </a:rPr>
              <a:t>可变结构名字</a:t>
            </a:r>
            <a:endParaRPr lang="en-US" altLang="zh-CN" sz="1600" dirty="0">
              <a:solidFill>
                <a:srgbClr val="00B0F0"/>
              </a:solidFill>
              <a:latin typeface="微软雅黑" panose="020B0503020204020204" pitchFamily="34" charset="-122"/>
              <a:ea typeface="微软雅黑" panose="020B0503020204020204" pitchFamily="34" charset="-122"/>
            </a:endParaRPr>
          </a:p>
          <a:p>
            <a:pPr>
              <a:lnSpc>
                <a:spcPts val="3100"/>
              </a:lnSpc>
            </a:pPr>
            <a:r>
              <a:rPr lang="en-US" altLang="zh-CN" sz="1600" dirty="0">
                <a:solidFill>
                  <a:srgbClr val="00B0F0"/>
                </a:solidFill>
                <a:latin typeface="微软雅黑" panose="020B0503020204020204" pitchFamily="34" charset="-122"/>
                <a:ea typeface="微软雅黑" panose="020B0503020204020204" pitchFamily="34" charset="-122"/>
              </a:rPr>
              <a:t>    field::Type   #</a:t>
            </a:r>
            <a:r>
              <a:rPr lang="zh-CN" altLang="en-US" sz="1600" dirty="0">
                <a:solidFill>
                  <a:srgbClr val="00B0F0"/>
                </a:solidFill>
                <a:latin typeface="微软雅黑" panose="020B0503020204020204" pitchFamily="34" charset="-122"/>
                <a:ea typeface="微软雅黑" panose="020B0503020204020204" pitchFamily="34" charset="-122"/>
              </a:rPr>
              <a:t>定义类型的字段</a:t>
            </a:r>
            <a:endParaRPr lang="en-US" altLang="zh-CN" sz="1600" dirty="0">
              <a:solidFill>
                <a:srgbClr val="00B0F0"/>
              </a:solidFill>
              <a:latin typeface="微软雅黑" panose="020B0503020204020204" pitchFamily="34" charset="-122"/>
              <a:ea typeface="微软雅黑" panose="020B0503020204020204" pitchFamily="34" charset="-122"/>
            </a:endParaRPr>
          </a:p>
          <a:p>
            <a:pPr>
              <a:lnSpc>
                <a:spcPts val="3100"/>
              </a:lnSpc>
            </a:pPr>
            <a:r>
              <a:rPr lang="en-US" altLang="zh-CN" sz="1600" dirty="0">
                <a:solidFill>
                  <a:srgbClr val="00B0F0"/>
                </a:solidFill>
                <a:latin typeface="微软雅黑" panose="020B0503020204020204" pitchFamily="34" charset="-122"/>
                <a:ea typeface="微软雅黑" panose="020B0503020204020204" pitchFamily="34" charset="-122"/>
              </a:rPr>
              <a:t>    field::Type</a:t>
            </a:r>
          </a:p>
          <a:p>
            <a:pPr>
              <a:lnSpc>
                <a:spcPts val="3100"/>
              </a:lnSpc>
            </a:pPr>
            <a:r>
              <a:rPr lang="en-US" altLang="zh-CN" sz="1600" dirty="0">
                <a:solidFill>
                  <a:srgbClr val="00B0F0"/>
                </a:solidFill>
                <a:latin typeface="微软雅黑" panose="020B0503020204020204" pitchFamily="34" charset="-122"/>
                <a:ea typeface="微软雅黑" panose="020B0503020204020204" pitchFamily="34" charset="-122"/>
              </a:rPr>
              <a:t>    ...</a:t>
            </a:r>
          </a:p>
          <a:p>
            <a:pPr>
              <a:lnSpc>
                <a:spcPts val="3100"/>
              </a:lnSpc>
            </a:pPr>
            <a:r>
              <a:rPr lang="en-US" altLang="zh-CN" sz="1600" dirty="0">
                <a:solidFill>
                  <a:srgbClr val="00B0F0"/>
                </a:solidFill>
                <a:latin typeface="微软雅黑" panose="020B0503020204020204" pitchFamily="34" charset="-122"/>
                <a:ea typeface="微软雅黑" panose="020B0503020204020204" pitchFamily="34" charset="-122"/>
              </a:rPr>
              <a:t>end</a:t>
            </a:r>
            <a:endParaRPr lang="zh-CN" altLang="en-US" sz="1600" dirty="0">
              <a:solidFill>
                <a:srgbClr val="00B0F0"/>
              </a:solidFill>
              <a:latin typeface="微软雅黑" panose="020B0503020204020204" pitchFamily="34" charset="-122"/>
              <a:ea typeface="微软雅黑" panose="020B0503020204020204" pitchFamily="34" charset="-122"/>
            </a:endParaRPr>
          </a:p>
        </p:txBody>
      </p:sp>
      <p:sp>
        <p:nvSpPr>
          <p:cNvPr id="10" name="文本框 9">
            <a:extLst>
              <a:ext uri="{FF2B5EF4-FFF2-40B4-BE49-F238E27FC236}">
                <a16:creationId xmlns:a16="http://schemas.microsoft.com/office/drawing/2014/main" id="{3BFA6D11-451C-4903-8544-05B1C34501ED}"/>
              </a:ext>
            </a:extLst>
          </p:cNvPr>
          <p:cNvSpPr txBox="1"/>
          <p:nvPr/>
        </p:nvSpPr>
        <p:spPr>
          <a:xfrm>
            <a:off x="683123" y="3350699"/>
            <a:ext cx="7623111" cy="369332"/>
          </a:xfrm>
          <a:prstGeom prst="rect">
            <a:avLst/>
          </a:prstGeom>
          <a:solidFill>
            <a:schemeClr val="bg1"/>
          </a:solidFill>
        </p:spPr>
        <p:txBody>
          <a:bodyPr wrap="square">
            <a:spAutoFit/>
          </a:bodyPr>
          <a:lstStyle/>
          <a:p>
            <a:pPr marL="342900" indent="-342900">
              <a:spcAft>
                <a:spcPts val="600"/>
              </a:spcAft>
              <a:buFont typeface="+mj-ea"/>
              <a:buAutoNum type="circleNumDbPlain" startAt="2"/>
            </a:pPr>
            <a:r>
              <a:rPr lang="zh-CN" altLang="en-US" b="1" dirty="0">
                <a:solidFill>
                  <a:srgbClr val="0070C0"/>
                </a:solidFill>
                <a:latin typeface="微软雅黑" panose="020B0503020204020204" pitchFamily="34" charset="-122"/>
                <a:ea typeface="微软雅黑" panose="020B0503020204020204" pitchFamily="34" charset="-122"/>
              </a:rPr>
              <a:t>字段赋值创建结构体数组</a:t>
            </a:r>
            <a:r>
              <a:rPr lang="en-US" altLang="zh-CN" b="1" dirty="0">
                <a:solidFill>
                  <a:srgbClr val="0070C0"/>
                </a:solidFill>
                <a:latin typeface="微软雅黑" panose="020B0503020204020204" pitchFamily="34" charset="-122"/>
                <a:ea typeface="微软雅黑" panose="020B0503020204020204" pitchFamily="34" charset="-122"/>
              </a:rPr>
              <a:t>ss1</a:t>
            </a:r>
          </a:p>
        </p:txBody>
      </p:sp>
      <p:sp>
        <p:nvSpPr>
          <p:cNvPr id="5" name="文本框 4">
            <a:extLst>
              <a:ext uri="{FF2B5EF4-FFF2-40B4-BE49-F238E27FC236}">
                <a16:creationId xmlns:a16="http://schemas.microsoft.com/office/drawing/2014/main" id="{CB1EA7BC-6F9C-394E-7AA8-D19BC6CEB845}"/>
              </a:ext>
            </a:extLst>
          </p:cNvPr>
          <p:cNvSpPr txBox="1"/>
          <p:nvPr/>
        </p:nvSpPr>
        <p:spPr>
          <a:xfrm>
            <a:off x="5071827" y="1500275"/>
            <a:ext cx="3754221" cy="2275366"/>
          </a:xfrm>
          <a:prstGeom prst="rect">
            <a:avLst/>
          </a:prstGeom>
          <a:solidFill>
            <a:schemeClr val="bg1"/>
          </a:solidFill>
        </p:spPr>
        <p:txBody>
          <a:bodyPr wrap="square">
            <a:spAutoFit/>
          </a:bodyPr>
          <a:lstStyle/>
          <a:p>
            <a:pPr marL="342900" indent="-342900">
              <a:spcAft>
                <a:spcPts val="600"/>
              </a:spcAft>
              <a:buFont typeface="+mj-ea"/>
              <a:buAutoNum type="circleNumDbPlain"/>
            </a:pPr>
            <a:r>
              <a:rPr lang="zh-CN" altLang="en-US" b="1" dirty="0">
                <a:solidFill>
                  <a:srgbClr val="0070C0"/>
                </a:solidFill>
                <a:latin typeface="微软雅黑" panose="020B0503020204020204" pitchFamily="34" charset="-122"/>
                <a:ea typeface="微软雅黑" panose="020B0503020204020204" pitchFamily="34" charset="-122"/>
              </a:rPr>
              <a:t>创建变结构体</a:t>
            </a:r>
            <a:r>
              <a:rPr lang="en-US" altLang="zh-CN" b="1" dirty="0">
                <a:solidFill>
                  <a:srgbClr val="0070C0"/>
                </a:solidFill>
                <a:latin typeface="微软雅黑" panose="020B0503020204020204" pitchFamily="34" charset="-122"/>
                <a:ea typeface="微软雅黑" panose="020B0503020204020204" pitchFamily="34" charset="-122"/>
              </a:rPr>
              <a:t>student1</a:t>
            </a:r>
          </a:p>
          <a:p>
            <a:pPr>
              <a:lnSpc>
                <a:spcPts val="2300"/>
              </a:lnSpc>
            </a:pPr>
            <a:r>
              <a:rPr lang="en-US" altLang="zh-CN" b="0" dirty="0">
                <a:solidFill>
                  <a:srgbClr val="0000FF"/>
                </a:solidFill>
                <a:effectLst/>
                <a:latin typeface="Consolas" panose="020B0609020204030204" pitchFamily="49" charset="0"/>
              </a:rPr>
              <a:t>mutable struct</a:t>
            </a:r>
            <a:r>
              <a:rPr lang="en-US" altLang="zh-CN" b="0" dirty="0">
                <a:solidFill>
                  <a:srgbClr val="000000"/>
                </a:solidFill>
                <a:effectLst/>
                <a:latin typeface="Consolas" panose="020B0609020204030204" pitchFamily="49" charset="0"/>
              </a:rPr>
              <a:t> student1</a:t>
            </a:r>
          </a:p>
          <a:p>
            <a:pPr>
              <a:lnSpc>
                <a:spcPts val="2300"/>
              </a:lnSpc>
            </a:pPr>
            <a:r>
              <a:rPr lang="en-US" altLang="zh-CN" b="0" dirty="0">
                <a:solidFill>
                  <a:srgbClr val="000000"/>
                </a:solidFill>
                <a:effectLst/>
                <a:latin typeface="Consolas" panose="020B0609020204030204" pitchFamily="49" charset="0"/>
              </a:rPr>
              <a:t>       number</a:t>
            </a:r>
          </a:p>
          <a:p>
            <a:pPr>
              <a:lnSpc>
                <a:spcPts val="2300"/>
              </a:lnSpc>
            </a:pPr>
            <a:r>
              <a:rPr lang="en-US" altLang="zh-CN" b="0" dirty="0">
                <a:solidFill>
                  <a:srgbClr val="000000"/>
                </a:solidFill>
                <a:effectLst/>
                <a:latin typeface="Consolas" panose="020B0609020204030204" pitchFamily="49" charset="0"/>
              </a:rPr>
              <a:t>       name</a:t>
            </a:r>
          </a:p>
          <a:p>
            <a:pPr>
              <a:lnSpc>
                <a:spcPts val="2300"/>
              </a:lnSpc>
            </a:pPr>
            <a:r>
              <a:rPr lang="en-US" altLang="zh-CN" b="0" dirty="0">
                <a:solidFill>
                  <a:srgbClr val="000000"/>
                </a:solidFill>
                <a:effectLst/>
                <a:latin typeface="Consolas" panose="020B0609020204030204" pitchFamily="49" charset="0"/>
              </a:rPr>
              <a:t>       subject</a:t>
            </a:r>
          </a:p>
          <a:p>
            <a:pPr>
              <a:lnSpc>
                <a:spcPts val="2300"/>
              </a:lnSpc>
            </a:pPr>
            <a:r>
              <a:rPr lang="en-US" altLang="zh-CN" b="0" dirty="0">
                <a:solidFill>
                  <a:srgbClr val="000000"/>
                </a:solidFill>
                <a:effectLst/>
                <a:latin typeface="Consolas" panose="020B0609020204030204" pitchFamily="49" charset="0"/>
              </a:rPr>
              <a:t>       result</a:t>
            </a:r>
          </a:p>
          <a:p>
            <a:pPr>
              <a:lnSpc>
                <a:spcPts val="2300"/>
              </a:lnSpc>
            </a:pPr>
            <a:r>
              <a:rPr lang="en-US" altLang="zh-CN" b="0" dirty="0">
                <a:solidFill>
                  <a:srgbClr val="AF00DB"/>
                </a:solidFill>
                <a:effectLst/>
                <a:latin typeface="Consolas" panose="020B0609020204030204" pitchFamily="49" charset="0"/>
              </a:rPr>
              <a:t>end</a:t>
            </a:r>
          </a:p>
        </p:txBody>
      </p:sp>
      <p:sp>
        <p:nvSpPr>
          <p:cNvPr id="7" name="文本框 6">
            <a:extLst>
              <a:ext uri="{FF2B5EF4-FFF2-40B4-BE49-F238E27FC236}">
                <a16:creationId xmlns:a16="http://schemas.microsoft.com/office/drawing/2014/main" id="{4D8FCADD-5710-E1C9-5887-FB7BC6324AD9}"/>
              </a:ext>
            </a:extLst>
          </p:cNvPr>
          <p:cNvSpPr txBox="1"/>
          <p:nvPr/>
        </p:nvSpPr>
        <p:spPr>
          <a:xfrm>
            <a:off x="672353" y="4136888"/>
            <a:ext cx="3754221" cy="369332"/>
          </a:xfrm>
          <a:prstGeom prst="rect">
            <a:avLst/>
          </a:prstGeom>
          <a:solidFill>
            <a:schemeClr val="bg1"/>
          </a:solidFill>
        </p:spPr>
        <p:txBody>
          <a:bodyPr wrap="square">
            <a:spAutoFit/>
          </a:bodyPr>
          <a:lstStyle/>
          <a:p>
            <a:pPr marL="342900" indent="-342900">
              <a:buFont typeface="+mj-ea"/>
              <a:buAutoNum type="circleNumDbPlain" startAt="3"/>
            </a:pPr>
            <a:r>
              <a:rPr lang="en-US" altLang="zh-CN" b="1">
                <a:solidFill>
                  <a:srgbClr val="0070C0"/>
                </a:solidFill>
                <a:latin typeface="微软雅黑" panose="020B0503020204020204" pitchFamily="34" charset="-122"/>
                <a:ea typeface="微软雅黑" panose="020B0503020204020204" pitchFamily="34" charset="-122"/>
              </a:rPr>
              <a:t>#</a:t>
            </a:r>
            <a:r>
              <a:rPr lang="zh-CN" altLang="en-US" b="1">
                <a:solidFill>
                  <a:srgbClr val="0070C0"/>
                </a:solidFill>
                <a:latin typeface="微软雅黑" panose="020B0503020204020204" pitchFamily="34" charset="-122"/>
                <a:ea typeface="微软雅黑" panose="020B0503020204020204" pitchFamily="34" charset="-122"/>
              </a:rPr>
              <a:t>更改</a:t>
            </a:r>
            <a:r>
              <a:rPr lang="en-US" altLang="zh-CN" b="1">
                <a:solidFill>
                  <a:srgbClr val="0070C0"/>
                </a:solidFill>
                <a:latin typeface="微软雅黑" panose="020B0503020204020204" pitchFamily="34" charset="-122"/>
                <a:ea typeface="微软雅黑" panose="020B0503020204020204" pitchFamily="34" charset="-122"/>
              </a:rPr>
              <a:t>student1</a:t>
            </a:r>
            <a:r>
              <a:rPr lang="zh-CN" altLang="en-US" b="1">
                <a:solidFill>
                  <a:srgbClr val="0070C0"/>
                </a:solidFill>
                <a:latin typeface="微软雅黑" panose="020B0503020204020204" pitchFamily="34" charset="-122"/>
                <a:ea typeface="微软雅黑" panose="020B0503020204020204" pitchFamily="34" charset="-122"/>
              </a:rPr>
              <a:t>实例</a:t>
            </a:r>
            <a:r>
              <a:rPr lang="en-US" altLang="zh-CN" b="1">
                <a:solidFill>
                  <a:srgbClr val="0070C0"/>
                </a:solidFill>
                <a:latin typeface="微软雅黑" panose="020B0503020204020204" pitchFamily="34" charset="-122"/>
                <a:ea typeface="微软雅黑" panose="020B0503020204020204" pitchFamily="34" charset="-122"/>
              </a:rPr>
              <a:t>ss1</a:t>
            </a:r>
            <a:r>
              <a:rPr lang="zh-CN" altLang="en-US" b="1">
                <a:solidFill>
                  <a:srgbClr val="0070C0"/>
                </a:solidFill>
                <a:latin typeface="微软雅黑" panose="020B0503020204020204" pitchFamily="34" charset="-122"/>
                <a:ea typeface="微软雅黑" panose="020B0503020204020204" pitchFamily="34" charset="-122"/>
              </a:rPr>
              <a:t>的值</a:t>
            </a:r>
            <a:endParaRPr lang="en-US" altLang="zh-CN" b="1" dirty="0">
              <a:solidFill>
                <a:srgbClr val="0070C0"/>
              </a:solidFill>
              <a:latin typeface="微软雅黑" panose="020B0503020204020204" pitchFamily="34" charset="-122"/>
              <a:ea typeface="微软雅黑" panose="020B0503020204020204" pitchFamily="34" charset="-122"/>
            </a:endParaRPr>
          </a:p>
        </p:txBody>
      </p:sp>
      <p:sp>
        <p:nvSpPr>
          <p:cNvPr id="9" name="标题 1">
            <a:extLst>
              <a:ext uri="{FF2B5EF4-FFF2-40B4-BE49-F238E27FC236}">
                <a16:creationId xmlns:a16="http://schemas.microsoft.com/office/drawing/2014/main" id="{448628F9-74FE-4EB5-8157-5588ACD8AE74}"/>
              </a:ext>
            </a:extLst>
          </p:cNvPr>
          <p:cNvSpPr txBox="1">
            <a:spLocks/>
          </p:cNvSpPr>
          <p:nvPr/>
        </p:nvSpPr>
        <p:spPr bwMode="auto">
          <a:xfrm>
            <a:off x="1259632" y="366358"/>
            <a:ext cx="7624390" cy="301378"/>
          </a:xfrm>
          <a:prstGeom prst="rect">
            <a:avLst/>
          </a:prstGeom>
          <a:noFill/>
          <a:ln w="9525">
            <a:noFill/>
            <a:miter lim="800000"/>
            <a:headEnd/>
            <a:tailEnd/>
          </a:ln>
        </p:spPr>
        <p:txBody>
          <a:bodyPr vert="horz" wrap="none" lIns="91440" tIns="45720" rIns="91440" bIns="45720" numCol="1" anchor="b" anchorCtr="0" compatLnSpc="1">
            <a:prstTxWarp prst="textNoShape">
              <a:avLst/>
            </a:prstTxWarp>
          </a:bodyPr>
          <a:lstStyle>
            <a:lvl1pPr algn="l" rtl="0" eaLnBrk="0" fontAlgn="base" hangingPunct="0">
              <a:lnSpc>
                <a:spcPct val="85000"/>
              </a:lnSpc>
              <a:spcBef>
                <a:spcPct val="0"/>
              </a:spcBef>
              <a:spcAft>
                <a:spcPct val="0"/>
              </a:spcAft>
              <a:defRPr sz="3200" b="0">
                <a:solidFill>
                  <a:srgbClr val="002060"/>
                </a:solidFill>
                <a:latin typeface="华文楷体" panose="02010600040101010101" pitchFamily="2" charset="-122"/>
                <a:ea typeface="华文楷体" panose="02010600040101010101" pitchFamily="2" charset="-122"/>
                <a:cs typeface="+mj-cs"/>
              </a:defRPr>
            </a:lvl1pPr>
            <a:lvl2pPr algn="l" rtl="0" eaLnBrk="0" fontAlgn="base" hangingPunct="0">
              <a:lnSpc>
                <a:spcPct val="85000"/>
              </a:lnSpc>
              <a:spcBef>
                <a:spcPct val="0"/>
              </a:spcBef>
              <a:spcAft>
                <a:spcPct val="0"/>
              </a:spcAft>
              <a:defRPr sz="3400" b="1">
                <a:solidFill>
                  <a:srgbClr val="002E5C"/>
                </a:solidFill>
                <a:latin typeface="Helvetica" pitchFamily="34" charset="0"/>
              </a:defRPr>
            </a:lvl2pPr>
            <a:lvl3pPr algn="l" rtl="0" eaLnBrk="0" fontAlgn="base" hangingPunct="0">
              <a:lnSpc>
                <a:spcPct val="85000"/>
              </a:lnSpc>
              <a:spcBef>
                <a:spcPct val="0"/>
              </a:spcBef>
              <a:spcAft>
                <a:spcPct val="0"/>
              </a:spcAft>
              <a:defRPr sz="3400" b="1">
                <a:solidFill>
                  <a:srgbClr val="002E5C"/>
                </a:solidFill>
                <a:latin typeface="Helvetica" pitchFamily="34" charset="0"/>
              </a:defRPr>
            </a:lvl3pPr>
            <a:lvl4pPr algn="l" rtl="0" eaLnBrk="0" fontAlgn="base" hangingPunct="0">
              <a:lnSpc>
                <a:spcPct val="85000"/>
              </a:lnSpc>
              <a:spcBef>
                <a:spcPct val="0"/>
              </a:spcBef>
              <a:spcAft>
                <a:spcPct val="0"/>
              </a:spcAft>
              <a:defRPr sz="3400" b="1">
                <a:solidFill>
                  <a:srgbClr val="002E5C"/>
                </a:solidFill>
                <a:latin typeface="Helvetica" pitchFamily="34" charset="0"/>
              </a:defRPr>
            </a:lvl4pPr>
            <a:lvl5pPr algn="l" rtl="0" eaLnBrk="0" fontAlgn="base" hangingPunct="0">
              <a:lnSpc>
                <a:spcPct val="85000"/>
              </a:lnSpc>
              <a:spcBef>
                <a:spcPct val="0"/>
              </a:spcBef>
              <a:spcAft>
                <a:spcPct val="0"/>
              </a:spcAft>
              <a:defRPr sz="3400" b="1">
                <a:solidFill>
                  <a:srgbClr val="002E5C"/>
                </a:solidFill>
                <a:latin typeface="Helvetica" pitchFamily="34" charset="0"/>
              </a:defRPr>
            </a:lvl5pPr>
            <a:lvl6pPr marL="457200" algn="l" rtl="0" eaLnBrk="1" fontAlgn="base" hangingPunct="1">
              <a:lnSpc>
                <a:spcPct val="85000"/>
              </a:lnSpc>
              <a:spcBef>
                <a:spcPct val="0"/>
              </a:spcBef>
              <a:spcAft>
                <a:spcPct val="0"/>
              </a:spcAft>
              <a:defRPr sz="3400" b="1">
                <a:solidFill>
                  <a:srgbClr val="002E5C"/>
                </a:solidFill>
                <a:latin typeface="Helvetica" pitchFamily="34" charset="0"/>
              </a:defRPr>
            </a:lvl6pPr>
            <a:lvl7pPr marL="914400" algn="l" rtl="0" eaLnBrk="1" fontAlgn="base" hangingPunct="1">
              <a:lnSpc>
                <a:spcPct val="85000"/>
              </a:lnSpc>
              <a:spcBef>
                <a:spcPct val="0"/>
              </a:spcBef>
              <a:spcAft>
                <a:spcPct val="0"/>
              </a:spcAft>
              <a:defRPr sz="3400" b="1">
                <a:solidFill>
                  <a:srgbClr val="002E5C"/>
                </a:solidFill>
                <a:latin typeface="Helvetica" pitchFamily="34" charset="0"/>
              </a:defRPr>
            </a:lvl7pPr>
            <a:lvl8pPr marL="1371600" algn="l" rtl="0" eaLnBrk="1" fontAlgn="base" hangingPunct="1">
              <a:lnSpc>
                <a:spcPct val="85000"/>
              </a:lnSpc>
              <a:spcBef>
                <a:spcPct val="0"/>
              </a:spcBef>
              <a:spcAft>
                <a:spcPct val="0"/>
              </a:spcAft>
              <a:defRPr sz="3400" b="1">
                <a:solidFill>
                  <a:srgbClr val="002E5C"/>
                </a:solidFill>
                <a:latin typeface="Helvetica" pitchFamily="34" charset="0"/>
              </a:defRPr>
            </a:lvl8pPr>
            <a:lvl9pPr marL="1828800" algn="l" rtl="0" eaLnBrk="1" fontAlgn="base" hangingPunct="1">
              <a:lnSpc>
                <a:spcPct val="85000"/>
              </a:lnSpc>
              <a:spcBef>
                <a:spcPct val="0"/>
              </a:spcBef>
              <a:spcAft>
                <a:spcPct val="0"/>
              </a:spcAft>
              <a:defRPr sz="3400" b="1">
                <a:solidFill>
                  <a:srgbClr val="002E5C"/>
                </a:solidFill>
                <a:latin typeface="Helvetica" pitchFamily="34" charset="0"/>
              </a:defRPr>
            </a:lvl9pPr>
          </a:lstStyle>
          <a:p>
            <a:r>
              <a:rPr lang="en-US" altLang="zh-CN" kern="0" dirty="0"/>
              <a:t>§1.4.3  </a:t>
            </a:r>
            <a:r>
              <a:rPr lang="zh-CN" altLang="en-US" kern="0" dirty="0"/>
              <a:t>结构体</a:t>
            </a:r>
            <a:r>
              <a:rPr lang="en-US" altLang="zh-CN" kern="0" dirty="0">
                <a:solidFill>
                  <a:srgbClr val="FF0000"/>
                </a:solidFill>
              </a:rPr>
              <a:t>——</a:t>
            </a:r>
            <a:r>
              <a:rPr lang="zh-CN" altLang="en-US" kern="0" dirty="0">
                <a:solidFill>
                  <a:srgbClr val="FF0000"/>
                </a:solidFill>
              </a:rPr>
              <a:t>可变</a:t>
            </a:r>
            <a:r>
              <a:rPr lang="zh-CN" altLang="en-US" sz="2800" dirty="0">
                <a:solidFill>
                  <a:srgbClr val="FF0000"/>
                </a:solidFill>
              </a:rPr>
              <a:t>结构体</a:t>
            </a:r>
            <a:r>
              <a:rPr lang="zh-CN" altLang="en-US" dirty="0">
                <a:solidFill>
                  <a:srgbClr val="FF0000"/>
                </a:solidFill>
              </a:rPr>
              <a:t>数组</a:t>
            </a:r>
            <a:endParaRPr lang="zh-CN" altLang="en-US" kern="0" dirty="0">
              <a:solidFill>
                <a:srgbClr val="FF0000"/>
              </a:solidFill>
            </a:endParaRPr>
          </a:p>
        </p:txBody>
      </p:sp>
      <p:sp>
        <p:nvSpPr>
          <p:cNvPr id="2" name="内容占位符 2">
            <a:extLst>
              <a:ext uri="{FF2B5EF4-FFF2-40B4-BE49-F238E27FC236}">
                <a16:creationId xmlns:a16="http://schemas.microsoft.com/office/drawing/2014/main" id="{A76347EE-F671-FBA6-E8E1-43D5B5252B93}"/>
              </a:ext>
            </a:extLst>
          </p:cNvPr>
          <p:cNvSpPr txBox="1">
            <a:spLocks/>
          </p:cNvSpPr>
          <p:nvPr/>
        </p:nvSpPr>
        <p:spPr bwMode="auto">
          <a:xfrm>
            <a:off x="672353" y="695963"/>
            <a:ext cx="8373948" cy="375809"/>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defPPr>
              <a:defRPr lang="zh-CN"/>
            </a:defPPr>
            <a:lvl1pPr marL="0" indent="0" algn="dist" eaLnBrk="0" hangingPunct="0">
              <a:lnSpc>
                <a:spcPct val="110000"/>
              </a:lnSpc>
              <a:buFont typeface="Wingdings" panose="05000000000000000000" pitchFamily="2" charset="2"/>
              <a:buNone/>
              <a:defRPr sz="2000" b="1" i="0">
                <a:solidFill>
                  <a:srgbClr val="0070C0"/>
                </a:solidFill>
                <a:effectLst/>
                <a:latin typeface="微软雅黑" panose="020B0503020204020204" pitchFamily="34" charset="-122"/>
                <a:ea typeface="微软雅黑" panose="020B0503020204020204" pitchFamily="34" charset="-122"/>
              </a:defRPr>
            </a:lvl1pPr>
            <a:lvl2pPr marL="635000" indent="-177800" eaLnBrk="0" hangingPunct="0">
              <a:lnSpc>
                <a:spcPct val="110000"/>
              </a:lnSpc>
              <a:buFont typeface="Wingdings" panose="05000000000000000000" pitchFamily="2" charset="2"/>
              <a:buChar char="Ø"/>
              <a:defRPr sz="2400" b="0">
                <a:solidFill>
                  <a:srgbClr val="002060"/>
                </a:solidFill>
                <a:latin typeface="华文楷体" panose="02010600040101010101" pitchFamily="2" charset="-122"/>
                <a:ea typeface="华文楷体" panose="02010600040101010101" pitchFamily="2" charset="-122"/>
              </a:defRPr>
            </a:lvl2pPr>
            <a:lvl3pPr marL="1092200" indent="-177800" eaLnBrk="0" hangingPunct="0">
              <a:lnSpc>
                <a:spcPct val="110000"/>
              </a:lnSpc>
              <a:buFont typeface="Wingdings" panose="05000000000000000000" pitchFamily="2" charset="2"/>
              <a:buChar char="Ø"/>
              <a:defRPr sz="2400" b="0">
                <a:solidFill>
                  <a:srgbClr val="002060"/>
                </a:solidFill>
                <a:latin typeface="华文楷体" panose="02010600040101010101" pitchFamily="2" charset="-122"/>
                <a:ea typeface="华文楷体" panose="02010600040101010101" pitchFamily="2" charset="-122"/>
              </a:defRPr>
            </a:lvl3pPr>
            <a:lvl4pPr marL="1549400" indent="-177800" eaLnBrk="0" hangingPunct="0">
              <a:lnSpc>
                <a:spcPct val="110000"/>
              </a:lnSpc>
              <a:buFont typeface="Wingdings" panose="05000000000000000000" pitchFamily="2" charset="2"/>
              <a:buChar char="Ø"/>
              <a:defRPr sz="2000" b="0">
                <a:solidFill>
                  <a:srgbClr val="002060"/>
                </a:solidFill>
                <a:latin typeface="华文楷体" panose="02010600040101010101" pitchFamily="2" charset="-122"/>
                <a:ea typeface="华文楷体" panose="02010600040101010101" pitchFamily="2" charset="-122"/>
              </a:defRPr>
            </a:lvl4pPr>
            <a:lvl5pPr marL="2006600" indent="-177800" eaLnBrk="0" hangingPunct="0">
              <a:lnSpc>
                <a:spcPct val="110000"/>
              </a:lnSpc>
              <a:buFont typeface="Wingdings" panose="05000000000000000000" pitchFamily="2" charset="2"/>
              <a:buChar char="Ø"/>
              <a:defRPr sz="2000" b="0">
                <a:solidFill>
                  <a:srgbClr val="002060"/>
                </a:solidFill>
                <a:latin typeface="华文楷体" panose="02010600040101010101" pitchFamily="2" charset="-122"/>
                <a:ea typeface="华文楷体" panose="02010600040101010101" pitchFamily="2" charset="-122"/>
              </a:defRPr>
            </a:lvl5pPr>
            <a:lvl6pPr marL="2463800" indent="-177800" fontAlgn="base">
              <a:lnSpc>
                <a:spcPct val="110000"/>
              </a:lnSpc>
              <a:spcBef>
                <a:spcPct val="0"/>
              </a:spcBef>
              <a:spcAft>
                <a:spcPct val="0"/>
              </a:spcAft>
              <a:buChar char="•"/>
              <a:defRPr b="1">
                <a:solidFill>
                  <a:srgbClr val="002E5C"/>
                </a:solidFill>
                <a:latin typeface="+mn-lt"/>
              </a:defRPr>
            </a:lvl6pPr>
            <a:lvl7pPr marL="2921000" indent="-177800" fontAlgn="base">
              <a:lnSpc>
                <a:spcPct val="110000"/>
              </a:lnSpc>
              <a:spcBef>
                <a:spcPct val="0"/>
              </a:spcBef>
              <a:spcAft>
                <a:spcPct val="0"/>
              </a:spcAft>
              <a:buChar char="•"/>
              <a:defRPr b="1">
                <a:solidFill>
                  <a:srgbClr val="002E5C"/>
                </a:solidFill>
                <a:latin typeface="+mn-lt"/>
              </a:defRPr>
            </a:lvl7pPr>
            <a:lvl8pPr marL="3378200" indent="-177800" fontAlgn="base">
              <a:lnSpc>
                <a:spcPct val="110000"/>
              </a:lnSpc>
              <a:spcBef>
                <a:spcPct val="0"/>
              </a:spcBef>
              <a:spcAft>
                <a:spcPct val="0"/>
              </a:spcAft>
              <a:buChar char="•"/>
              <a:defRPr b="1">
                <a:solidFill>
                  <a:srgbClr val="002E5C"/>
                </a:solidFill>
                <a:latin typeface="+mn-lt"/>
              </a:defRPr>
            </a:lvl8pPr>
            <a:lvl9pPr marL="3835400" indent="-177800" fontAlgn="base">
              <a:lnSpc>
                <a:spcPct val="110000"/>
              </a:lnSpc>
              <a:spcBef>
                <a:spcPct val="0"/>
              </a:spcBef>
              <a:spcAft>
                <a:spcPct val="0"/>
              </a:spcAft>
              <a:buChar char="•"/>
              <a:defRPr b="1">
                <a:solidFill>
                  <a:srgbClr val="002E5C"/>
                </a:solidFill>
                <a:latin typeface="+mn-lt"/>
              </a:defRPr>
            </a:lvl9pPr>
          </a:lstStyle>
          <a:p>
            <a:r>
              <a:rPr lang="zh-CN" altLang="en-US" sz="1800" dirty="0"/>
              <a:t>可变结构体数组：用</a:t>
            </a:r>
            <a:r>
              <a:rPr lang="en-US" altLang="zh-CN" sz="1800" kern="0" dirty="0"/>
              <a:t>mutable struct</a:t>
            </a:r>
            <a:r>
              <a:rPr lang="zh-CN" altLang="en-US" sz="1800" kern="0" dirty="0"/>
              <a:t>定义字段</a:t>
            </a:r>
            <a:r>
              <a:rPr lang="zh-CN" altLang="en-US" sz="1800" kern="0" dirty="0">
                <a:solidFill>
                  <a:srgbClr val="0070C0"/>
                </a:solidFill>
              </a:rPr>
              <a:t>名</a:t>
            </a:r>
            <a:r>
              <a:rPr lang="zh-CN" altLang="zh-CN" sz="1800" kern="0" dirty="0">
                <a:solidFill>
                  <a:srgbClr val="FF0000"/>
                </a:solidFill>
              </a:rPr>
              <a:t>field</a:t>
            </a:r>
            <a:r>
              <a:rPr lang="en-US" altLang="zh-CN" sz="1800" kern="0" dirty="0">
                <a:solidFill>
                  <a:srgbClr val="FF0000"/>
                </a:solidFill>
              </a:rPr>
              <a:t>,</a:t>
            </a:r>
            <a:r>
              <a:rPr lang="zh-CN" altLang="en-US" sz="1800" kern="0" dirty="0"/>
              <a:t>建立结构体</a:t>
            </a:r>
            <a:r>
              <a:rPr lang="en-US" altLang="zh-CN" sz="1800" kern="0" dirty="0">
                <a:solidFill>
                  <a:srgbClr val="FF0000"/>
                </a:solidFill>
              </a:rPr>
              <a:t>Name</a:t>
            </a:r>
            <a:endParaRPr lang="en-US" altLang="zh-CN" sz="1800" dirty="0"/>
          </a:p>
        </p:txBody>
      </p:sp>
      <p:sp>
        <p:nvSpPr>
          <p:cNvPr id="6" name="文本框 5">
            <a:extLst>
              <a:ext uri="{FF2B5EF4-FFF2-40B4-BE49-F238E27FC236}">
                <a16:creationId xmlns:a16="http://schemas.microsoft.com/office/drawing/2014/main" id="{157500B3-9BCA-CCB1-D683-C78CD8364274}"/>
              </a:ext>
            </a:extLst>
          </p:cNvPr>
          <p:cNvSpPr txBox="1"/>
          <p:nvPr/>
        </p:nvSpPr>
        <p:spPr>
          <a:xfrm>
            <a:off x="4283968" y="4213242"/>
            <a:ext cx="3096344" cy="369332"/>
          </a:xfrm>
          <a:prstGeom prst="rect">
            <a:avLst/>
          </a:prstGeom>
          <a:noFill/>
        </p:spPr>
        <p:txBody>
          <a:bodyPr wrap="square">
            <a:spAutoFit/>
          </a:bodyPr>
          <a:lstStyle/>
          <a:p>
            <a:r>
              <a:rPr lang="en-US" altLang="zh-CN" b="0" dirty="0">
                <a:solidFill>
                  <a:srgbClr val="000000"/>
                </a:solidFill>
                <a:effectLst/>
                <a:latin typeface="Consolas" panose="020B0609020204030204" pitchFamily="49" charset="0"/>
              </a:rPr>
              <a:t>ss1.name="</a:t>
            </a:r>
            <a:r>
              <a:rPr lang="en-US" altLang="zh-CN" b="0" dirty="0" err="1">
                <a:solidFill>
                  <a:srgbClr val="000000"/>
                </a:solidFill>
                <a:effectLst/>
                <a:latin typeface="Consolas" panose="020B0609020204030204" pitchFamily="49" charset="0"/>
              </a:rPr>
              <a:t>yangyang</a:t>
            </a:r>
            <a:r>
              <a:rPr lang="en-US" altLang="zh-CN" b="0" dirty="0">
                <a:solidFill>
                  <a:srgbClr val="000000"/>
                </a:solidFill>
                <a:effectLst/>
                <a:latin typeface="Consolas" panose="020B0609020204030204" pitchFamily="49" charset="0"/>
              </a:rPr>
              <a:t>"</a:t>
            </a:r>
          </a:p>
        </p:txBody>
      </p:sp>
      <p:sp>
        <p:nvSpPr>
          <p:cNvPr id="12" name="文本框 11">
            <a:extLst>
              <a:ext uri="{FF2B5EF4-FFF2-40B4-BE49-F238E27FC236}">
                <a16:creationId xmlns:a16="http://schemas.microsoft.com/office/drawing/2014/main" id="{6EF773EE-CB75-5C57-0BAD-4E8A301B9ABB}"/>
              </a:ext>
            </a:extLst>
          </p:cNvPr>
          <p:cNvSpPr txBox="1"/>
          <p:nvPr/>
        </p:nvSpPr>
        <p:spPr>
          <a:xfrm>
            <a:off x="1060217" y="3748258"/>
            <a:ext cx="7018478" cy="369332"/>
          </a:xfrm>
          <a:prstGeom prst="rect">
            <a:avLst/>
          </a:prstGeom>
          <a:noFill/>
        </p:spPr>
        <p:txBody>
          <a:bodyPr wrap="square">
            <a:spAutoFit/>
          </a:bodyPr>
          <a:lstStyle/>
          <a:p>
            <a:r>
              <a:rPr lang="en-US" altLang="zh-CN" b="0" dirty="0">
                <a:solidFill>
                  <a:srgbClr val="000000"/>
                </a:solidFill>
                <a:effectLst/>
                <a:latin typeface="Consolas" panose="020B0609020204030204" pitchFamily="49" charset="0"/>
              </a:rPr>
              <a:t>ss1=</a:t>
            </a:r>
            <a:r>
              <a:rPr lang="en-US" altLang="zh-CN" b="0" dirty="0">
                <a:solidFill>
                  <a:srgbClr val="795E26"/>
                </a:solidFill>
                <a:effectLst/>
                <a:latin typeface="Consolas" panose="020B0609020204030204" pitchFamily="49" charset="0"/>
              </a:rPr>
              <a:t>student1</a:t>
            </a:r>
            <a:r>
              <a:rPr lang="en-US" altLang="zh-CN" b="0" dirty="0">
                <a:solidFill>
                  <a:srgbClr val="000000"/>
                </a:solidFill>
                <a:effectLst/>
                <a:latin typeface="Consolas" panose="020B0609020204030204" pitchFamily="49" charset="0"/>
              </a:rPr>
              <a:t>(</a:t>
            </a:r>
            <a:r>
              <a:rPr lang="en-US" altLang="zh-CN" b="0" dirty="0">
                <a:solidFill>
                  <a:srgbClr val="A31515"/>
                </a:solidFill>
                <a:effectLst/>
                <a:latin typeface="Consolas" panose="020B0609020204030204" pitchFamily="49" charset="0"/>
              </a:rPr>
              <a:t>"2022223"</a:t>
            </a:r>
            <a:r>
              <a:rPr lang="en-US" altLang="zh-CN" b="0" dirty="0">
                <a:solidFill>
                  <a:srgbClr val="000000"/>
                </a:solidFill>
                <a:effectLst/>
                <a:latin typeface="Consolas" panose="020B0609020204030204" pitchFamily="49" charset="0"/>
              </a:rPr>
              <a:t>,</a:t>
            </a:r>
            <a:r>
              <a:rPr lang="en-US" altLang="zh-CN" b="0" dirty="0">
                <a:solidFill>
                  <a:srgbClr val="A31515"/>
                </a:solidFill>
                <a:effectLst/>
                <a:latin typeface="Consolas" panose="020B0609020204030204" pitchFamily="49" charset="0"/>
              </a:rPr>
              <a:t>"lili"</a:t>
            </a:r>
            <a:r>
              <a:rPr lang="en-US" altLang="zh-CN" b="0" dirty="0">
                <a:solidFill>
                  <a:srgbClr val="000000"/>
                </a:solidFill>
                <a:effectLst/>
                <a:latin typeface="Consolas" panose="020B0609020204030204" pitchFamily="49" charset="0"/>
              </a:rPr>
              <a:t>,[</a:t>
            </a:r>
            <a:r>
              <a:rPr lang="en-US" altLang="zh-CN" b="0" dirty="0">
                <a:solidFill>
                  <a:srgbClr val="A31515"/>
                </a:solidFill>
                <a:effectLst/>
                <a:latin typeface="Consolas" panose="020B0609020204030204" pitchFamily="49" charset="0"/>
              </a:rPr>
              <a:t>"</a:t>
            </a:r>
            <a:r>
              <a:rPr lang="zh-CN" altLang="en-US" b="0" dirty="0">
                <a:solidFill>
                  <a:srgbClr val="A31515"/>
                </a:solidFill>
                <a:effectLst/>
                <a:latin typeface="Consolas" panose="020B0609020204030204" pitchFamily="49" charset="0"/>
              </a:rPr>
              <a:t>高数</a:t>
            </a:r>
            <a:r>
              <a:rPr lang="en-US" altLang="zh-CN" b="0" dirty="0">
                <a:solidFill>
                  <a:srgbClr val="A31515"/>
                </a:solidFill>
                <a:effectLst/>
                <a:latin typeface="Consolas" panose="020B0609020204030204" pitchFamily="49" charset="0"/>
              </a:rPr>
              <a:t>"</a:t>
            </a:r>
            <a:r>
              <a:rPr lang="en-US" altLang="zh-CN" b="0" dirty="0">
                <a:solidFill>
                  <a:srgbClr val="000000"/>
                </a:solidFill>
                <a:effectLst/>
                <a:latin typeface="Consolas" panose="020B0609020204030204" pitchFamily="49" charset="0"/>
              </a:rPr>
              <a:t>,</a:t>
            </a:r>
            <a:r>
              <a:rPr lang="en-US" altLang="zh-CN" b="0" dirty="0">
                <a:solidFill>
                  <a:srgbClr val="A31515"/>
                </a:solidFill>
                <a:effectLst/>
                <a:latin typeface="Consolas" panose="020B0609020204030204" pitchFamily="49" charset="0"/>
              </a:rPr>
              <a:t>"</a:t>
            </a:r>
            <a:r>
              <a:rPr lang="zh-CN" altLang="en-US" b="0" dirty="0">
                <a:solidFill>
                  <a:srgbClr val="A31515"/>
                </a:solidFill>
                <a:effectLst/>
                <a:latin typeface="Consolas" panose="020B0609020204030204" pitchFamily="49" charset="0"/>
              </a:rPr>
              <a:t>英语</a:t>
            </a:r>
            <a:r>
              <a:rPr lang="en-US" altLang="zh-CN" b="0" dirty="0">
                <a:solidFill>
                  <a:srgbClr val="A31515"/>
                </a:solidFill>
                <a:effectLst/>
                <a:latin typeface="Consolas" panose="020B0609020204030204" pitchFamily="49" charset="0"/>
              </a:rPr>
              <a:t>"</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78</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89</a:t>
            </a:r>
            <a:r>
              <a:rPr lang="en-US" altLang="zh-CN" b="0" dirty="0">
                <a:solidFill>
                  <a:srgbClr val="000000"/>
                </a:solidFill>
                <a:effectLst/>
                <a:latin typeface="Consolas" panose="020B0609020204030204" pitchFamily="49" charset="0"/>
              </a:rPr>
              <a:t>])</a:t>
            </a:r>
          </a:p>
        </p:txBody>
      </p:sp>
      <p:sp>
        <p:nvSpPr>
          <p:cNvPr id="13" name="波形 12">
            <a:extLst>
              <a:ext uri="{FF2B5EF4-FFF2-40B4-BE49-F238E27FC236}">
                <a16:creationId xmlns:a16="http://schemas.microsoft.com/office/drawing/2014/main" id="{2E27EF76-CA68-00BD-DE71-0188689716AB}"/>
              </a:ext>
            </a:extLst>
          </p:cNvPr>
          <p:cNvSpPr/>
          <p:nvPr/>
        </p:nvSpPr>
        <p:spPr>
          <a:xfrm>
            <a:off x="5126158" y="1202787"/>
            <a:ext cx="1030018" cy="244959"/>
          </a:xfrm>
          <a:prstGeom prst="wave">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anchor="ctr">
            <a:noAutofit/>
          </a:bodyPr>
          <a:lstStyle/>
          <a:p>
            <a:pPr algn="ctr" eaLnBrk="0" fontAlgn="auto">
              <a:lnSpc>
                <a:spcPct val="140000"/>
              </a:lnSpc>
              <a:spcBef>
                <a:spcPts val="0"/>
              </a:spcBef>
              <a:spcAft>
                <a:spcPts val="0"/>
              </a:spcAft>
            </a:pPr>
            <a:r>
              <a:rPr lang="en-US" altLang="ko-KR" b="1" dirty="0">
                <a:solidFill>
                  <a:srgbClr val="FFFF00"/>
                </a:solidFill>
                <a:latin typeface="微软雅黑" panose="020B0503020204020204" pitchFamily="34" charset="-122"/>
                <a:ea typeface="微软雅黑" panose="020B0503020204020204" pitchFamily="34" charset="-122"/>
              </a:rPr>
              <a:t>例143-2</a:t>
            </a:r>
            <a:endParaRPr lang="ko-KR" altLang="en-US" b="1" dirty="0">
              <a:solidFill>
                <a:srgbClr val="FFFF00"/>
              </a:solidFill>
              <a:latin typeface="微软雅黑" panose="020B0503020204020204" pitchFamily="34" charset="-122"/>
              <a:ea typeface="微软雅黑" panose="020B0503020204020204" pitchFamily="34" charset="-122"/>
            </a:endParaRPr>
          </a:p>
        </p:txBody>
      </p:sp>
      <p:sp>
        <p:nvSpPr>
          <p:cNvPr id="14" name="文本框 13">
            <a:extLst>
              <a:ext uri="{FF2B5EF4-FFF2-40B4-BE49-F238E27FC236}">
                <a16:creationId xmlns:a16="http://schemas.microsoft.com/office/drawing/2014/main" id="{B6B168F1-3635-C4E1-E557-81F66BA66874}"/>
              </a:ext>
            </a:extLst>
          </p:cNvPr>
          <p:cNvSpPr txBox="1"/>
          <p:nvPr/>
        </p:nvSpPr>
        <p:spPr>
          <a:xfrm>
            <a:off x="6196494" y="1122298"/>
            <a:ext cx="2543283" cy="369332"/>
          </a:xfrm>
          <a:prstGeom prst="rect">
            <a:avLst/>
          </a:prstGeom>
          <a:noFill/>
        </p:spPr>
        <p:txBody>
          <a:bodyPr wrap="square">
            <a:spAutoFit/>
          </a:bodyPr>
          <a:lstStyle/>
          <a:p>
            <a:pPr algn="dist"/>
            <a:r>
              <a:rPr lang="zh-CN" altLang="en-US" sz="1800" b="1" i="0" dirty="0">
                <a:solidFill>
                  <a:srgbClr val="0070C0"/>
                </a:solidFill>
                <a:effectLst/>
                <a:latin typeface="微软雅黑" panose="020B0503020204020204" pitchFamily="34" charset="-122"/>
                <a:ea typeface="微软雅黑" panose="020B0503020204020204" pitchFamily="34" charset="-122"/>
              </a:rPr>
              <a:t>学生信息可变结构体</a:t>
            </a:r>
            <a:endParaRPr lang="zh-CN" altLang="en-US" dirty="0"/>
          </a:p>
        </p:txBody>
      </p:sp>
    </p:spTree>
    <p:extLst>
      <p:ext uri="{BB962C8B-B14F-4D97-AF65-F5344CB8AC3E}">
        <p14:creationId xmlns:p14="http://schemas.microsoft.com/office/powerpoint/2010/main" val="32156399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7CB1018-9B2B-0098-C64D-F102C5AF4BF7}"/>
              </a:ext>
            </a:extLst>
          </p:cNvPr>
          <p:cNvSpPr>
            <a:spLocks noGrp="1"/>
          </p:cNvSpPr>
          <p:nvPr>
            <p:ph type="title"/>
          </p:nvPr>
        </p:nvSpPr>
        <p:spPr>
          <a:xfrm>
            <a:off x="1044393" y="64521"/>
            <a:ext cx="7667625" cy="549962"/>
          </a:xfrm>
        </p:spPr>
        <p:txBody>
          <a:bodyPr/>
          <a:lstStyle/>
          <a:p>
            <a:pPr>
              <a:lnSpc>
                <a:spcPct val="100000"/>
              </a:lnSpc>
            </a:pPr>
            <a:r>
              <a:rPr lang="en-US" altLang="zh-CN" sz="2800" b="1" dirty="0"/>
              <a:t>§1.4.4 Julia </a:t>
            </a:r>
            <a:r>
              <a:rPr lang="zh-CN" altLang="en-US" sz="2800" b="1" dirty="0"/>
              <a:t>元组（</a:t>
            </a:r>
            <a:r>
              <a:rPr lang="en-US" altLang="zh-CN" sz="2800" b="1" dirty="0"/>
              <a:t>tuple</a:t>
            </a:r>
            <a:r>
              <a:rPr lang="zh-CN" altLang="en-US" sz="2800" b="1" dirty="0"/>
              <a:t>）</a:t>
            </a:r>
            <a:r>
              <a:rPr lang="en-US" altLang="zh-CN" sz="2800" b="1" dirty="0"/>
              <a:t>——</a:t>
            </a:r>
            <a:r>
              <a:rPr lang="zh-CN" altLang="en-US" sz="2800" b="1" dirty="0">
                <a:solidFill>
                  <a:srgbClr val="FF0000"/>
                </a:solidFill>
              </a:rPr>
              <a:t>元组特点创建  </a:t>
            </a:r>
            <a:r>
              <a:rPr lang="en-US" altLang="zh-CN" sz="2800" b="1" dirty="0">
                <a:solidFill>
                  <a:srgbClr val="FF0000"/>
                </a:solidFill>
              </a:rPr>
              <a:t>( )</a:t>
            </a:r>
            <a:r>
              <a:rPr lang="zh-CN" altLang="en-US" sz="2800" b="1" dirty="0">
                <a:solidFill>
                  <a:srgbClr val="FF0000"/>
                </a:solidFill>
              </a:rPr>
              <a:t> </a:t>
            </a:r>
          </a:p>
        </p:txBody>
      </p:sp>
      <p:sp>
        <p:nvSpPr>
          <p:cNvPr id="3" name="内容占位符 2">
            <a:extLst>
              <a:ext uri="{FF2B5EF4-FFF2-40B4-BE49-F238E27FC236}">
                <a16:creationId xmlns:a16="http://schemas.microsoft.com/office/drawing/2014/main" id="{E67BE7B2-F439-C732-4B35-42C0E8D4EF95}"/>
              </a:ext>
            </a:extLst>
          </p:cNvPr>
          <p:cNvSpPr>
            <a:spLocks noGrp="1"/>
          </p:cNvSpPr>
          <p:nvPr>
            <p:ph idx="1"/>
          </p:nvPr>
        </p:nvSpPr>
        <p:spPr>
          <a:xfrm>
            <a:off x="475851" y="1222280"/>
            <a:ext cx="8399296" cy="1273875"/>
          </a:xfrm>
          <a:ln>
            <a:solidFill>
              <a:schemeClr val="bg1">
                <a:lumMod val="75000"/>
              </a:schemeClr>
            </a:solidFill>
          </a:ln>
        </p:spPr>
        <p:txBody>
          <a:bodyPr/>
          <a:lstStyle/>
          <a:p>
            <a:pPr marL="457200" indent="-457200">
              <a:buFont typeface="+mj-ea"/>
              <a:buAutoNum type="circleNumDbPlain"/>
            </a:pPr>
            <a:r>
              <a:rPr lang="zh-CN" altLang="en-US" sz="1800" b="1" i="0" dirty="0">
                <a:effectLst/>
                <a:latin typeface="宋体" panose="02010600030101010101" pitchFamily="2" charset="-122"/>
                <a:ea typeface="宋体" panose="02010600030101010101" pitchFamily="2" charset="-122"/>
              </a:rPr>
              <a:t>元组创建用</a:t>
            </a:r>
            <a:r>
              <a:rPr lang="zh-CN" altLang="en-US" sz="1800" b="1" dirty="0">
                <a:latin typeface="宋体" panose="02010600030101010101" pitchFamily="2" charset="-122"/>
                <a:ea typeface="宋体" panose="02010600030101010101" pitchFamily="2" charset="-122"/>
              </a:rPr>
              <a:t>小括号</a:t>
            </a:r>
            <a:r>
              <a:rPr lang="zh-CN" altLang="en-US" sz="1800" b="1" dirty="0">
                <a:solidFill>
                  <a:schemeClr val="bg1"/>
                </a:solidFill>
                <a:latin typeface="宋体" panose="02010600030101010101" pitchFamily="2" charset="-122"/>
                <a:ea typeface="宋体" panose="02010600030101010101" pitchFamily="2" charset="-122"/>
              </a:rPr>
              <a:t> </a:t>
            </a:r>
            <a:r>
              <a:rPr lang="en-US" altLang="zh-CN" sz="1800" b="1" dirty="0">
                <a:solidFill>
                  <a:schemeClr val="bg1"/>
                </a:solidFill>
                <a:highlight>
                  <a:srgbClr val="FF0000"/>
                </a:highlight>
                <a:latin typeface="宋体" panose="02010600030101010101" pitchFamily="2" charset="-122"/>
                <a:ea typeface="宋体" panose="02010600030101010101" pitchFamily="2" charset="-122"/>
              </a:rPr>
              <a:t>(…)</a:t>
            </a:r>
            <a:r>
              <a:rPr lang="zh-CN" altLang="en-US" sz="1800" b="1" dirty="0">
                <a:solidFill>
                  <a:schemeClr val="bg1"/>
                </a:solidFill>
                <a:latin typeface="宋体" panose="02010600030101010101" pitchFamily="2" charset="-122"/>
                <a:ea typeface="宋体" panose="02010600030101010101" pitchFamily="2" charset="-122"/>
              </a:rPr>
              <a:t> </a:t>
            </a:r>
            <a:r>
              <a:rPr lang="zh-CN" altLang="en-US" sz="1800" b="1" dirty="0">
                <a:latin typeface="宋体" panose="02010600030101010101" pitchFamily="2" charset="-122"/>
                <a:ea typeface="宋体" panose="02010600030101010101" pitchFamily="2" charset="-122"/>
              </a:rPr>
              <a:t>，也可用</a:t>
            </a:r>
            <a:r>
              <a:rPr lang="en-US" altLang="zh-CN" sz="1800" b="1" dirty="0">
                <a:solidFill>
                  <a:schemeClr val="bg1"/>
                </a:solidFill>
                <a:highlight>
                  <a:srgbClr val="FF0000"/>
                </a:highlight>
                <a:latin typeface="宋体" panose="02010600030101010101" pitchFamily="2" charset="-122"/>
                <a:ea typeface="宋体" panose="02010600030101010101" pitchFamily="2" charset="-122"/>
              </a:rPr>
              <a:t>tuple(…),</a:t>
            </a:r>
            <a:r>
              <a:rPr lang="zh-CN" altLang="en-US" sz="1800" b="1" dirty="0">
                <a:latin typeface="宋体" panose="02010600030101010101" pitchFamily="2" charset="-122"/>
                <a:ea typeface="宋体" panose="02010600030101010101" pitchFamily="2" charset="-122"/>
              </a:rPr>
              <a:t>元素间用逗号隔开</a:t>
            </a:r>
            <a:r>
              <a:rPr lang="en-US" altLang="zh-CN" sz="1800" b="1" dirty="0">
                <a:latin typeface="宋体" panose="02010600030101010101" pitchFamily="2" charset="-122"/>
                <a:ea typeface="宋体" panose="02010600030101010101" pitchFamily="2" charset="-122"/>
              </a:rPr>
              <a:t> </a:t>
            </a:r>
          </a:p>
          <a:p>
            <a:pPr marL="457200" indent="-457200">
              <a:buFont typeface="+mj-ea"/>
              <a:buAutoNum type="circleNumDbPlain"/>
            </a:pPr>
            <a:r>
              <a:rPr lang="zh-CN" altLang="en-US" sz="1800" b="1" dirty="0">
                <a:latin typeface="宋体" panose="02010600030101010101" pitchFamily="2" charset="-122"/>
                <a:ea typeface="宋体" panose="02010600030101010101" pitchFamily="2" charset="-122"/>
              </a:rPr>
              <a:t>向量中元素可以是任意类型和大小</a:t>
            </a:r>
          </a:p>
          <a:p>
            <a:pPr marL="457200" indent="-457200">
              <a:buFont typeface="+mj-ea"/>
              <a:buAutoNum type="circleNumDbPlain"/>
            </a:pPr>
            <a:r>
              <a:rPr lang="zh-CN" altLang="en-US" sz="1800" b="1" dirty="0">
                <a:latin typeface="宋体" panose="02010600030101010101" pitchFamily="2" charset="-122"/>
                <a:ea typeface="宋体" panose="02010600030101010101" pitchFamily="2" charset="-122"/>
              </a:rPr>
              <a:t>元组元素可以通过索引</a:t>
            </a:r>
            <a:r>
              <a:rPr lang="en-US" altLang="zh-CN" sz="1800" b="1" dirty="0">
                <a:latin typeface="宋体" panose="02010600030101010101" pitchFamily="2" charset="-122"/>
                <a:ea typeface="宋体" panose="02010600030101010101" pitchFamily="2" charset="-122"/>
              </a:rPr>
              <a:t>[ ]</a:t>
            </a:r>
            <a:r>
              <a:rPr lang="zh-CN" altLang="en-US" sz="1800" b="1" dirty="0">
                <a:latin typeface="宋体" panose="02010600030101010101" pitchFamily="2" charset="-122"/>
                <a:ea typeface="宋体" panose="02010600030101010101" pitchFamily="2" charset="-122"/>
              </a:rPr>
              <a:t>来访问</a:t>
            </a:r>
            <a:endParaRPr lang="en-US" altLang="zh-CN" sz="1800" b="1" dirty="0">
              <a:latin typeface="宋体" panose="02010600030101010101" pitchFamily="2" charset="-122"/>
              <a:ea typeface="宋体" panose="02010600030101010101" pitchFamily="2" charset="-122"/>
            </a:endParaRPr>
          </a:p>
          <a:p>
            <a:pPr marL="457200" indent="-457200">
              <a:buFont typeface="+mj-ea"/>
              <a:buAutoNum type="circleNumDbPlain"/>
            </a:pPr>
            <a:r>
              <a:rPr lang="zh-CN" altLang="en-US" sz="1800" b="1" dirty="0">
                <a:latin typeface="宋体" panose="02010600030101010101" pitchFamily="2" charset="-122"/>
                <a:ea typeface="宋体" panose="02010600030101010101" pitchFamily="2" charset="-122"/>
              </a:rPr>
              <a:t>数组中的很多函数也可以在元组中使用</a:t>
            </a:r>
          </a:p>
        </p:txBody>
      </p:sp>
      <p:sp>
        <p:nvSpPr>
          <p:cNvPr id="8" name="文本框 7">
            <a:extLst>
              <a:ext uri="{FF2B5EF4-FFF2-40B4-BE49-F238E27FC236}">
                <a16:creationId xmlns:a16="http://schemas.microsoft.com/office/drawing/2014/main" id="{6CEA9D3B-FC87-4630-8FC0-F1522752F967}"/>
              </a:ext>
            </a:extLst>
          </p:cNvPr>
          <p:cNvSpPr txBox="1"/>
          <p:nvPr/>
        </p:nvSpPr>
        <p:spPr>
          <a:xfrm>
            <a:off x="493184" y="2624948"/>
            <a:ext cx="8384526" cy="1938992"/>
          </a:xfrm>
          <a:prstGeom prst="rect">
            <a:avLst/>
          </a:prstGeom>
          <a:solidFill>
            <a:schemeClr val="bg1"/>
          </a:solidFill>
          <a:ln>
            <a:solidFill>
              <a:schemeClr val="bg1">
                <a:lumMod val="50000"/>
              </a:schemeClr>
            </a:solidFill>
          </a:ln>
        </p:spPr>
        <p:txBody>
          <a:bodyPr wrap="square">
            <a:spAutoFit/>
          </a:bodyPr>
          <a:lstStyle/>
          <a:p>
            <a:r>
              <a:rPr lang="es-ES" altLang="zh-CN" sz="2000" b="1" dirty="0">
                <a:solidFill>
                  <a:srgbClr val="002060"/>
                </a:solidFill>
                <a:latin typeface="华文楷体" panose="02010600040101010101" pitchFamily="2" charset="-122"/>
                <a:ea typeface="华文楷体" panose="02010600040101010101" pitchFamily="2" charset="-122"/>
              </a:rPr>
              <a:t>julia&gt; a=(1,2,3,4)    #</a:t>
            </a:r>
            <a:r>
              <a:rPr lang="zh-CN" altLang="en-US" sz="2000" b="1" dirty="0">
                <a:solidFill>
                  <a:srgbClr val="002060"/>
                </a:solidFill>
                <a:latin typeface="华文楷体" panose="02010600040101010101" pitchFamily="2" charset="-122"/>
                <a:ea typeface="华文楷体" panose="02010600040101010101" pitchFamily="2" charset="-122"/>
              </a:rPr>
              <a:t>创建一维元组或</a:t>
            </a:r>
            <a:r>
              <a:rPr lang="en-US" altLang="zh-CN" sz="2000" b="1" dirty="0">
                <a:solidFill>
                  <a:srgbClr val="002060"/>
                </a:solidFill>
                <a:latin typeface="华文楷体" panose="02010600040101010101" pitchFamily="2" charset="-122"/>
                <a:ea typeface="华文楷体" panose="02010600040101010101" pitchFamily="2" charset="-122"/>
              </a:rPr>
              <a:t>b=tuple(</a:t>
            </a:r>
            <a:r>
              <a:rPr lang="es-ES" altLang="zh-CN" sz="2000" b="1" dirty="0">
                <a:solidFill>
                  <a:srgbClr val="002060"/>
                </a:solidFill>
                <a:latin typeface="华文楷体" panose="02010600040101010101" pitchFamily="2" charset="-122"/>
                <a:ea typeface="华文楷体" panose="02010600040101010101" pitchFamily="2" charset="-122"/>
              </a:rPr>
              <a:t>1,2,3,4</a:t>
            </a:r>
            <a:r>
              <a:rPr lang="en-US" altLang="zh-CN" sz="2000" b="1" dirty="0">
                <a:solidFill>
                  <a:srgbClr val="002060"/>
                </a:solidFill>
                <a:latin typeface="华文楷体" panose="02010600040101010101" pitchFamily="2" charset="-122"/>
                <a:ea typeface="华文楷体" panose="02010600040101010101" pitchFamily="2" charset="-122"/>
              </a:rPr>
              <a:t>)  </a:t>
            </a:r>
            <a:r>
              <a:rPr lang="en-US" altLang="zh-CN" sz="2000" b="1" dirty="0">
                <a:solidFill>
                  <a:srgbClr val="00B0F0"/>
                </a:solidFill>
                <a:latin typeface="华文楷体" panose="02010600040101010101" pitchFamily="2" charset="-122"/>
                <a:ea typeface="华文楷体" panose="02010600040101010101" pitchFamily="2" charset="-122"/>
              </a:rPr>
              <a:t>#</a:t>
            </a:r>
            <a:r>
              <a:rPr lang="zh-CN" altLang="en-US" sz="2000" b="1" dirty="0">
                <a:solidFill>
                  <a:srgbClr val="00B0F0"/>
                </a:solidFill>
                <a:latin typeface="华文楷体" panose="02010600040101010101" pitchFamily="2" charset="-122"/>
                <a:ea typeface="华文楷体" panose="02010600040101010101" pitchFamily="2" charset="-122"/>
              </a:rPr>
              <a:t>结果</a:t>
            </a:r>
            <a:r>
              <a:rPr lang="es-ES" altLang="zh-CN" sz="2000" b="1" dirty="0">
                <a:solidFill>
                  <a:srgbClr val="00B0F0"/>
                </a:solidFill>
                <a:latin typeface="华文楷体" panose="02010600040101010101" pitchFamily="2" charset="-122"/>
                <a:ea typeface="华文楷体" panose="02010600040101010101" pitchFamily="2" charset="-122"/>
              </a:rPr>
              <a:t>(1, 2, 3, 4)</a:t>
            </a:r>
          </a:p>
          <a:p>
            <a:r>
              <a:rPr lang="en-US" altLang="zh-CN" sz="2000" b="1" dirty="0" err="1">
                <a:solidFill>
                  <a:srgbClr val="002060"/>
                </a:solidFill>
                <a:latin typeface="华文楷体" panose="02010600040101010101" pitchFamily="2" charset="-122"/>
                <a:ea typeface="华文楷体" panose="02010600040101010101" pitchFamily="2" charset="-122"/>
              </a:rPr>
              <a:t>julia</a:t>
            </a:r>
            <a:r>
              <a:rPr lang="en-US" altLang="zh-CN" sz="2000" b="1" dirty="0">
                <a:solidFill>
                  <a:srgbClr val="002060"/>
                </a:solidFill>
                <a:latin typeface="华文楷体" panose="02010600040101010101" pitchFamily="2" charset="-122"/>
                <a:ea typeface="华文楷体" panose="02010600040101010101" pitchFamily="2" charset="-122"/>
              </a:rPr>
              <a:t>&gt; a[2]=33    </a:t>
            </a:r>
            <a:r>
              <a:rPr lang="es-ES" altLang="zh-CN" sz="2000" b="1" dirty="0">
                <a:solidFill>
                  <a:srgbClr val="002060"/>
                </a:solidFill>
                <a:latin typeface="华文楷体" panose="02010600040101010101" pitchFamily="2" charset="-122"/>
                <a:ea typeface="华文楷体" panose="02010600040101010101" pitchFamily="2" charset="-122"/>
              </a:rPr>
              <a:t>#</a:t>
            </a:r>
            <a:r>
              <a:rPr lang="zh-CN" altLang="en-US" sz="2000" b="1" dirty="0">
                <a:solidFill>
                  <a:srgbClr val="002060"/>
                </a:solidFill>
                <a:latin typeface="华文楷体" panose="02010600040101010101" pitchFamily="2" charset="-122"/>
                <a:ea typeface="华文楷体" panose="02010600040101010101" pitchFamily="2" charset="-122"/>
              </a:rPr>
              <a:t>修改第</a:t>
            </a:r>
            <a:r>
              <a:rPr lang="en-US" altLang="zh-CN" sz="2000" b="1" dirty="0">
                <a:solidFill>
                  <a:srgbClr val="002060"/>
                </a:solidFill>
                <a:latin typeface="华文楷体" panose="02010600040101010101" pitchFamily="2" charset="-122"/>
                <a:ea typeface="华文楷体" panose="02010600040101010101" pitchFamily="2" charset="-122"/>
              </a:rPr>
              <a:t>2</a:t>
            </a:r>
            <a:r>
              <a:rPr lang="zh-CN" altLang="en-US" sz="2000" b="1" dirty="0">
                <a:solidFill>
                  <a:srgbClr val="002060"/>
                </a:solidFill>
                <a:latin typeface="华文楷体" panose="02010600040101010101" pitchFamily="2" charset="-122"/>
                <a:ea typeface="华文楷体" panose="02010600040101010101" pitchFamily="2" charset="-122"/>
              </a:rPr>
              <a:t>个元素</a:t>
            </a:r>
            <a:endParaRPr lang="en-US" altLang="zh-CN" sz="2000" b="1" dirty="0">
              <a:solidFill>
                <a:srgbClr val="002060"/>
              </a:solidFill>
              <a:latin typeface="华文楷体" panose="02010600040101010101" pitchFamily="2" charset="-122"/>
              <a:ea typeface="华文楷体" panose="02010600040101010101" pitchFamily="2" charset="-122"/>
            </a:endParaRPr>
          </a:p>
          <a:p>
            <a:r>
              <a:rPr lang="en-US" altLang="zh-CN" sz="2000" b="1" dirty="0">
                <a:solidFill>
                  <a:srgbClr val="FF0000"/>
                </a:solidFill>
                <a:latin typeface="华文楷体" panose="02010600040101010101" pitchFamily="2" charset="-122"/>
                <a:ea typeface="华文楷体" panose="02010600040101010101" pitchFamily="2" charset="-122"/>
              </a:rPr>
              <a:t>ERROR: </a:t>
            </a:r>
            <a:r>
              <a:rPr lang="en-US" altLang="zh-CN" sz="2000" b="1" dirty="0" err="1">
                <a:solidFill>
                  <a:srgbClr val="FF0000"/>
                </a:solidFill>
                <a:latin typeface="华文楷体" panose="02010600040101010101" pitchFamily="2" charset="-122"/>
                <a:ea typeface="华文楷体" panose="02010600040101010101" pitchFamily="2" charset="-122"/>
              </a:rPr>
              <a:t>MethodError</a:t>
            </a:r>
            <a:r>
              <a:rPr lang="en-US" altLang="zh-CN" sz="2000" b="1" dirty="0">
                <a:solidFill>
                  <a:srgbClr val="FF0000"/>
                </a:solidFill>
                <a:latin typeface="华文楷体" panose="02010600040101010101" pitchFamily="2" charset="-122"/>
                <a:ea typeface="华文楷体" panose="02010600040101010101" pitchFamily="2" charset="-122"/>
              </a:rPr>
              <a:t>: no method matching </a:t>
            </a:r>
            <a:r>
              <a:rPr lang="en-US" altLang="zh-CN" sz="2000" b="1" dirty="0" err="1">
                <a:solidFill>
                  <a:srgbClr val="FF0000"/>
                </a:solidFill>
                <a:latin typeface="华文楷体" panose="02010600040101010101" pitchFamily="2" charset="-122"/>
                <a:ea typeface="华文楷体" panose="02010600040101010101" pitchFamily="2" charset="-122"/>
              </a:rPr>
              <a:t>setindex</a:t>
            </a:r>
            <a:r>
              <a:rPr lang="en-US" altLang="zh-CN" sz="2000" b="1" dirty="0">
                <a:solidFill>
                  <a:srgbClr val="FF0000"/>
                </a:solidFill>
                <a:latin typeface="华文楷体" panose="02010600040101010101" pitchFamily="2" charset="-122"/>
                <a:ea typeface="华文楷体" panose="02010600040101010101" pitchFamily="2" charset="-122"/>
              </a:rPr>
              <a:t>!(::</a:t>
            </a:r>
            <a:r>
              <a:rPr lang="en-US" altLang="zh-CN" sz="2000" b="1" dirty="0" err="1">
                <a:solidFill>
                  <a:srgbClr val="FF0000"/>
                </a:solidFill>
                <a:latin typeface="华文楷体" panose="02010600040101010101" pitchFamily="2" charset="-122"/>
                <a:ea typeface="华文楷体" panose="02010600040101010101" pitchFamily="2" charset="-122"/>
              </a:rPr>
              <a:t>NTuple</a:t>
            </a:r>
            <a:r>
              <a:rPr lang="en-US" altLang="zh-CN" sz="2000" b="1" dirty="0">
                <a:solidFill>
                  <a:srgbClr val="FF0000"/>
                </a:solidFill>
                <a:latin typeface="华文楷体" panose="02010600040101010101" pitchFamily="2" charset="-122"/>
                <a:ea typeface="华文楷体" panose="02010600040101010101" pitchFamily="2" charset="-122"/>
              </a:rPr>
              <a:t>{4, Int64}, ::Int64, ::Int64)</a:t>
            </a:r>
            <a:r>
              <a:rPr lang="es-ES" altLang="zh-CN" sz="2000" b="1" dirty="0">
                <a:solidFill>
                  <a:srgbClr val="FF0000"/>
                </a:solidFill>
                <a:latin typeface="华文楷体" panose="02010600040101010101" pitchFamily="2" charset="-122"/>
                <a:ea typeface="华文楷体" panose="02010600040101010101" pitchFamily="2" charset="-122"/>
              </a:rPr>
              <a:t>      #</a:t>
            </a:r>
            <a:r>
              <a:rPr lang="zh-CN" altLang="en-US" sz="2000" b="1" dirty="0">
                <a:solidFill>
                  <a:srgbClr val="FF0000"/>
                </a:solidFill>
                <a:latin typeface="华文楷体" panose="02010600040101010101" pitchFamily="2" charset="-122"/>
                <a:ea typeface="华文楷体" panose="02010600040101010101" pitchFamily="2" charset="-122"/>
              </a:rPr>
              <a:t>元组元素不能修改</a:t>
            </a:r>
            <a:endParaRPr lang="en-US" altLang="zh-CN" sz="2000" b="1" dirty="0">
              <a:solidFill>
                <a:srgbClr val="FF0000"/>
              </a:solidFill>
              <a:latin typeface="华文楷体" panose="02010600040101010101" pitchFamily="2" charset="-122"/>
              <a:ea typeface="华文楷体" panose="02010600040101010101" pitchFamily="2" charset="-122"/>
            </a:endParaRPr>
          </a:p>
          <a:p>
            <a:r>
              <a:rPr lang="es-ES" altLang="zh-CN" sz="2000" b="1" dirty="0">
                <a:solidFill>
                  <a:srgbClr val="002060"/>
                </a:solidFill>
                <a:latin typeface="华文楷体" panose="02010600040101010101" pitchFamily="2" charset="-122"/>
                <a:ea typeface="华文楷体" panose="02010600040101010101" pitchFamily="2" charset="-122"/>
              </a:rPr>
              <a:t>julia&gt; a=(1,2,magic(2),'4’)</a:t>
            </a:r>
          </a:p>
          <a:p>
            <a:r>
              <a:rPr lang="es-ES" altLang="zh-CN" sz="2000" b="1" dirty="0">
                <a:solidFill>
                  <a:srgbClr val="00B0F0"/>
                </a:solidFill>
                <a:latin typeface="华文楷体" panose="02010600040101010101" pitchFamily="2" charset="-122"/>
                <a:ea typeface="华文楷体" panose="02010600040101010101" pitchFamily="2" charset="-122"/>
              </a:rPr>
              <a:t>#</a:t>
            </a:r>
            <a:r>
              <a:rPr lang="zh-CN" altLang="en-US" sz="2000" b="1" dirty="0">
                <a:solidFill>
                  <a:srgbClr val="00B0F0"/>
                </a:solidFill>
                <a:latin typeface="华文楷体" panose="02010600040101010101" pitchFamily="2" charset="-122"/>
                <a:ea typeface="华文楷体" panose="02010600040101010101" pitchFamily="2" charset="-122"/>
              </a:rPr>
              <a:t>结果</a:t>
            </a:r>
            <a:r>
              <a:rPr lang="es-ES" altLang="zh-CN" sz="2000" b="1" dirty="0">
                <a:solidFill>
                  <a:srgbClr val="00B0F0"/>
                </a:solidFill>
                <a:latin typeface="华文楷体" panose="02010600040101010101" pitchFamily="2" charset="-122"/>
                <a:ea typeface="华文楷体" panose="02010600040101010101" pitchFamily="2" charset="-122"/>
              </a:rPr>
              <a:t>(1, 2, [1 3; 4 2], '4')</a:t>
            </a:r>
            <a:endParaRPr lang="en-US" altLang="zh-CN" sz="2000" b="1" dirty="0">
              <a:solidFill>
                <a:srgbClr val="00B0F0"/>
              </a:solidFill>
              <a:latin typeface="华文楷体" panose="02010600040101010101" pitchFamily="2" charset="-122"/>
              <a:ea typeface="华文楷体" panose="02010600040101010101" pitchFamily="2" charset="-122"/>
            </a:endParaRPr>
          </a:p>
        </p:txBody>
      </p:sp>
      <p:sp>
        <p:nvSpPr>
          <p:cNvPr id="9" name="文本框 8">
            <a:extLst>
              <a:ext uri="{FF2B5EF4-FFF2-40B4-BE49-F238E27FC236}">
                <a16:creationId xmlns:a16="http://schemas.microsoft.com/office/drawing/2014/main" id="{C52F4344-2A29-4BD0-9E4C-9BA3852A1009}"/>
              </a:ext>
            </a:extLst>
          </p:cNvPr>
          <p:cNvSpPr txBox="1"/>
          <p:nvPr/>
        </p:nvSpPr>
        <p:spPr>
          <a:xfrm>
            <a:off x="6524633" y="1652742"/>
            <a:ext cx="1889051" cy="646331"/>
          </a:xfrm>
          <a:prstGeom prst="rect">
            <a:avLst/>
          </a:prstGeom>
          <a:noFill/>
          <a:ln>
            <a:solidFill>
              <a:schemeClr val="bg1">
                <a:lumMod val="50000"/>
              </a:schemeClr>
            </a:solidFill>
          </a:ln>
        </p:spPr>
        <p:txBody>
          <a:bodyPr wrap="square">
            <a:spAutoFit/>
          </a:bodyPr>
          <a:lstStyle/>
          <a:p>
            <a:r>
              <a:rPr lang="zh-CN" altLang="en-US" dirty="0">
                <a:solidFill>
                  <a:srgbClr val="00B0F0"/>
                </a:solidFill>
              </a:rPr>
              <a:t>julia&gt; typeof(a)</a:t>
            </a:r>
          </a:p>
          <a:p>
            <a:r>
              <a:rPr lang="zh-CN" altLang="en-US" dirty="0">
                <a:solidFill>
                  <a:srgbClr val="00B0F0"/>
                </a:solidFill>
              </a:rPr>
              <a:t>NTuple{4, Int64}</a:t>
            </a:r>
          </a:p>
        </p:txBody>
      </p:sp>
      <p:sp>
        <p:nvSpPr>
          <p:cNvPr id="7" name="AutoShape 13">
            <a:extLst>
              <a:ext uri="{FF2B5EF4-FFF2-40B4-BE49-F238E27FC236}">
                <a16:creationId xmlns:a16="http://schemas.microsoft.com/office/drawing/2014/main" id="{F467DD8C-A3BC-41AB-A9E0-E887C097AD61}"/>
              </a:ext>
            </a:extLst>
          </p:cNvPr>
          <p:cNvSpPr>
            <a:spLocks noChangeArrowheads="1"/>
          </p:cNvSpPr>
          <p:nvPr/>
        </p:nvSpPr>
        <p:spPr bwMode="auto">
          <a:xfrm>
            <a:off x="5925990" y="4072933"/>
            <a:ext cx="3035815" cy="491007"/>
          </a:xfrm>
          <a:prstGeom prst="irregularSeal2">
            <a:avLst/>
          </a:prstGeom>
          <a:solidFill>
            <a:srgbClr val="FF0000"/>
          </a:solidFill>
          <a:ln w="57150">
            <a:solidFill>
              <a:srgbClr val="00FF00"/>
            </a:solidFill>
            <a:miter lim="800000"/>
          </a:ln>
          <a:scene3d>
            <a:camera prst="orthographicFront"/>
            <a:lightRig rig="threePt" dir="t"/>
          </a:scene3d>
          <a:sp3d>
            <a:bevelT prst="angle"/>
          </a:sp3d>
        </p:spPr>
        <p:txBody>
          <a:bodyPr wrap="none" anchor="ctr"/>
          <a:lstStyle/>
          <a:p>
            <a:r>
              <a:rPr lang="zh-CN" altLang="en-US" sz="1600" kern="0" dirty="0">
                <a:solidFill>
                  <a:srgbClr val="FFFF00"/>
                </a:solidFill>
                <a:latin typeface="微软雅黑" panose="020B0503020204020204" pitchFamily="34" charset="-122"/>
                <a:ea typeface="微软雅黑" panose="020B0503020204020204" pitchFamily="34" charset="-122"/>
              </a:rPr>
              <a:t>有序才能索引</a:t>
            </a:r>
          </a:p>
        </p:txBody>
      </p:sp>
      <p:sp>
        <p:nvSpPr>
          <p:cNvPr id="5" name="内容占位符 2">
            <a:extLst>
              <a:ext uri="{FF2B5EF4-FFF2-40B4-BE49-F238E27FC236}">
                <a16:creationId xmlns:a16="http://schemas.microsoft.com/office/drawing/2014/main" id="{596AEE07-5B50-F8CB-3AD8-9F7DB869822C}"/>
              </a:ext>
            </a:extLst>
          </p:cNvPr>
          <p:cNvSpPr txBox="1">
            <a:spLocks/>
          </p:cNvSpPr>
          <p:nvPr/>
        </p:nvSpPr>
        <p:spPr bwMode="auto">
          <a:xfrm>
            <a:off x="493184" y="686196"/>
            <a:ext cx="8569741" cy="407291"/>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defPPr>
              <a:defRPr lang="zh-CN"/>
            </a:defPPr>
            <a:lvl1pPr marL="0" indent="0" algn="dist" eaLnBrk="0" hangingPunct="0">
              <a:lnSpc>
                <a:spcPct val="110000"/>
              </a:lnSpc>
              <a:buFont typeface="Wingdings" panose="05000000000000000000" pitchFamily="2" charset="2"/>
              <a:buNone/>
              <a:defRPr sz="2000" b="1" i="0">
                <a:solidFill>
                  <a:srgbClr val="0070C0"/>
                </a:solidFill>
                <a:effectLst/>
                <a:latin typeface="微软雅黑" panose="020B0503020204020204" pitchFamily="34" charset="-122"/>
                <a:ea typeface="微软雅黑" panose="020B0503020204020204" pitchFamily="34" charset="-122"/>
              </a:defRPr>
            </a:lvl1pPr>
            <a:lvl2pPr marL="635000" indent="-177800" eaLnBrk="0" hangingPunct="0">
              <a:lnSpc>
                <a:spcPct val="110000"/>
              </a:lnSpc>
              <a:buFont typeface="Wingdings" panose="05000000000000000000" pitchFamily="2" charset="2"/>
              <a:buChar char="Ø"/>
              <a:defRPr sz="2400" b="0">
                <a:solidFill>
                  <a:srgbClr val="002060"/>
                </a:solidFill>
                <a:latin typeface="华文楷体" panose="02010600040101010101" pitchFamily="2" charset="-122"/>
                <a:ea typeface="华文楷体" panose="02010600040101010101" pitchFamily="2" charset="-122"/>
              </a:defRPr>
            </a:lvl2pPr>
            <a:lvl3pPr marL="1092200" indent="-177800" eaLnBrk="0" hangingPunct="0">
              <a:lnSpc>
                <a:spcPct val="110000"/>
              </a:lnSpc>
              <a:buFont typeface="Wingdings" panose="05000000000000000000" pitchFamily="2" charset="2"/>
              <a:buChar char="Ø"/>
              <a:defRPr sz="2400" b="0">
                <a:solidFill>
                  <a:srgbClr val="002060"/>
                </a:solidFill>
                <a:latin typeface="华文楷体" panose="02010600040101010101" pitchFamily="2" charset="-122"/>
                <a:ea typeface="华文楷体" panose="02010600040101010101" pitchFamily="2" charset="-122"/>
              </a:defRPr>
            </a:lvl3pPr>
            <a:lvl4pPr marL="1549400" indent="-177800" eaLnBrk="0" hangingPunct="0">
              <a:lnSpc>
                <a:spcPct val="110000"/>
              </a:lnSpc>
              <a:buFont typeface="Wingdings" panose="05000000000000000000" pitchFamily="2" charset="2"/>
              <a:buChar char="Ø"/>
              <a:defRPr sz="2000" b="0">
                <a:solidFill>
                  <a:srgbClr val="002060"/>
                </a:solidFill>
                <a:latin typeface="华文楷体" panose="02010600040101010101" pitchFamily="2" charset="-122"/>
                <a:ea typeface="华文楷体" panose="02010600040101010101" pitchFamily="2" charset="-122"/>
              </a:defRPr>
            </a:lvl4pPr>
            <a:lvl5pPr marL="2006600" indent="-177800" eaLnBrk="0" hangingPunct="0">
              <a:lnSpc>
                <a:spcPct val="110000"/>
              </a:lnSpc>
              <a:buFont typeface="Wingdings" panose="05000000000000000000" pitchFamily="2" charset="2"/>
              <a:buChar char="Ø"/>
              <a:defRPr sz="2000" b="0">
                <a:solidFill>
                  <a:srgbClr val="002060"/>
                </a:solidFill>
                <a:latin typeface="华文楷体" panose="02010600040101010101" pitchFamily="2" charset="-122"/>
                <a:ea typeface="华文楷体" panose="02010600040101010101" pitchFamily="2" charset="-122"/>
              </a:defRPr>
            </a:lvl5pPr>
            <a:lvl6pPr marL="2463800" indent="-177800" fontAlgn="base">
              <a:lnSpc>
                <a:spcPct val="110000"/>
              </a:lnSpc>
              <a:spcBef>
                <a:spcPct val="0"/>
              </a:spcBef>
              <a:spcAft>
                <a:spcPct val="0"/>
              </a:spcAft>
              <a:buChar char="•"/>
              <a:defRPr b="1">
                <a:solidFill>
                  <a:srgbClr val="002E5C"/>
                </a:solidFill>
                <a:latin typeface="+mn-lt"/>
              </a:defRPr>
            </a:lvl6pPr>
            <a:lvl7pPr marL="2921000" indent="-177800" fontAlgn="base">
              <a:lnSpc>
                <a:spcPct val="110000"/>
              </a:lnSpc>
              <a:spcBef>
                <a:spcPct val="0"/>
              </a:spcBef>
              <a:spcAft>
                <a:spcPct val="0"/>
              </a:spcAft>
              <a:buChar char="•"/>
              <a:defRPr b="1">
                <a:solidFill>
                  <a:srgbClr val="002E5C"/>
                </a:solidFill>
                <a:latin typeface="+mn-lt"/>
              </a:defRPr>
            </a:lvl7pPr>
            <a:lvl8pPr marL="3378200" indent="-177800" fontAlgn="base">
              <a:lnSpc>
                <a:spcPct val="110000"/>
              </a:lnSpc>
              <a:spcBef>
                <a:spcPct val="0"/>
              </a:spcBef>
              <a:spcAft>
                <a:spcPct val="0"/>
              </a:spcAft>
              <a:buChar char="•"/>
              <a:defRPr b="1">
                <a:solidFill>
                  <a:srgbClr val="002E5C"/>
                </a:solidFill>
                <a:latin typeface="+mn-lt"/>
              </a:defRPr>
            </a:lvl8pPr>
            <a:lvl9pPr marL="3835400" indent="-177800" fontAlgn="base">
              <a:lnSpc>
                <a:spcPct val="110000"/>
              </a:lnSpc>
              <a:spcBef>
                <a:spcPct val="0"/>
              </a:spcBef>
              <a:spcAft>
                <a:spcPct val="0"/>
              </a:spcAft>
              <a:buChar char="•"/>
              <a:defRPr b="1">
                <a:solidFill>
                  <a:srgbClr val="002E5C"/>
                </a:solidFill>
                <a:latin typeface="+mn-lt"/>
              </a:defRPr>
            </a:lvl9pPr>
          </a:lstStyle>
          <a:p>
            <a:pPr algn="l"/>
            <a:r>
              <a:rPr lang="zh-CN" altLang="en-US" dirty="0"/>
              <a:t>元组：类似数组</a:t>
            </a:r>
            <a:r>
              <a:rPr lang="en-US" altLang="zh-CN" dirty="0"/>
              <a:t>,</a:t>
            </a:r>
            <a:r>
              <a:rPr lang="zh-CN" altLang="en-US" dirty="0"/>
              <a:t>是有序元素集合</a:t>
            </a:r>
            <a:r>
              <a:rPr lang="en-US" altLang="zh-CN" dirty="0"/>
              <a:t>,</a:t>
            </a:r>
            <a:r>
              <a:rPr lang="zh-CN" altLang="en-US" dirty="0"/>
              <a:t>可容纳任意类型任何值，且</a:t>
            </a:r>
            <a:r>
              <a:rPr lang="zh-CN" altLang="en-US" dirty="0">
                <a:solidFill>
                  <a:srgbClr val="FF0000"/>
                </a:solidFill>
              </a:rPr>
              <a:t>元素不能修改</a:t>
            </a:r>
            <a:endParaRPr lang="en-US" altLang="zh-CN" dirty="0">
              <a:solidFill>
                <a:srgbClr val="FF0000"/>
              </a:solidFill>
            </a:endParaRPr>
          </a:p>
        </p:txBody>
      </p:sp>
    </p:spTree>
    <p:extLst>
      <p:ext uri="{BB962C8B-B14F-4D97-AF65-F5344CB8AC3E}">
        <p14:creationId xmlns:p14="http://schemas.microsoft.com/office/powerpoint/2010/main" val="18110049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28595BA1-8033-4955-B1D7-AA0D5787EFA6}"/>
              </a:ext>
            </a:extLst>
          </p:cNvPr>
          <p:cNvSpPr txBox="1"/>
          <p:nvPr/>
        </p:nvSpPr>
        <p:spPr>
          <a:xfrm>
            <a:off x="557831" y="3645941"/>
            <a:ext cx="4289171" cy="461665"/>
          </a:xfrm>
          <a:prstGeom prst="rect">
            <a:avLst/>
          </a:prstGeom>
          <a:noFill/>
        </p:spPr>
        <p:txBody>
          <a:bodyPr wrap="square">
            <a:spAutoFit/>
          </a:bodyPr>
          <a:lstStyle/>
          <a:p>
            <a:pPr>
              <a:lnSpc>
                <a:spcPct val="100000"/>
              </a:lnSpc>
              <a:buFont typeface="Wingdings" panose="05000000000000000000" pitchFamily="2" charset="2"/>
              <a:buNone/>
            </a:pPr>
            <a:r>
              <a:rPr lang="en-US" altLang="zh-CN" sz="2400" kern="0" dirty="0" err="1"/>
              <a:t>julia</a:t>
            </a:r>
            <a:r>
              <a:rPr lang="en-US" altLang="zh-CN" sz="2400" kern="0" dirty="0"/>
              <a:t>&gt; </a:t>
            </a:r>
            <a:r>
              <a:rPr lang="en-US" altLang="zh-CN" sz="2400" kern="0" dirty="0" err="1"/>
              <a:t>x,y</a:t>
            </a:r>
            <a:r>
              <a:rPr lang="en-US" altLang="zh-CN" sz="2400" kern="0" dirty="0"/>
              <a:t>=1,2   </a:t>
            </a:r>
            <a:r>
              <a:rPr lang="zh-CN" altLang="en-US" sz="2400" b="1" dirty="0">
                <a:solidFill>
                  <a:srgbClr val="00B0F0"/>
                </a:solidFill>
              </a:rPr>
              <a:t>结果</a:t>
            </a:r>
            <a:r>
              <a:rPr lang="en-US" altLang="zh-CN" sz="2400" b="1" dirty="0">
                <a:solidFill>
                  <a:srgbClr val="00B0F0"/>
                </a:solidFill>
              </a:rPr>
              <a:t>(1, 2)</a:t>
            </a:r>
          </a:p>
        </p:txBody>
      </p:sp>
      <p:sp>
        <p:nvSpPr>
          <p:cNvPr id="7" name="文本框 6">
            <a:extLst>
              <a:ext uri="{FF2B5EF4-FFF2-40B4-BE49-F238E27FC236}">
                <a16:creationId xmlns:a16="http://schemas.microsoft.com/office/drawing/2014/main" id="{96EA4718-5C7A-4150-B8D1-CF6434D153B9}"/>
              </a:ext>
            </a:extLst>
          </p:cNvPr>
          <p:cNvSpPr txBox="1"/>
          <p:nvPr/>
        </p:nvSpPr>
        <p:spPr>
          <a:xfrm>
            <a:off x="467544" y="1064984"/>
            <a:ext cx="5027530" cy="1200329"/>
          </a:xfrm>
          <a:prstGeom prst="rect">
            <a:avLst/>
          </a:prstGeom>
          <a:noFill/>
        </p:spPr>
        <p:txBody>
          <a:bodyPr wrap="square">
            <a:spAutoFit/>
          </a:bodyPr>
          <a:lstStyle/>
          <a:p>
            <a:r>
              <a:rPr lang="en-US" altLang="zh-CN" sz="2400" dirty="0"/>
              <a:t>julia&gt; ab=(a=1,b=2 </a:t>
            </a:r>
            <a:r>
              <a:rPr lang="zh-CN" altLang="en-US" sz="2400" dirty="0"/>
              <a:t>）</a:t>
            </a:r>
            <a:endParaRPr lang="en-US" altLang="zh-CN" sz="2400" dirty="0"/>
          </a:p>
          <a:p>
            <a:r>
              <a:rPr lang="zh-CN" altLang="en-US" sz="2400" b="1" dirty="0">
                <a:solidFill>
                  <a:srgbClr val="00B0F0"/>
                </a:solidFill>
              </a:rPr>
              <a:t>结果</a:t>
            </a:r>
            <a:r>
              <a:rPr lang="en-US" altLang="zh-CN" sz="2400" b="1" dirty="0">
                <a:solidFill>
                  <a:srgbClr val="00B0F0"/>
                </a:solidFill>
              </a:rPr>
              <a:t>(a = 1, b = 2)</a:t>
            </a:r>
          </a:p>
          <a:p>
            <a:r>
              <a:rPr lang="en-US" altLang="zh-CN" sz="2400" dirty="0">
                <a:solidFill>
                  <a:srgbClr val="002060"/>
                </a:solidFill>
                <a:latin typeface="华文楷体" panose="02010600040101010101" pitchFamily="2" charset="-122"/>
                <a:ea typeface="华文楷体" panose="02010600040101010101" pitchFamily="2" charset="-122"/>
              </a:rPr>
              <a:t>julia&gt; </a:t>
            </a:r>
            <a:r>
              <a:rPr lang="en-US" altLang="zh-CN" sz="2400" dirty="0" err="1">
                <a:solidFill>
                  <a:srgbClr val="002060"/>
                </a:solidFill>
                <a:latin typeface="华文楷体" panose="02010600040101010101" pitchFamily="2" charset="-122"/>
                <a:ea typeface="华文楷体" panose="02010600040101010101" pitchFamily="2" charset="-122"/>
              </a:rPr>
              <a:t>ab.b</a:t>
            </a:r>
            <a:r>
              <a:rPr lang="en-US" altLang="zh-CN" sz="2400" dirty="0">
                <a:solidFill>
                  <a:srgbClr val="002060"/>
                </a:solidFill>
                <a:latin typeface="华文楷体" panose="02010600040101010101" pitchFamily="2" charset="-122"/>
                <a:ea typeface="华文楷体" panose="02010600040101010101" pitchFamily="2" charset="-122"/>
              </a:rPr>
              <a:t>  #</a:t>
            </a:r>
            <a:r>
              <a:rPr lang="zh-CN" altLang="en-US" sz="2400" dirty="0">
                <a:solidFill>
                  <a:srgbClr val="0070C0"/>
                </a:solidFill>
                <a:latin typeface="华文楷体" panose="02010600040101010101" pitchFamily="2" charset="-122"/>
                <a:ea typeface="华文楷体" panose="02010600040101010101" pitchFamily="2" charset="-122"/>
              </a:rPr>
              <a:t>变量和元素间加点访问</a:t>
            </a:r>
            <a:endParaRPr lang="en-US" altLang="zh-CN" sz="2400" dirty="0">
              <a:solidFill>
                <a:srgbClr val="0070C0"/>
              </a:solidFill>
            </a:endParaRPr>
          </a:p>
        </p:txBody>
      </p:sp>
      <p:sp>
        <p:nvSpPr>
          <p:cNvPr id="9" name="文本框 8">
            <a:extLst>
              <a:ext uri="{FF2B5EF4-FFF2-40B4-BE49-F238E27FC236}">
                <a16:creationId xmlns:a16="http://schemas.microsoft.com/office/drawing/2014/main" id="{E632979B-B383-431E-8826-813B12957FFE}"/>
              </a:ext>
            </a:extLst>
          </p:cNvPr>
          <p:cNvSpPr txBox="1"/>
          <p:nvPr/>
        </p:nvSpPr>
        <p:spPr>
          <a:xfrm>
            <a:off x="470738" y="699542"/>
            <a:ext cx="5764384" cy="400110"/>
          </a:xfrm>
          <a:prstGeom prst="rect">
            <a:avLst/>
          </a:prstGeom>
          <a:noFill/>
        </p:spPr>
        <p:txBody>
          <a:bodyPr wrap="square">
            <a:spAutoFit/>
          </a:bodyPr>
          <a:lstStyle/>
          <a:p>
            <a:pPr marL="342900" indent="-342900">
              <a:buFont typeface="Wingdings" panose="05000000000000000000" pitchFamily="2" charset="2"/>
              <a:buChar char="p"/>
            </a:pPr>
            <a:r>
              <a:rPr lang="zh-CN" altLang="en-US" sz="2000" b="1" dirty="0">
                <a:solidFill>
                  <a:srgbClr val="0070C0"/>
                </a:solidFill>
                <a:latin typeface="微软雅黑" panose="020B0503020204020204" pitchFamily="34" charset="-122"/>
                <a:ea typeface="微软雅黑" panose="020B0503020204020204" pitchFamily="34" charset="-122"/>
              </a:rPr>
              <a:t>可创建元组的键</a:t>
            </a:r>
            <a:r>
              <a:rPr lang="en-US" altLang="zh-CN" sz="2000" b="1" dirty="0">
                <a:solidFill>
                  <a:srgbClr val="0070C0"/>
                </a:solidFill>
                <a:latin typeface="微软雅黑" panose="020B0503020204020204" pitchFamily="34" charset="-122"/>
                <a:ea typeface="微软雅黑" panose="020B0503020204020204" pitchFamily="34" charset="-122"/>
              </a:rPr>
              <a:t>a</a:t>
            </a:r>
            <a:r>
              <a:rPr lang="zh-CN" altLang="en-US" sz="2000" b="1" dirty="0">
                <a:solidFill>
                  <a:srgbClr val="0070C0"/>
                </a:solidFill>
                <a:latin typeface="微软雅黑" panose="020B0503020204020204" pitchFamily="34" charset="-122"/>
                <a:ea typeface="微软雅黑" panose="020B0503020204020204" pitchFamily="34" charset="-122"/>
              </a:rPr>
              <a:t>和值</a:t>
            </a:r>
            <a:r>
              <a:rPr lang="en-US" altLang="zh-CN" sz="2000" b="1" dirty="0">
                <a:solidFill>
                  <a:srgbClr val="0070C0"/>
                </a:solidFill>
                <a:latin typeface="微软雅黑" panose="020B0503020204020204" pitchFamily="34" charset="-122"/>
                <a:ea typeface="微软雅黑" panose="020B0503020204020204" pitchFamily="34" charset="-122"/>
              </a:rPr>
              <a:t>1</a:t>
            </a:r>
            <a:r>
              <a:rPr lang="zh-CN" altLang="en-US" sz="2000" b="1" dirty="0">
                <a:solidFill>
                  <a:srgbClr val="0070C0"/>
                </a:solidFill>
                <a:latin typeface="微软雅黑" panose="020B0503020204020204" pitchFamily="34" charset="-122"/>
                <a:ea typeface="微软雅黑" panose="020B0503020204020204" pitchFamily="34" charset="-122"/>
              </a:rPr>
              <a:t>同在一个元组</a:t>
            </a:r>
            <a:endParaRPr lang="en-US" altLang="zh-CN" sz="2000" b="1" dirty="0">
              <a:solidFill>
                <a:srgbClr val="0070C0"/>
              </a:solidFill>
              <a:latin typeface="微软雅黑" panose="020B0503020204020204" pitchFamily="34" charset="-122"/>
              <a:ea typeface="微软雅黑" panose="020B0503020204020204" pitchFamily="34" charset="-122"/>
            </a:endParaRPr>
          </a:p>
        </p:txBody>
      </p:sp>
      <p:sp>
        <p:nvSpPr>
          <p:cNvPr id="10" name="文本框 9">
            <a:extLst>
              <a:ext uri="{FF2B5EF4-FFF2-40B4-BE49-F238E27FC236}">
                <a16:creationId xmlns:a16="http://schemas.microsoft.com/office/drawing/2014/main" id="{64AE9067-24B0-4771-A224-E750E51D8230}"/>
              </a:ext>
            </a:extLst>
          </p:cNvPr>
          <p:cNvSpPr txBox="1"/>
          <p:nvPr/>
        </p:nvSpPr>
        <p:spPr>
          <a:xfrm>
            <a:off x="503097" y="3281183"/>
            <a:ext cx="5764384" cy="400110"/>
          </a:xfrm>
          <a:prstGeom prst="rect">
            <a:avLst/>
          </a:prstGeom>
          <a:noFill/>
        </p:spPr>
        <p:txBody>
          <a:bodyPr wrap="square">
            <a:spAutoFit/>
          </a:bodyPr>
          <a:lstStyle>
            <a:defPPr>
              <a:defRPr lang="zh-CN"/>
            </a:defPPr>
            <a:lvl1pPr marL="342900" indent="-342900">
              <a:buFont typeface="Wingdings" panose="05000000000000000000" pitchFamily="2" charset="2"/>
              <a:buChar char="p"/>
              <a:defRPr sz="2400">
                <a:solidFill>
                  <a:srgbClr val="0070C0"/>
                </a:solidFill>
                <a:latin typeface="微软雅黑" panose="020B0503020204020204" pitchFamily="34" charset="-122"/>
                <a:ea typeface="微软雅黑" panose="020B0503020204020204" pitchFamily="34" charset="-122"/>
              </a:defRPr>
            </a:lvl1pPr>
          </a:lstStyle>
          <a:p>
            <a:r>
              <a:rPr lang="zh-CN" altLang="en-US" sz="2000" b="1" dirty="0"/>
              <a:t>定义多个变量使用</a:t>
            </a:r>
            <a:r>
              <a:rPr lang="zh-CN" altLang="en-US" sz="2000" b="1" dirty="0">
                <a:solidFill>
                  <a:schemeClr val="bg1"/>
                </a:solidFill>
                <a:highlight>
                  <a:srgbClr val="FF0000"/>
                </a:highlight>
              </a:rPr>
              <a:t>平行赋值法</a:t>
            </a:r>
            <a:r>
              <a:rPr lang="zh-CN" altLang="en-US" sz="2000" b="1" dirty="0"/>
              <a:t>创建元组</a:t>
            </a:r>
            <a:endParaRPr lang="en-US" altLang="zh-CN" sz="2000" b="1" dirty="0"/>
          </a:p>
        </p:txBody>
      </p:sp>
      <p:sp>
        <p:nvSpPr>
          <p:cNvPr id="11" name="标题 1">
            <a:extLst>
              <a:ext uri="{FF2B5EF4-FFF2-40B4-BE49-F238E27FC236}">
                <a16:creationId xmlns:a16="http://schemas.microsoft.com/office/drawing/2014/main" id="{64F0F415-67CE-4807-B84D-6613E5F8276E}"/>
              </a:ext>
            </a:extLst>
          </p:cNvPr>
          <p:cNvSpPr>
            <a:spLocks noGrp="1"/>
          </p:cNvSpPr>
          <p:nvPr>
            <p:ph type="title"/>
          </p:nvPr>
        </p:nvSpPr>
        <p:spPr>
          <a:xfrm>
            <a:off x="1044393" y="-210460"/>
            <a:ext cx="7667625" cy="870198"/>
          </a:xfrm>
        </p:spPr>
        <p:txBody>
          <a:bodyPr/>
          <a:lstStyle/>
          <a:p>
            <a:r>
              <a:rPr lang="en-US" altLang="zh-CN" sz="2800" dirty="0"/>
              <a:t>§1.4.4 Julia </a:t>
            </a:r>
            <a:r>
              <a:rPr lang="zh-CN" altLang="en-US" sz="2800" dirty="0"/>
              <a:t>元组（</a:t>
            </a:r>
            <a:r>
              <a:rPr lang="en-US" altLang="zh-CN" sz="2800" dirty="0"/>
              <a:t>tuple</a:t>
            </a:r>
            <a:r>
              <a:rPr lang="zh-CN" altLang="en-US" sz="2800" dirty="0"/>
              <a:t>）</a:t>
            </a:r>
            <a:r>
              <a:rPr lang="en-US" altLang="zh-CN" sz="2800" dirty="0">
                <a:solidFill>
                  <a:srgbClr val="FF0000"/>
                </a:solidFill>
              </a:rPr>
              <a:t>——</a:t>
            </a:r>
            <a:r>
              <a:rPr lang="zh-CN" altLang="en-US" sz="2800" dirty="0">
                <a:solidFill>
                  <a:srgbClr val="FF0000"/>
                </a:solidFill>
              </a:rPr>
              <a:t>元组特点创建 </a:t>
            </a:r>
          </a:p>
        </p:txBody>
      </p:sp>
      <p:sp>
        <p:nvSpPr>
          <p:cNvPr id="14" name="文本框 13">
            <a:extLst>
              <a:ext uri="{FF2B5EF4-FFF2-40B4-BE49-F238E27FC236}">
                <a16:creationId xmlns:a16="http://schemas.microsoft.com/office/drawing/2014/main" id="{C724A009-F615-4A10-8D92-E6D03E0244C7}"/>
              </a:ext>
            </a:extLst>
          </p:cNvPr>
          <p:cNvSpPr txBox="1"/>
          <p:nvPr/>
        </p:nvSpPr>
        <p:spPr>
          <a:xfrm>
            <a:off x="559701" y="4078156"/>
            <a:ext cx="4012435" cy="461665"/>
          </a:xfrm>
          <a:prstGeom prst="rect">
            <a:avLst/>
          </a:prstGeom>
          <a:noFill/>
        </p:spPr>
        <p:txBody>
          <a:bodyPr wrap="square">
            <a:spAutoFit/>
          </a:bodyPr>
          <a:lstStyle/>
          <a:p>
            <a:r>
              <a:rPr lang="zh-CN" altLang="en-US" sz="2400" dirty="0"/>
              <a:t>julia&gt; x+y   </a:t>
            </a:r>
            <a:r>
              <a:rPr lang="zh-CN" altLang="en-US" sz="2400" b="1" dirty="0">
                <a:solidFill>
                  <a:srgbClr val="00B0F0"/>
                </a:solidFill>
              </a:rPr>
              <a:t>结果3</a:t>
            </a:r>
          </a:p>
        </p:txBody>
      </p:sp>
      <p:sp>
        <p:nvSpPr>
          <p:cNvPr id="19" name="文本框 18">
            <a:extLst>
              <a:ext uri="{FF2B5EF4-FFF2-40B4-BE49-F238E27FC236}">
                <a16:creationId xmlns:a16="http://schemas.microsoft.com/office/drawing/2014/main" id="{FB3D1831-6E9C-4883-92CA-DECDE373E697}"/>
              </a:ext>
            </a:extLst>
          </p:cNvPr>
          <p:cNvSpPr txBox="1"/>
          <p:nvPr/>
        </p:nvSpPr>
        <p:spPr>
          <a:xfrm>
            <a:off x="6291874" y="2512413"/>
            <a:ext cx="2483769" cy="707886"/>
          </a:xfrm>
          <a:prstGeom prst="rect">
            <a:avLst/>
          </a:prstGeom>
          <a:noFill/>
        </p:spPr>
        <p:txBody>
          <a:bodyPr wrap="square">
            <a:spAutoFit/>
          </a:bodyPr>
          <a:lstStyle/>
          <a:p>
            <a:r>
              <a:rPr lang="zh-CN" altLang="en-US" sz="2000" dirty="0"/>
              <a:t>访问a2[1] 结果</a:t>
            </a:r>
            <a:r>
              <a:rPr lang="zh-CN" altLang="en-US" sz="2000" dirty="0">
                <a:solidFill>
                  <a:srgbClr val="00B0F0"/>
                </a:solidFill>
              </a:rPr>
              <a:t>(2, 3)</a:t>
            </a:r>
          </a:p>
          <a:p>
            <a:r>
              <a:rPr lang="zh-CN" altLang="en-US" sz="2000" dirty="0"/>
              <a:t>访问a2[1][1]结果</a:t>
            </a:r>
            <a:r>
              <a:rPr lang="zh-CN" altLang="en-US" sz="2000" dirty="0">
                <a:solidFill>
                  <a:srgbClr val="00B0F0"/>
                </a:solidFill>
              </a:rPr>
              <a:t>2</a:t>
            </a:r>
          </a:p>
        </p:txBody>
      </p:sp>
      <p:sp>
        <p:nvSpPr>
          <p:cNvPr id="16" name="文本框 15">
            <a:extLst>
              <a:ext uri="{FF2B5EF4-FFF2-40B4-BE49-F238E27FC236}">
                <a16:creationId xmlns:a16="http://schemas.microsoft.com/office/drawing/2014/main" id="{C9B8D3F8-A413-4E36-B6A2-9898F4A132C8}"/>
              </a:ext>
            </a:extLst>
          </p:cNvPr>
          <p:cNvSpPr txBox="1"/>
          <p:nvPr/>
        </p:nvSpPr>
        <p:spPr>
          <a:xfrm>
            <a:off x="5487022" y="1776227"/>
            <a:ext cx="1296145" cy="461665"/>
          </a:xfrm>
          <a:prstGeom prst="rect">
            <a:avLst/>
          </a:prstGeom>
          <a:noFill/>
        </p:spPr>
        <p:txBody>
          <a:bodyPr wrap="square">
            <a:spAutoFit/>
          </a:bodyPr>
          <a:lstStyle/>
          <a:p>
            <a:r>
              <a:rPr lang="zh-CN" altLang="en-US" sz="2400" b="1" dirty="0">
                <a:solidFill>
                  <a:srgbClr val="00B0F0"/>
                </a:solidFill>
              </a:rPr>
              <a:t>结果为</a:t>
            </a:r>
            <a:r>
              <a:rPr lang="en-US" altLang="zh-CN" sz="2400" b="1" dirty="0">
                <a:solidFill>
                  <a:srgbClr val="00B0F0"/>
                </a:solidFill>
              </a:rPr>
              <a:t>2</a:t>
            </a:r>
            <a:endParaRPr lang="zh-CN" altLang="en-US" sz="2400" b="1" dirty="0">
              <a:solidFill>
                <a:srgbClr val="00B0F0"/>
              </a:solidFill>
            </a:endParaRPr>
          </a:p>
        </p:txBody>
      </p:sp>
      <p:sp>
        <p:nvSpPr>
          <p:cNvPr id="2" name="文本框 1">
            <a:extLst>
              <a:ext uri="{FF2B5EF4-FFF2-40B4-BE49-F238E27FC236}">
                <a16:creationId xmlns:a16="http://schemas.microsoft.com/office/drawing/2014/main" id="{B7F2BB4F-C492-41DB-BCFC-96E164916C6F}"/>
              </a:ext>
            </a:extLst>
          </p:cNvPr>
          <p:cNvSpPr txBox="1"/>
          <p:nvPr/>
        </p:nvSpPr>
        <p:spPr>
          <a:xfrm>
            <a:off x="510082" y="2328279"/>
            <a:ext cx="5764384" cy="400110"/>
          </a:xfrm>
          <a:prstGeom prst="rect">
            <a:avLst/>
          </a:prstGeom>
          <a:noFill/>
        </p:spPr>
        <p:txBody>
          <a:bodyPr wrap="square">
            <a:spAutoFit/>
          </a:bodyPr>
          <a:lstStyle>
            <a:defPPr>
              <a:defRPr lang="zh-CN"/>
            </a:defPPr>
            <a:lvl1pPr marL="342900" indent="-342900">
              <a:buFont typeface="Wingdings" panose="05000000000000000000" pitchFamily="2" charset="2"/>
              <a:buChar char="p"/>
              <a:defRPr sz="2400">
                <a:solidFill>
                  <a:srgbClr val="0070C0"/>
                </a:solidFill>
                <a:latin typeface="微软雅黑" panose="020B0503020204020204" pitchFamily="34" charset="-122"/>
                <a:ea typeface="微软雅黑" panose="020B0503020204020204" pitchFamily="34" charset="-122"/>
              </a:defRPr>
            </a:lvl1pPr>
          </a:lstStyle>
          <a:p>
            <a:r>
              <a:rPr lang="zh-CN" altLang="en-US" sz="2000" b="1" dirty="0"/>
              <a:t>创建二维元组</a:t>
            </a:r>
            <a:endParaRPr lang="en-US" altLang="zh-CN" sz="2000" b="1" dirty="0"/>
          </a:p>
        </p:txBody>
      </p:sp>
      <p:sp>
        <p:nvSpPr>
          <p:cNvPr id="3" name="矩形 2">
            <a:extLst>
              <a:ext uri="{FF2B5EF4-FFF2-40B4-BE49-F238E27FC236}">
                <a16:creationId xmlns:a16="http://schemas.microsoft.com/office/drawing/2014/main" id="{195E8C60-5151-40A2-A1E1-AEFB39077F03}"/>
              </a:ext>
            </a:extLst>
          </p:cNvPr>
          <p:cNvSpPr/>
          <p:nvPr/>
        </p:nvSpPr>
        <p:spPr>
          <a:xfrm>
            <a:off x="2793721" y="2288389"/>
            <a:ext cx="2726844" cy="400110"/>
          </a:xfrm>
          <a:prstGeom prst="rect">
            <a:avLst/>
          </a:prstGeom>
          <a:noFill/>
          <a:ln>
            <a:noFill/>
          </a:ln>
        </p:spPr>
        <p:style>
          <a:lnRef idx="3">
            <a:schemeClr val="lt1"/>
          </a:lnRef>
          <a:fillRef idx="1">
            <a:schemeClr val="accent1"/>
          </a:fillRef>
          <a:effectRef idx="1">
            <a:schemeClr val="accent1"/>
          </a:effectRef>
          <a:fontRef idx="minor">
            <a:schemeClr val="lt1"/>
          </a:fontRef>
        </p:style>
        <p:txBody>
          <a:bodyPr wrap="square">
            <a:spAutoFit/>
          </a:bodyPr>
          <a:lstStyle/>
          <a:p>
            <a:r>
              <a:rPr lang="en-US" altLang="zh-CN" sz="2000" kern="0" dirty="0">
                <a:solidFill>
                  <a:schemeClr val="bg1"/>
                </a:solidFill>
                <a:highlight>
                  <a:srgbClr val="FF0000"/>
                </a:highlight>
              </a:rPr>
              <a:t>( (x1,x2) , (x3,x4) )</a:t>
            </a:r>
            <a:endParaRPr lang="zh-CN" altLang="en-US" sz="2000" dirty="0">
              <a:solidFill>
                <a:schemeClr val="bg1"/>
              </a:solidFill>
              <a:highlight>
                <a:srgbClr val="FF0000"/>
              </a:highlight>
              <a:latin typeface="Times New Roman" panose="02020603050405020304" pitchFamily="18" charset="0"/>
              <a:cs typeface="Times New Roman" panose="02020603050405020304" pitchFamily="18" charset="0"/>
            </a:endParaRPr>
          </a:p>
        </p:txBody>
      </p:sp>
      <p:sp>
        <p:nvSpPr>
          <p:cNvPr id="4" name="文本框 3">
            <a:extLst>
              <a:ext uri="{FF2B5EF4-FFF2-40B4-BE49-F238E27FC236}">
                <a16:creationId xmlns:a16="http://schemas.microsoft.com/office/drawing/2014/main" id="{59219A0C-F740-49E2-82B1-58AE705C7D7C}"/>
              </a:ext>
            </a:extLst>
          </p:cNvPr>
          <p:cNvSpPr txBox="1"/>
          <p:nvPr/>
        </p:nvSpPr>
        <p:spPr>
          <a:xfrm>
            <a:off x="566789" y="2751578"/>
            <a:ext cx="5720373" cy="461665"/>
          </a:xfrm>
          <a:prstGeom prst="rect">
            <a:avLst/>
          </a:prstGeom>
          <a:noFill/>
        </p:spPr>
        <p:txBody>
          <a:bodyPr wrap="square">
            <a:spAutoFit/>
          </a:bodyPr>
          <a:lstStyle/>
          <a:p>
            <a:r>
              <a:rPr lang="zh-CN" altLang="en-US" sz="2400" dirty="0"/>
              <a:t>julia&gt; a2=((2,3),(3,4))  </a:t>
            </a:r>
            <a:r>
              <a:rPr lang="en-US" altLang="zh-CN" sz="2400" b="1" dirty="0">
                <a:solidFill>
                  <a:srgbClr val="00B0F0"/>
                </a:solidFill>
              </a:rPr>
              <a:t>#</a:t>
            </a:r>
            <a:r>
              <a:rPr lang="zh-CN" altLang="en-US" sz="2400" b="1" dirty="0">
                <a:solidFill>
                  <a:srgbClr val="00B0F0"/>
                </a:solidFill>
              </a:rPr>
              <a:t>结果((2, 3), (3, 4))</a:t>
            </a:r>
          </a:p>
        </p:txBody>
      </p:sp>
    </p:spTree>
    <p:extLst>
      <p:ext uri="{BB962C8B-B14F-4D97-AF65-F5344CB8AC3E}">
        <p14:creationId xmlns:p14="http://schemas.microsoft.com/office/powerpoint/2010/main" val="33446640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AAEF3AFF-784D-4D51-860B-1069E72223ED}"/>
              </a:ext>
            </a:extLst>
          </p:cNvPr>
          <p:cNvSpPr txBox="1">
            <a:spLocks/>
          </p:cNvSpPr>
          <p:nvPr/>
        </p:nvSpPr>
        <p:spPr bwMode="auto">
          <a:xfrm>
            <a:off x="1907705" y="241820"/>
            <a:ext cx="6696744" cy="438150"/>
          </a:xfrm>
          <a:prstGeom prst="rect">
            <a:avLst/>
          </a:prstGeom>
          <a:noFill/>
          <a:ln w="9525">
            <a:noFill/>
            <a:miter lim="800000"/>
            <a:headEnd/>
            <a:tailEnd/>
          </a:ln>
        </p:spPr>
        <p:txBody>
          <a:bodyPr vert="horz" wrap="none" lIns="91440" tIns="45720" rIns="91440" bIns="45720" numCol="1" anchor="b" anchorCtr="0" compatLnSpc="1">
            <a:prstTxWarp prst="textNoShape">
              <a:avLst/>
            </a:prstTxWarp>
          </a:bodyPr>
          <a:lstStyle>
            <a:lvl1pPr algn="l" rtl="0" eaLnBrk="0" fontAlgn="base" hangingPunct="0">
              <a:lnSpc>
                <a:spcPct val="85000"/>
              </a:lnSpc>
              <a:spcBef>
                <a:spcPct val="0"/>
              </a:spcBef>
              <a:spcAft>
                <a:spcPct val="0"/>
              </a:spcAft>
              <a:defRPr sz="3200" b="0">
                <a:solidFill>
                  <a:srgbClr val="002060"/>
                </a:solidFill>
                <a:latin typeface="华文楷体" panose="02010600040101010101" pitchFamily="2" charset="-122"/>
                <a:ea typeface="华文楷体" panose="02010600040101010101" pitchFamily="2" charset="-122"/>
                <a:cs typeface="+mj-cs"/>
              </a:defRPr>
            </a:lvl1pPr>
            <a:lvl2pPr algn="l" rtl="0" eaLnBrk="0" fontAlgn="base" hangingPunct="0">
              <a:lnSpc>
                <a:spcPct val="85000"/>
              </a:lnSpc>
              <a:spcBef>
                <a:spcPct val="0"/>
              </a:spcBef>
              <a:spcAft>
                <a:spcPct val="0"/>
              </a:spcAft>
              <a:defRPr sz="3400" b="1">
                <a:solidFill>
                  <a:srgbClr val="002E5C"/>
                </a:solidFill>
                <a:latin typeface="Helvetica" pitchFamily="34" charset="0"/>
              </a:defRPr>
            </a:lvl2pPr>
            <a:lvl3pPr algn="l" rtl="0" eaLnBrk="0" fontAlgn="base" hangingPunct="0">
              <a:lnSpc>
                <a:spcPct val="85000"/>
              </a:lnSpc>
              <a:spcBef>
                <a:spcPct val="0"/>
              </a:spcBef>
              <a:spcAft>
                <a:spcPct val="0"/>
              </a:spcAft>
              <a:defRPr sz="3400" b="1">
                <a:solidFill>
                  <a:srgbClr val="002E5C"/>
                </a:solidFill>
                <a:latin typeface="Helvetica" pitchFamily="34" charset="0"/>
              </a:defRPr>
            </a:lvl3pPr>
            <a:lvl4pPr algn="l" rtl="0" eaLnBrk="0" fontAlgn="base" hangingPunct="0">
              <a:lnSpc>
                <a:spcPct val="85000"/>
              </a:lnSpc>
              <a:spcBef>
                <a:spcPct val="0"/>
              </a:spcBef>
              <a:spcAft>
                <a:spcPct val="0"/>
              </a:spcAft>
              <a:defRPr sz="3400" b="1">
                <a:solidFill>
                  <a:srgbClr val="002E5C"/>
                </a:solidFill>
                <a:latin typeface="Helvetica" pitchFamily="34" charset="0"/>
              </a:defRPr>
            </a:lvl4pPr>
            <a:lvl5pPr algn="l" rtl="0" eaLnBrk="0" fontAlgn="base" hangingPunct="0">
              <a:lnSpc>
                <a:spcPct val="85000"/>
              </a:lnSpc>
              <a:spcBef>
                <a:spcPct val="0"/>
              </a:spcBef>
              <a:spcAft>
                <a:spcPct val="0"/>
              </a:spcAft>
              <a:defRPr sz="3400" b="1">
                <a:solidFill>
                  <a:srgbClr val="002E5C"/>
                </a:solidFill>
                <a:latin typeface="Helvetica" pitchFamily="34" charset="0"/>
              </a:defRPr>
            </a:lvl5pPr>
            <a:lvl6pPr marL="457200" algn="l" rtl="0" eaLnBrk="1" fontAlgn="base" hangingPunct="1">
              <a:lnSpc>
                <a:spcPct val="85000"/>
              </a:lnSpc>
              <a:spcBef>
                <a:spcPct val="0"/>
              </a:spcBef>
              <a:spcAft>
                <a:spcPct val="0"/>
              </a:spcAft>
              <a:defRPr sz="3400" b="1">
                <a:solidFill>
                  <a:srgbClr val="002E5C"/>
                </a:solidFill>
                <a:latin typeface="Helvetica" pitchFamily="34" charset="0"/>
              </a:defRPr>
            </a:lvl6pPr>
            <a:lvl7pPr marL="914400" algn="l" rtl="0" eaLnBrk="1" fontAlgn="base" hangingPunct="1">
              <a:lnSpc>
                <a:spcPct val="85000"/>
              </a:lnSpc>
              <a:spcBef>
                <a:spcPct val="0"/>
              </a:spcBef>
              <a:spcAft>
                <a:spcPct val="0"/>
              </a:spcAft>
              <a:defRPr sz="3400" b="1">
                <a:solidFill>
                  <a:srgbClr val="002E5C"/>
                </a:solidFill>
                <a:latin typeface="Helvetica" pitchFamily="34" charset="0"/>
              </a:defRPr>
            </a:lvl7pPr>
            <a:lvl8pPr marL="1371600" algn="l" rtl="0" eaLnBrk="1" fontAlgn="base" hangingPunct="1">
              <a:lnSpc>
                <a:spcPct val="85000"/>
              </a:lnSpc>
              <a:spcBef>
                <a:spcPct val="0"/>
              </a:spcBef>
              <a:spcAft>
                <a:spcPct val="0"/>
              </a:spcAft>
              <a:defRPr sz="3400" b="1">
                <a:solidFill>
                  <a:srgbClr val="002E5C"/>
                </a:solidFill>
                <a:latin typeface="Helvetica" pitchFamily="34" charset="0"/>
              </a:defRPr>
            </a:lvl8pPr>
            <a:lvl9pPr marL="1828800" algn="l" rtl="0" eaLnBrk="1" fontAlgn="base" hangingPunct="1">
              <a:lnSpc>
                <a:spcPct val="85000"/>
              </a:lnSpc>
              <a:spcBef>
                <a:spcPct val="0"/>
              </a:spcBef>
              <a:spcAft>
                <a:spcPct val="0"/>
              </a:spcAft>
              <a:defRPr sz="3400" b="1">
                <a:solidFill>
                  <a:srgbClr val="002E5C"/>
                </a:solidFill>
                <a:latin typeface="Helvetica" pitchFamily="34" charset="0"/>
              </a:defRPr>
            </a:lvl9pPr>
          </a:lstStyle>
          <a:p>
            <a:r>
              <a:rPr lang="en-US" altLang="zh-CN" sz="3000" kern="0" dirty="0"/>
              <a:t>§1.4.5 </a:t>
            </a:r>
            <a:r>
              <a:rPr lang="zh-CN" altLang="en-US" sz="3000" kern="0" dirty="0"/>
              <a:t>字典</a:t>
            </a:r>
            <a:r>
              <a:rPr lang="en-US" altLang="zh-CN" sz="3000" dirty="0">
                <a:solidFill>
                  <a:srgbClr val="FF0000"/>
                </a:solidFill>
              </a:rPr>
              <a:t>——</a:t>
            </a:r>
            <a:r>
              <a:rPr lang="en-US" altLang="zh-CN" sz="3000" dirty="0" err="1">
                <a:solidFill>
                  <a:srgbClr val="FF0000"/>
                </a:solidFill>
              </a:rPr>
              <a:t>Dict</a:t>
            </a:r>
            <a:r>
              <a:rPr lang="zh-CN" altLang="en-US" sz="3000" dirty="0">
                <a:solidFill>
                  <a:srgbClr val="FF0000"/>
                </a:solidFill>
              </a:rPr>
              <a:t>创建字典 </a:t>
            </a:r>
            <a:endParaRPr lang="zh-CN" altLang="en-US" sz="3000" kern="0" dirty="0">
              <a:solidFill>
                <a:srgbClr val="FF0000"/>
              </a:solidFill>
            </a:endParaRPr>
          </a:p>
        </p:txBody>
      </p:sp>
      <p:sp>
        <p:nvSpPr>
          <p:cNvPr id="5" name="内容占位符 2">
            <a:extLst>
              <a:ext uri="{FF2B5EF4-FFF2-40B4-BE49-F238E27FC236}">
                <a16:creationId xmlns:a16="http://schemas.microsoft.com/office/drawing/2014/main" id="{DB7B8CBC-D84E-43E0-B757-63F7127C9C72}"/>
              </a:ext>
            </a:extLst>
          </p:cNvPr>
          <p:cNvSpPr>
            <a:spLocks noGrp="1"/>
          </p:cNvSpPr>
          <p:nvPr>
            <p:ph idx="1"/>
          </p:nvPr>
        </p:nvSpPr>
        <p:spPr>
          <a:xfrm>
            <a:off x="467543" y="1347614"/>
            <a:ext cx="8434683" cy="468480"/>
          </a:xfrm>
        </p:spPr>
        <p:txBody>
          <a:bodyPr/>
          <a:lstStyle/>
          <a:p>
            <a:pPr algn="dist">
              <a:buNone/>
            </a:pPr>
            <a:r>
              <a:rPr lang="zh-CN" altLang="en-US" sz="2200" b="1" dirty="0"/>
              <a:t>如通讯录人名和电话</a:t>
            </a:r>
            <a:r>
              <a:rPr lang="en-US" altLang="zh-CN" sz="2200" b="1" dirty="0"/>
              <a:t>,</a:t>
            </a:r>
            <a:r>
              <a:rPr lang="zh-CN" altLang="en-US" sz="2200" b="1" dirty="0"/>
              <a:t>不同元组数组</a:t>
            </a:r>
            <a:r>
              <a:rPr lang="en-US" altLang="zh-CN" sz="2200" b="1" dirty="0"/>
              <a:t>,</a:t>
            </a:r>
            <a:r>
              <a:rPr lang="zh-CN" altLang="en-US" sz="2200" b="1" dirty="0">
                <a:solidFill>
                  <a:srgbClr val="FFFF00"/>
                </a:solidFill>
                <a:highlight>
                  <a:srgbClr val="FF0000"/>
                </a:highlight>
              </a:rPr>
              <a:t>无序</a:t>
            </a:r>
            <a:r>
              <a:rPr lang="zh-CN" altLang="en-US" sz="2200" b="1" dirty="0"/>
              <a:t>字典元素</a:t>
            </a:r>
            <a:r>
              <a:rPr lang="en-US" altLang="zh-CN" sz="2200" b="1" dirty="0"/>
              <a:t>,</a:t>
            </a:r>
            <a:r>
              <a:rPr lang="zh-CN" altLang="en-US" sz="2200" b="1" dirty="0"/>
              <a:t>字典</a:t>
            </a:r>
            <a:r>
              <a:rPr lang="zh-CN" altLang="en-US" sz="2200" b="1" dirty="0">
                <a:solidFill>
                  <a:srgbClr val="FFFF00"/>
                </a:solidFill>
                <a:highlight>
                  <a:srgbClr val="FF0000"/>
                </a:highlight>
              </a:rPr>
              <a:t>不能索引</a:t>
            </a:r>
          </a:p>
        </p:txBody>
      </p:sp>
      <p:sp>
        <p:nvSpPr>
          <p:cNvPr id="6" name="矩形 5">
            <a:extLst>
              <a:ext uri="{FF2B5EF4-FFF2-40B4-BE49-F238E27FC236}">
                <a16:creationId xmlns:a16="http://schemas.microsoft.com/office/drawing/2014/main" id="{F845B685-061C-4C5F-AC1B-64E3689A89EF}"/>
              </a:ext>
            </a:extLst>
          </p:cNvPr>
          <p:cNvSpPr/>
          <p:nvPr/>
        </p:nvSpPr>
        <p:spPr>
          <a:xfrm>
            <a:off x="1907704" y="1942718"/>
            <a:ext cx="6994521" cy="369332"/>
          </a:xfrm>
          <a:prstGeom prst="rect">
            <a:avLst/>
          </a:prstGeom>
          <a:solidFill>
            <a:srgbClr val="0070C0"/>
          </a:solidFill>
          <a:ln>
            <a:noFill/>
          </a:ln>
          <a:scene3d>
            <a:camera prst="orthographicFront"/>
            <a:lightRig rig="threePt" dir="t"/>
          </a:scene3d>
          <a:sp3d>
            <a:bevelT prst="relaxedInset"/>
          </a:sp3d>
        </p:spPr>
        <p:style>
          <a:lnRef idx="3">
            <a:schemeClr val="lt1"/>
          </a:lnRef>
          <a:fillRef idx="1">
            <a:schemeClr val="accent1"/>
          </a:fillRef>
          <a:effectRef idx="1">
            <a:schemeClr val="accent1"/>
          </a:effectRef>
          <a:fontRef idx="minor">
            <a:schemeClr val="lt1"/>
          </a:fontRef>
        </p:style>
        <p:txBody>
          <a:bodyPr wrap="square">
            <a:spAutoFit/>
          </a:bodyPr>
          <a:lstStyle/>
          <a:p>
            <a:pPr algn="dist"/>
            <a:r>
              <a:rPr lang="en-US" altLang="zh-CN" kern="0" dirty="0">
                <a:solidFill>
                  <a:schemeClr val="bg1"/>
                </a:solidFill>
              </a:rPr>
              <a:t>D=</a:t>
            </a:r>
            <a:r>
              <a:rPr lang="en-US" altLang="zh-CN" kern="0" dirty="0" err="1">
                <a:solidFill>
                  <a:schemeClr val="bg1"/>
                </a:solidFill>
              </a:rPr>
              <a:t>Dict</a:t>
            </a:r>
            <a:r>
              <a:rPr lang="en-US" altLang="zh-CN" kern="0" dirty="0">
                <a:solidFill>
                  <a:schemeClr val="bg1"/>
                </a:solidFill>
              </a:rPr>
              <a:t>("key1" =&gt; value1, "key2" =&gt; value2,,…, "</a:t>
            </a:r>
            <a:r>
              <a:rPr lang="en-US" altLang="zh-CN" kern="0" dirty="0" err="1">
                <a:solidFill>
                  <a:schemeClr val="bg1"/>
                </a:solidFill>
              </a:rPr>
              <a:t>keyn</a:t>
            </a:r>
            <a:r>
              <a:rPr lang="en-US" altLang="zh-CN" kern="0" dirty="0">
                <a:solidFill>
                  <a:schemeClr val="bg1"/>
                </a:solidFill>
              </a:rPr>
              <a:t>" =&gt; </a:t>
            </a:r>
            <a:r>
              <a:rPr lang="en-US" altLang="zh-CN" kern="0" dirty="0" err="1">
                <a:solidFill>
                  <a:schemeClr val="bg1"/>
                </a:solidFill>
              </a:rPr>
              <a:t>valuen</a:t>
            </a:r>
            <a:r>
              <a:rPr lang="en-US" altLang="zh-CN" kern="0" dirty="0">
                <a:solidFill>
                  <a:schemeClr val="bg1"/>
                </a:solidFill>
              </a:rPr>
              <a:t>)</a:t>
            </a:r>
            <a:endParaRPr lang="zh-CN" altLang="en-US" kern="0" dirty="0">
              <a:solidFill>
                <a:schemeClr val="bg1"/>
              </a:solidFill>
            </a:endParaRPr>
          </a:p>
        </p:txBody>
      </p:sp>
      <p:sp>
        <p:nvSpPr>
          <p:cNvPr id="7" name="矩形 6">
            <a:extLst>
              <a:ext uri="{FF2B5EF4-FFF2-40B4-BE49-F238E27FC236}">
                <a16:creationId xmlns:a16="http://schemas.microsoft.com/office/drawing/2014/main" id="{93D71650-D547-43D9-9D82-D2A3CFCF31CB}"/>
              </a:ext>
            </a:extLst>
          </p:cNvPr>
          <p:cNvSpPr/>
          <p:nvPr/>
        </p:nvSpPr>
        <p:spPr>
          <a:xfrm>
            <a:off x="438551" y="2438674"/>
            <a:ext cx="8604448" cy="1919308"/>
          </a:xfrm>
          <a:prstGeom prst="rect">
            <a:avLst/>
          </a:prstGeom>
        </p:spPr>
        <p:txBody>
          <a:bodyPr wrap="square">
            <a:spAutoFit/>
          </a:bodyPr>
          <a:lstStyle/>
          <a:p>
            <a:pPr marL="457200" indent="-457200">
              <a:lnSpc>
                <a:spcPts val="3700"/>
              </a:lnSpc>
              <a:buFont typeface="+mj-ea"/>
              <a:buAutoNum type="circleNumDbPlain"/>
            </a:pPr>
            <a:r>
              <a:rPr lang="zh-CN" altLang="en-US" sz="2200" b="1" dirty="0">
                <a:solidFill>
                  <a:srgbClr val="002060"/>
                </a:solidFill>
                <a:latin typeface="宋体" panose="02010600030101010101" pitchFamily="2" charset="-122"/>
                <a:ea typeface="宋体" panose="02010600030101010101" pitchFamily="2" charset="-122"/>
              </a:rPr>
              <a:t>字典的每对键</a:t>
            </a:r>
            <a:r>
              <a:rPr lang="en-US" altLang="zh-CN" sz="2200" b="1" dirty="0">
                <a:solidFill>
                  <a:srgbClr val="002060"/>
                </a:solidFill>
                <a:latin typeface="宋体" panose="02010600030101010101" pitchFamily="2" charset="-122"/>
                <a:ea typeface="宋体" panose="02010600030101010101" pitchFamily="2" charset="-122"/>
              </a:rPr>
              <a:t>key</a:t>
            </a:r>
            <a:r>
              <a:rPr lang="zh-CN" altLang="en-US" sz="2200" b="1" dirty="0">
                <a:solidFill>
                  <a:srgbClr val="002060"/>
                </a:solidFill>
                <a:latin typeface="宋体" panose="02010600030101010101" pitchFamily="2" charset="-122"/>
                <a:ea typeface="宋体" panose="02010600030101010101" pitchFamily="2" charset="-122"/>
              </a:rPr>
              <a:t>值</a:t>
            </a:r>
            <a:r>
              <a:rPr lang="en-US" altLang="zh-CN" sz="2200" b="1" dirty="0">
                <a:solidFill>
                  <a:srgbClr val="002060"/>
                </a:solidFill>
                <a:latin typeface="宋体" panose="02010600030101010101" pitchFamily="2" charset="-122"/>
                <a:ea typeface="宋体" panose="02010600030101010101" pitchFamily="2" charset="-122"/>
              </a:rPr>
              <a:t>value</a:t>
            </a:r>
            <a:r>
              <a:rPr lang="zh-CN" altLang="en-US" sz="2200" b="1" dirty="0">
                <a:solidFill>
                  <a:srgbClr val="002060"/>
                </a:solidFill>
                <a:latin typeface="宋体" panose="02010600030101010101" pitchFamily="2" charset="-122"/>
                <a:ea typeface="宋体" panose="02010600030101010101" pitchFamily="2" charset="-122"/>
              </a:rPr>
              <a:t>用</a:t>
            </a:r>
            <a:r>
              <a:rPr lang="en-US" altLang="zh-CN" sz="2200" b="1" dirty="0">
                <a:solidFill>
                  <a:srgbClr val="002060"/>
                </a:solidFill>
                <a:latin typeface="宋体" panose="02010600030101010101" pitchFamily="2" charset="-122"/>
                <a:ea typeface="宋体" panose="02010600030101010101" pitchFamily="2" charset="-122"/>
              </a:rPr>
              <a:t>=&gt;</a:t>
            </a:r>
            <a:r>
              <a:rPr lang="zh-CN" altLang="en-US" sz="2200" b="1" dirty="0">
                <a:solidFill>
                  <a:srgbClr val="002060"/>
                </a:solidFill>
                <a:latin typeface="宋体" panose="02010600030101010101" pitchFamily="2" charset="-122"/>
                <a:ea typeface="宋体" panose="02010600030101010101" pitchFamily="2" charset="-122"/>
              </a:rPr>
              <a:t> 分割，每个键值对用逗号分割，键</a:t>
            </a:r>
            <a:r>
              <a:rPr lang="en-US" altLang="zh-CN" sz="2200" b="1" dirty="0">
                <a:solidFill>
                  <a:srgbClr val="002060"/>
                </a:solidFill>
                <a:latin typeface="宋体" panose="02010600030101010101" pitchFamily="2" charset="-122"/>
                <a:ea typeface="宋体" panose="02010600030101010101" pitchFamily="2" charset="-122"/>
              </a:rPr>
              <a:t>key</a:t>
            </a:r>
            <a:r>
              <a:rPr lang="zh-CN" altLang="en-US" sz="2200" b="1" dirty="0">
                <a:solidFill>
                  <a:srgbClr val="002060"/>
                </a:solidFill>
                <a:latin typeface="宋体" panose="02010600030101010101" pitchFamily="2" charset="-122"/>
                <a:ea typeface="宋体" panose="02010600030101010101" pitchFamily="2" charset="-122"/>
              </a:rPr>
              <a:t>是唯一的，可以字符串也可以是数据，</a:t>
            </a:r>
            <a:endParaRPr lang="en-US" altLang="zh-CN" sz="2200" b="1" dirty="0">
              <a:solidFill>
                <a:srgbClr val="002060"/>
              </a:solidFill>
              <a:latin typeface="宋体" panose="02010600030101010101" pitchFamily="2" charset="-122"/>
              <a:ea typeface="宋体" panose="02010600030101010101" pitchFamily="2" charset="-122"/>
            </a:endParaRPr>
          </a:p>
          <a:p>
            <a:pPr marL="457200" indent="-457200">
              <a:lnSpc>
                <a:spcPts val="3700"/>
              </a:lnSpc>
              <a:buFont typeface="+mj-ea"/>
              <a:buAutoNum type="circleNumDbPlain"/>
            </a:pPr>
            <a:r>
              <a:rPr lang="zh-CN" altLang="en-US" sz="2200" b="1" dirty="0">
                <a:solidFill>
                  <a:srgbClr val="002060"/>
                </a:solidFill>
                <a:latin typeface="宋体" panose="02010600030101010101" pitchFamily="2" charset="-122"/>
                <a:ea typeface="宋体" panose="02010600030101010101" pitchFamily="2" charset="-122"/>
              </a:rPr>
              <a:t>如键已经分配一个值，不能再创建一个新的，而是修改现有的键，</a:t>
            </a:r>
            <a:endParaRPr lang="en-US" altLang="zh-CN" sz="2200" b="1" dirty="0">
              <a:solidFill>
                <a:srgbClr val="002060"/>
              </a:solidFill>
              <a:latin typeface="宋体" panose="02010600030101010101" pitchFamily="2" charset="-122"/>
              <a:ea typeface="宋体" panose="02010600030101010101" pitchFamily="2" charset="-122"/>
            </a:endParaRPr>
          </a:p>
          <a:p>
            <a:pPr marL="457200" indent="-457200">
              <a:lnSpc>
                <a:spcPts val="3700"/>
              </a:lnSpc>
              <a:buFont typeface="+mj-ea"/>
              <a:buAutoNum type="circleNumDbPlain"/>
            </a:pPr>
            <a:r>
              <a:rPr lang="zh-CN" altLang="en-US" sz="2200" b="1" dirty="0">
                <a:solidFill>
                  <a:srgbClr val="002060"/>
                </a:solidFill>
                <a:latin typeface="宋体" panose="02010600030101010101" pitchFamily="2" charset="-122"/>
                <a:ea typeface="宋体" panose="02010600030101010101" pitchFamily="2" charset="-122"/>
              </a:rPr>
              <a:t>用</a:t>
            </a:r>
            <a:r>
              <a:rPr lang="en-US" altLang="zh-CN" sz="2200" b="1" dirty="0" err="1">
                <a:solidFill>
                  <a:srgbClr val="002060"/>
                </a:solidFill>
                <a:latin typeface="宋体" panose="02010600030101010101" pitchFamily="2" charset="-122"/>
                <a:ea typeface="宋体" panose="02010600030101010101" pitchFamily="2" charset="-122"/>
              </a:rPr>
              <a:t>dict</a:t>
            </a:r>
            <a:r>
              <a:rPr lang="zh-CN" altLang="en-US" sz="2200" b="1" dirty="0">
                <a:solidFill>
                  <a:srgbClr val="002060"/>
                </a:solidFill>
                <a:latin typeface="宋体" panose="02010600030101010101" pitchFamily="2" charset="-122"/>
                <a:ea typeface="宋体" panose="02010600030101010101" pitchFamily="2" charset="-122"/>
              </a:rPr>
              <a:t>可以将数组或元组转化为字典</a:t>
            </a:r>
          </a:p>
        </p:txBody>
      </p:sp>
      <p:sp>
        <p:nvSpPr>
          <p:cNvPr id="2" name="内容占位符 2">
            <a:extLst>
              <a:ext uri="{FF2B5EF4-FFF2-40B4-BE49-F238E27FC236}">
                <a16:creationId xmlns:a16="http://schemas.microsoft.com/office/drawing/2014/main" id="{DE151B71-4255-C7D1-9A3A-86DB1DE46765}"/>
              </a:ext>
            </a:extLst>
          </p:cNvPr>
          <p:cNvSpPr txBox="1">
            <a:spLocks/>
          </p:cNvSpPr>
          <p:nvPr/>
        </p:nvSpPr>
        <p:spPr bwMode="auto">
          <a:xfrm>
            <a:off x="539553" y="794657"/>
            <a:ext cx="8604448" cy="423001"/>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defPPr>
              <a:defRPr lang="zh-CN"/>
            </a:defPPr>
            <a:lvl1pPr marL="0" indent="0" algn="dist" eaLnBrk="0" hangingPunct="0">
              <a:lnSpc>
                <a:spcPct val="110000"/>
              </a:lnSpc>
              <a:buFont typeface="Wingdings" panose="05000000000000000000" pitchFamily="2" charset="2"/>
              <a:buNone/>
              <a:defRPr sz="2000" b="1" i="0">
                <a:solidFill>
                  <a:srgbClr val="0070C0"/>
                </a:solidFill>
                <a:effectLst/>
                <a:latin typeface="微软雅黑" panose="020B0503020204020204" pitchFamily="34" charset="-122"/>
                <a:ea typeface="微软雅黑" panose="020B0503020204020204" pitchFamily="34" charset="-122"/>
              </a:defRPr>
            </a:lvl1pPr>
            <a:lvl2pPr marL="635000" indent="-177800" eaLnBrk="0" hangingPunct="0">
              <a:lnSpc>
                <a:spcPct val="110000"/>
              </a:lnSpc>
              <a:buFont typeface="Wingdings" panose="05000000000000000000" pitchFamily="2" charset="2"/>
              <a:buChar char="Ø"/>
              <a:defRPr sz="2400" b="0">
                <a:solidFill>
                  <a:srgbClr val="002060"/>
                </a:solidFill>
                <a:latin typeface="华文楷体" panose="02010600040101010101" pitchFamily="2" charset="-122"/>
                <a:ea typeface="华文楷体" panose="02010600040101010101" pitchFamily="2" charset="-122"/>
              </a:defRPr>
            </a:lvl2pPr>
            <a:lvl3pPr marL="1092200" indent="-177800" eaLnBrk="0" hangingPunct="0">
              <a:lnSpc>
                <a:spcPct val="110000"/>
              </a:lnSpc>
              <a:buFont typeface="Wingdings" panose="05000000000000000000" pitchFamily="2" charset="2"/>
              <a:buChar char="Ø"/>
              <a:defRPr sz="2400" b="0">
                <a:solidFill>
                  <a:srgbClr val="002060"/>
                </a:solidFill>
                <a:latin typeface="华文楷体" panose="02010600040101010101" pitchFamily="2" charset="-122"/>
                <a:ea typeface="华文楷体" panose="02010600040101010101" pitchFamily="2" charset="-122"/>
              </a:defRPr>
            </a:lvl3pPr>
            <a:lvl4pPr marL="1549400" indent="-177800" eaLnBrk="0" hangingPunct="0">
              <a:lnSpc>
                <a:spcPct val="110000"/>
              </a:lnSpc>
              <a:buFont typeface="Wingdings" panose="05000000000000000000" pitchFamily="2" charset="2"/>
              <a:buChar char="Ø"/>
              <a:defRPr sz="2000" b="0">
                <a:solidFill>
                  <a:srgbClr val="002060"/>
                </a:solidFill>
                <a:latin typeface="华文楷体" panose="02010600040101010101" pitchFamily="2" charset="-122"/>
                <a:ea typeface="华文楷体" panose="02010600040101010101" pitchFamily="2" charset="-122"/>
              </a:defRPr>
            </a:lvl4pPr>
            <a:lvl5pPr marL="2006600" indent="-177800" eaLnBrk="0" hangingPunct="0">
              <a:lnSpc>
                <a:spcPct val="110000"/>
              </a:lnSpc>
              <a:buFont typeface="Wingdings" panose="05000000000000000000" pitchFamily="2" charset="2"/>
              <a:buChar char="Ø"/>
              <a:defRPr sz="2000" b="0">
                <a:solidFill>
                  <a:srgbClr val="002060"/>
                </a:solidFill>
                <a:latin typeface="华文楷体" panose="02010600040101010101" pitchFamily="2" charset="-122"/>
                <a:ea typeface="华文楷体" panose="02010600040101010101" pitchFamily="2" charset="-122"/>
              </a:defRPr>
            </a:lvl5pPr>
            <a:lvl6pPr marL="2463800" indent="-177800" fontAlgn="base">
              <a:lnSpc>
                <a:spcPct val="110000"/>
              </a:lnSpc>
              <a:spcBef>
                <a:spcPct val="0"/>
              </a:spcBef>
              <a:spcAft>
                <a:spcPct val="0"/>
              </a:spcAft>
              <a:buChar char="•"/>
              <a:defRPr b="1">
                <a:solidFill>
                  <a:srgbClr val="002E5C"/>
                </a:solidFill>
                <a:latin typeface="+mn-lt"/>
              </a:defRPr>
            </a:lvl6pPr>
            <a:lvl7pPr marL="2921000" indent="-177800" fontAlgn="base">
              <a:lnSpc>
                <a:spcPct val="110000"/>
              </a:lnSpc>
              <a:spcBef>
                <a:spcPct val="0"/>
              </a:spcBef>
              <a:spcAft>
                <a:spcPct val="0"/>
              </a:spcAft>
              <a:buChar char="•"/>
              <a:defRPr b="1">
                <a:solidFill>
                  <a:srgbClr val="002E5C"/>
                </a:solidFill>
                <a:latin typeface="+mn-lt"/>
              </a:defRPr>
            </a:lvl7pPr>
            <a:lvl8pPr marL="3378200" indent="-177800" fontAlgn="base">
              <a:lnSpc>
                <a:spcPct val="110000"/>
              </a:lnSpc>
              <a:spcBef>
                <a:spcPct val="0"/>
              </a:spcBef>
              <a:spcAft>
                <a:spcPct val="0"/>
              </a:spcAft>
              <a:buChar char="•"/>
              <a:defRPr b="1">
                <a:solidFill>
                  <a:srgbClr val="002E5C"/>
                </a:solidFill>
                <a:latin typeface="+mn-lt"/>
              </a:defRPr>
            </a:lvl8pPr>
            <a:lvl9pPr marL="3835400" indent="-177800" fontAlgn="base">
              <a:lnSpc>
                <a:spcPct val="110000"/>
              </a:lnSpc>
              <a:spcBef>
                <a:spcPct val="0"/>
              </a:spcBef>
              <a:spcAft>
                <a:spcPct val="0"/>
              </a:spcAft>
              <a:buChar char="•"/>
              <a:defRPr b="1">
                <a:solidFill>
                  <a:srgbClr val="002E5C"/>
                </a:solidFill>
                <a:latin typeface="+mn-lt"/>
              </a:defRPr>
            </a:lvl9pPr>
          </a:lstStyle>
          <a:p>
            <a:pPr algn="l"/>
            <a:r>
              <a:rPr lang="zh-CN" altLang="en-US" sz="2100" dirty="0"/>
              <a:t>字典：是一种可变容器模型，且可</a:t>
            </a:r>
            <a:r>
              <a:rPr lang="zh-CN" altLang="en-US" sz="2100" dirty="0">
                <a:solidFill>
                  <a:srgbClr val="FF0000"/>
                </a:solidFill>
              </a:rPr>
              <a:t>无序</a:t>
            </a:r>
            <a:r>
              <a:rPr lang="zh-CN" altLang="en-US" sz="2100" dirty="0"/>
              <a:t>存储任意类型、任意大小的对象</a:t>
            </a:r>
            <a:endParaRPr lang="en-US" altLang="zh-CN" sz="2100" dirty="0">
              <a:solidFill>
                <a:srgbClr val="FF0000"/>
              </a:solidFill>
            </a:endParaRPr>
          </a:p>
        </p:txBody>
      </p:sp>
      <p:sp>
        <p:nvSpPr>
          <p:cNvPr id="8" name="文本框 7">
            <a:extLst>
              <a:ext uri="{FF2B5EF4-FFF2-40B4-BE49-F238E27FC236}">
                <a16:creationId xmlns:a16="http://schemas.microsoft.com/office/drawing/2014/main" id="{A3C72AFB-809E-814E-B3A9-DADB418BF169}"/>
              </a:ext>
            </a:extLst>
          </p:cNvPr>
          <p:cNvSpPr txBox="1"/>
          <p:nvPr/>
        </p:nvSpPr>
        <p:spPr>
          <a:xfrm>
            <a:off x="438551" y="1924839"/>
            <a:ext cx="1469154" cy="430887"/>
          </a:xfrm>
          <a:prstGeom prst="rect">
            <a:avLst/>
          </a:prstGeom>
          <a:noFill/>
        </p:spPr>
        <p:txBody>
          <a:bodyPr wrap="square">
            <a:spAutoFit/>
          </a:bodyPr>
          <a:lstStyle/>
          <a:p>
            <a:r>
              <a:rPr lang="zh-CN" altLang="en-US" sz="2200" b="1" kern="0" dirty="0">
                <a:solidFill>
                  <a:srgbClr val="0070C0"/>
                </a:solidFill>
                <a:latin typeface="微软雅黑" panose="020B0503020204020204" pitchFamily="34" charset="-122"/>
                <a:ea typeface="微软雅黑" panose="020B0503020204020204" pitchFamily="34" charset="-122"/>
              </a:rPr>
              <a:t>创建形式：</a:t>
            </a:r>
            <a:endParaRPr lang="zh-CN" altLang="en-US" sz="2200" b="1" dirty="0">
              <a:solidFill>
                <a:srgbClr val="0070C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93482198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94185BFE-2EE0-E8FA-2F91-6A78531CDB6E}"/>
              </a:ext>
            </a:extLst>
          </p:cNvPr>
          <p:cNvSpPr/>
          <p:nvPr/>
        </p:nvSpPr>
        <p:spPr>
          <a:xfrm>
            <a:off x="283690" y="679970"/>
            <a:ext cx="4572000" cy="1323439"/>
          </a:xfrm>
          <a:prstGeom prst="rect">
            <a:avLst/>
          </a:prstGeom>
          <a:solidFill>
            <a:schemeClr val="bg1"/>
          </a:solidFill>
        </p:spPr>
        <p:txBody>
          <a:bodyPr>
            <a:spAutoFit/>
          </a:bodyPr>
          <a:lstStyle/>
          <a:p>
            <a:r>
              <a:rPr lang="en-US" altLang="zh-CN" sz="2000" dirty="0" err="1">
                <a:solidFill>
                  <a:srgbClr val="002060"/>
                </a:solidFill>
              </a:rPr>
              <a:t>julia</a:t>
            </a:r>
            <a:r>
              <a:rPr lang="en-US" altLang="zh-CN" sz="2000" dirty="0">
                <a:solidFill>
                  <a:srgbClr val="002060"/>
                </a:solidFill>
              </a:rPr>
              <a:t>&gt; dic1=</a:t>
            </a:r>
            <a:r>
              <a:rPr lang="en-US" altLang="zh-CN" sz="2000" dirty="0" err="1">
                <a:solidFill>
                  <a:srgbClr val="002060"/>
                </a:solidFill>
              </a:rPr>
              <a:t>Dict</a:t>
            </a:r>
            <a:r>
              <a:rPr lang="en-US" altLang="zh-CN" sz="2000" dirty="0">
                <a:solidFill>
                  <a:srgbClr val="002060"/>
                </a:solidFill>
              </a:rPr>
              <a:t>("</a:t>
            </a:r>
            <a:r>
              <a:rPr lang="en-US" altLang="zh-CN" sz="2000" dirty="0" err="1">
                <a:solidFill>
                  <a:srgbClr val="002060"/>
                </a:solidFill>
              </a:rPr>
              <a:t>zz</a:t>
            </a:r>
            <a:r>
              <a:rPr lang="en-US" altLang="zh-CN" sz="2000" dirty="0">
                <a:solidFill>
                  <a:srgbClr val="002060"/>
                </a:solidFill>
              </a:rPr>
              <a:t>"=&gt;123,"ll"=&gt;456)</a:t>
            </a:r>
          </a:p>
          <a:p>
            <a:r>
              <a:rPr lang="en-US" altLang="zh-CN" sz="2000" dirty="0" err="1">
                <a:solidFill>
                  <a:srgbClr val="00B0F0"/>
                </a:solidFill>
              </a:rPr>
              <a:t>Dict</a:t>
            </a:r>
            <a:r>
              <a:rPr lang="en-US" altLang="zh-CN" sz="2000" dirty="0">
                <a:solidFill>
                  <a:srgbClr val="00B0F0"/>
                </a:solidFill>
              </a:rPr>
              <a:t>{String, Int64} with 2 entries:</a:t>
            </a:r>
          </a:p>
          <a:p>
            <a:r>
              <a:rPr lang="en-US" altLang="zh-CN" sz="2000" dirty="0">
                <a:solidFill>
                  <a:srgbClr val="00B0F0"/>
                </a:solidFill>
              </a:rPr>
              <a:t>  "</a:t>
            </a:r>
            <a:r>
              <a:rPr lang="en-US" altLang="zh-CN" sz="2000" dirty="0" err="1">
                <a:solidFill>
                  <a:srgbClr val="00B0F0"/>
                </a:solidFill>
              </a:rPr>
              <a:t>ll</a:t>
            </a:r>
            <a:r>
              <a:rPr lang="en-US" altLang="zh-CN" sz="2000" dirty="0">
                <a:solidFill>
                  <a:srgbClr val="00B0F0"/>
                </a:solidFill>
              </a:rPr>
              <a:t>" =&gt; 456</a:t>
            </a:r>
          </a:p>
          <a:p>
            <a:r>
              <a:rPr lang="en-US" altLang="zh-CN" sz="2000" dirty="0">
                <a:solidFill>
                  <a:srgbClr val="00B0F0"/>
                </a:solidFill>
              </a:rPr>
              <a:t>  "</a:t>
            </a:r>
            <a:r>
              <a:rPr lang="en-US" altLang="zh-CN" sz="2000" dirty="0" err="1">
                <a:solidFill>
                  <a:srgbClr val="00B0F0"/>
                </a:solidFill>
              </a:rPr>
              <a:t>zz</a:t>
            </a:r>
            <a:r>
              <a:rPr lang="en-US" altLang="zh-CN" sz="2000" dirty="0">
                <a:solidFill>
                  <a:srgbClr val="00B0F0"/>
                </a:solidFill>
              </a:rPr>
              <a:t>" =&gt; 123</a:t>
            </a:r>
          </a:p>
        </p:txBody>
      </p:sp>
      <p:sp>
        <p:nvSpPr>
          <p:cNvPr id="5" name="矩形 4">
            <a:extLst>
              <a:ext uri="{FF2B5EF4-FFF2-40B4-BE49-F238E27FC236}">
                <a16:creationId xmlns:a16="http://schemas.microsoft.com/office/drawing/2014/main" id="{28C3D145-17EA-9F7E-ACFB-2CF433E71CAE}"/>
              </a:ext>
            </a:extLst>
          </p:cNvPr>
          <p:cNvSpPr/>
          <p:nvPr/>
        </p:nvSpPr>
        <p:spPr>
          <a:xfrm>
            <a:off x="276583" y="2346780"/>
            <a:ext cx="4572000" cy="2246769"/>
          </a:xfrm>
          <a:prstGeom prst="rect">
            <a:avLst/>
          </a:prstGeom>
          <a:solidFill>
            <a:schemeClr val="bg1"/>
          </a:solidFill>
        </p:spPr>
        <p:txBody>
          <a:bodyPr wrap="square">
            <a:spAutoFit/>
          </a:bodyPr>
          <a:lstStyle/>
          <a:p>
            <a:r>
              <a:rPr lang="en-US" altLang="zh-CN" sz="2000" dirty="0">
                <a:solidFill>
                  <a:srgbClr val="002060"/>
                </a:solidFill>
              </a:rPr>
              <a:t>julia&gt; ttt=[('a',1),('b',222)]</a:t>
            </a:r>
          </a:p>
          <a:p>
            <a:r>
              <a:rPr lang="en-US" altLang="zh-CN" sz="2000" dirty="0">
                <a:solidFill>
                  <a:srgbClr val="00B0F0"/>
                </a:solidFill>
              </a:rPr>
              <a:t>2-element Vector{Tuple{Char, Int64}}:</a:t>
            </a:r>
          </a:p>
          <a:p>
            <a:r>
              <a:rPr lang="en-US" altLang="zh-CN" sz="2000" dirty="0">
                <a:solidFill>
                  <a:srgbClr val="00B0F0"/>
                </a:solidFill>
              </a:rPr>
              <a:t> ('a', 1)</a:t>
            </a:r>
          </a:p>
          <a:p>
            <a:r>
              <a:rPr lang="en-US" altLang="zh-CN" sz="2000" dirty="0">
                <a:solidFill>
                  <a:srgbClr val="00B0F0"/>
                </a:solidFill>
              </a:rPr>
              <a:t> ('b', 222)</a:t>
            </a:r>
          </a:p>
          <a:p>
            <a:r>
              <a:rPr lang="en-US" altLang="zh-CN" sz="2000" dirty="0">
                <a:solidFill>
                  <a:srgbClr val="002060"/>
                </a:solidFill>
              </a:rPr>
              <a:t>julia&gt; </a:t>
            </a:r>
            <a:r>
              <a:rPr lang="en-US" altLang="zh-CN" sz="2000" dirty="0" err="1">
                <a:solidFill>
                  <a:srgbClr val="002060"/>
                </a:solidFill>
              </a:rPr>
              <a:t>typeof</a:t>
            </a:r>
            <a:r>
              <a:rPr lang="en-US" altLang="zh-CN" sz="2000" dirty="0">
                <a:solidFill>
                  <a:srgbClr val="002060"/>
                </a:solidFill>
              </a:rPr>
              <a:t>(</a:t>
            </a:r>
            <a:r>
              <a:rPr lang="en-US" altLang="zh-CN" sz="2000" dirty="0" err="1">
                <a:solidFill>
                  <a:srgbClr val="002060"/>
                </a:solidFill>
              </a:rPr>
              <a:t>ttt</a:t>
            </a:r>
            <a:r>
              <a:rPr lang="en-US" altLang="zh-CN" sz="2000" dirty="0">
                <a:solidFill>
                  <a:srgbClr val="002060"/>
                </a:solidFill>
              </a:rPr>
              <a:t>)</a:t>
            </a:r>
          </a:p>
          <a:p>
            <a:r>
              <a:rPr lang="en-US" altLang="zh-CN" sz="2000" dirty="0">
                <a:solidFill>
                  <a:srgbClr val="00B0F0"/>
                </a:solidFill>
              </a:rPr>
              <a:t>Vector{Tuple{Char, Int64}} (alias for Array{Tuple{Char, Int64}, 1})</a:t>
            </a:r>
            <a:endParaRPr lang="en-US" altLang="zh-CN" sz="2000" dirty="0">
              <a:solidFill>
                <a:srgbClr val="002060"/>
              </a:solidFill>
            </a:endParaRPr>
          </a:p>
        </p:txBody>
      </p:sp>
      <p:sp>
        <p:nvSpPr>
          <p:cNvPr id="6" name="矩形 5">
            <a:extLst>
              <a:ext uri="{FF2B5EF4-FFF2-40B4-BE49-F238E27FC236}">
                <a16:creationId xmlns:a16="http://schemas.microsoft.com/office/drawing/2014/main" id="{E8A9D730-1E43-8CB7-FBB0-5B07939E0546}"/>
              </a:ext>
            </a:extLst>
          </p:cNvPr>
          <p:cNvSpPr/>
          <p:nvPr/>
        </p:nvSpPr>
        <p:spPr>
          <a:xfrm>
            <a:off x="4904365" y="843922"/>
            <a:ext cx="3955945" cy="1477328"/>
          </a:xfrm>
          <a:prstGeom prst="rect">
            <a:avLst/>
          </a:prstGeom>
          <a:noFill/>
          <a:ln>
            <a:noFill/>
          </a:ln>
        </p:spPr>
        <p:txBody>
          <a:bodyPr wrap="square">
            <a:spAutoFit/>
          </a:bodyPr>
          <a:lstStyle/>
          <a:p>
            <a:endParaRPr lang="en-US" altLang="zh-CN" dirty="0">
              <a:solidFill>
                <a:srgbClr val="002060"/>
              </a:solidFill>
            </a:endParaRPr>
          </a:p>
          <a:p>
            <a:r>
              <a:rPr lang="en-US" altLang="zh-CN" dirty="0">
                <a:solidFill>
                  <a:srgbClr val="002060"/>
                </a:solidFill>
              </a:rPr>
              <a:t>julia&gt; dic1=Dict(12=&gt;123,22=&gt;456)</a:t>
            </a:r>
          </a:p>
          <a:p>
            <a:r>
              <a:rPr lang="en-US" altLang="zh-CN" dirty="0">
                <a:solidFill>
                  <a:srgbClr val="00B0F0"/>
                </a:solidFill>
              </a:rPr>
              <a:t>Dict{Int64, Int64} with 2 entries:</a:t>
            </a:r>
          </a:p>
          <a:p>
            <a:r>
              <a:rPr lang="en-US" altLang="zh-CN" dirty="0">
                <a:solidFill>
                  <a:srgbClr val="00B0F0"/>
                </a:solidFill>
              </a:rPr>
              <a:t>  22 =&gt; 456</a:t>
            </a:r>
          </a:p>
          <a:p>
            <a:r>
              <a:rPr lang="en-US" altLang="zh-CN" dirty="0">
                <a:solidFill>
                  <a:srgbClr val="00B0F0"/>
                </a:solidFill>
              </a:rPr>
              <a:t>  12 =&gt; 123</a:t>
            </a:r>
            <a:endParaRPr lang="zh-CN" altLang="en-US" dirty="0">
              <a:solidFill>
                <a:srgbClr val="00B0F0"/>
              </a:solidFill>
            </a:endParaRPr>
          </a:p>
        </p:txBody>
      </p:sp>
      <p:sp>
        <p:nvSpPr>
          <p:cNvPr id="7" name="矩形 6">
            <a:extLst>
              <a:ext uri="{FF2B5EF4-FFF2-40B4-BE49-F238E27FC236}">
                <a16:creationId xmlns:a16="http://schemas.microsoft.com/office/drawing/2014/main" id="{A37D1E67-32DC-D503-1015-2C39E6B165CA}"/>
              </a:ext>
            </a:extLst>
          </p:cNvPr>
          <p:cNvSpPr/>
          <p:nvPr/>
        </p:nvSpPr>
        <p:spPr>
          <a:xfrm>
            <a:off x="4932040" y="2571750"/>
            <a:ext cx="3779912" cy="1938992"/>
          </a:xfrm>
          <a:prstGeom prst="rect">
            <a:avLst/>
          </a:prstGeom>
          <a:solidFill>
            <a:schemeClr val="bg1"/>
          </a:solidFill>
        </p:spPr>
        <p:txBody>
          <a:bodyPr wrap="square">
            <a:spAutoFit/>
          </a:bodyPr>
          <a:lstStyle/>
          <a:p>
            <a:r>
              <a:rPr lang="en-US" altLang="zh-CN" sz="2000" dirty="0">
                <a:solidFill>
                  <a:srgbClr val="002060"/>
                </a:solidFill>
              </a:rPr>
              <a:t>julia&gt; </a:t>
            </a:r>
            <a:r>
              <a:rPr lang="en-US" altLang="zh-CN" sz="2000" dirty="0" err="1">
                <a:solidFill>
                  <a:srgbClr val="002060"/>
                </a:solidFill>
              </a:rPr>
              <a:t>zd</a:t>
            </a:r>
            <a:r>
              <a:rPr lang="en-US" altLang="zh-CN" sz="2000" dirty="0">
                <a:solidFill>
                  <a:srgbClr val="002060"/>
                </a:solidFill>
              </a:rPr>
              <a:t>=Dict(ttt)</a:t>
            </a:r>
          </a:p>
          <a:p>
            <a:r>
              <a:rPr lang="en-US" altLang="zh-CN" sz="2000" dirty="0">
                <a:solidFill>
                  <a:srgbClr val="00B0F0"/>
                </a:solidFill>
              </a:rPr>
              <a:t>Dict{Char, Int64} with 2 entries:</a:t>
            </a:r>
          </a:p>
          <a:p>
            <a:r>
              <a:rPr lang="en-US" altLang="zh-CN" sz="2000" dirty="0">
                <a:solidFill>
                  <a:srgbClr val="00B0F0"/>
                </a:solidFill>
              </a:rPr>
              <a:t>  'a' =&gt; 1</a:t>
            </a:r>
          </a:p>
          <a:p>
            <a:r>
              <a:rPr lang="en-US" altLang="zh-CN" sz="2000" dirty="0">
                <a:solidFill>
                  <a:srgbClr val="00B0F0"/>
                </a:solidFill>
              </a:rPr>
              <a:t>  'b' =&gt; 222</a:t>
            </a:r>
          </a:p>
          <a:p>
            <a:r>
              <a:rPr lang="en-US" altLang="zh-CN" sz="2000" dirty="0">
                <a:solidFill>
                  <a:srgbClr val="002060"/>
                </a:solidFill>
              </a:rPr>
              <a:t>julia&gt; </a:t>
            </a:r>
            <a:r>
              <a:rPr lang="en-US" altLang="zh-CN" sz="2000" dirty="0" err="1">
                <a:solidFill>
                  <a:srgbClr val="002060"/>
                </a:solidFill>
              </a:rPr>
              <a:t>typeof</a:t>
            </a:r>
            <a:r>
              <a:rPr lang="en-US" altLang="zh-CN" sz="2000" dirty="0">
                <a:solidFill>
                  <a:srgbClr val="002060"/>
                </a:solidFill>
              </a:rPr>
              <a:t>(</a:t>
            </a:r>
            <a:r>
              <a:rPr lang="en-US" altLang="zh-CN" sz="2000" dirty="0" err="1">
                <a:solidFill>
                  <a:srgbClr val="002060"/>
                </a:solidFill>
              </a:rPr>
              <a:t>zd</a:t>
            </a:r>
            <a:r>
              <a:rPr lang="en-US" altLang="zh-CN" sz="2000" dirty="0">
                <a:solidFill>
                  <a:srgbClr val="002060"/>
                </a:solidFill>
              </a:rPr>
              <a:t>)</a:t>
            </a:r>
          </a:p>
          <a:p>
            <a:r>
              <a:rPr lang="en-US" altLang="zh-CN" sz="2000" dirty="0">
                <a:solidFill>
                  <a:srgbClr val="00B0F0"/>
                </a:solidFill>
              </a:rPr>
              <a:t>Dict{Char, Int64}</a:t>
            </a:r>
          </a:p>
        </p:txBody>
      </p:sp>
      <p:sp>
        <p:nvSpPr>
          <p:cNvPr id="8" name="内容占位符 2">
            <a:extLst>
              <a:ext uri="{FF2B5EF4-FFF2-40B4-BE49-F238E27FC236}">
                <a16:creationId xmlns:a16="http://schemas.microsoft.com/office/drawing/2014/main" id="{B2AD7E51-6795-7F16-2FEC-9CB6AB06F08C}"/>
              </a:ext>
            </a:extLst>
          </p:cNvPr>
          <p:cNvSpPr txBox="1">
            <a:spLocks/>
          </p:cNvSpPr>
          <p:nvPr/>
        </p:nvSpPr>
        <p:spPr bwMode="auto">
          <a:xfrm>
            <a:off x="242813" y="1970493"/>
            <a:ext cx="2639233" cy="407291"/>
          </a:xfrm>
          <a:prstGeom prst="rect">
            <a:avLst/>
          </a:prstGeom>
          <a:noFill/>
          <a:ln w="9525">
            <a:noFill/>
            <a:miter lim="800000"/>
            <a:headEnd/>
            <a:tailEnd/>
          </a:ln>
        </p:spPr>
        <p:txBody>
          <a:bodyPr vert="horz" wrap="square" lIns="91440" tIns="45720" rIns="91440" bIns="45720" numCol="1" anchor="t" anchorCtr="0" compatLnSpc="1">
            <a:prstTxWarp prst="textNoShape">
              <a:avLst/>
            </a:prstTxWarp>
            <a:spAutoFit/>
          </a:bodyPr>
          <a:lstStyle>
            <a:lvl1pPr marL="0" indent="0" eaLnBrk="0" hangingPunct="0">
              <a:lnSpc>
                <a:spcPct val="110000"/>
              </a:lnSpc>
              <a:buFont typeface="Wingdings" panose="05000000000000000000" pitchFamily="2" charset="2"/>
              <a:buNone/>
              <a:defRPr sz="2000" b="1">
                <a:solidFill>
                  <a:srgbClr val="0070C0"/>
                </a:solidFill>
                <a:latin typeface="微软雅黑" panose="020B0503020204020204" pitchFamily="34" charset="-122"/>
                <a:ea typeface="微软雅黑" panose="020B0503020204020204" pitchFamily="34" charset="-122"/>
              </a:defRPr>
            </a:lvl1pPr>
            <a:lvl2pPr marL="635000" indent="-177800" eaLnBrk="0" hangingPunct="0">
              <a:lnSpc>
                <a:spcPct val="110000"/>
              </a:lnSpc>
              <a:buFont typeface="Wingdings" panose="05000000000000000000" pitchFamily="2" charset="2"/>
              <a:buChar char="Ø"/>
              <a:defRPr sz="2400" b="0">
                <a:solidFill>
                  <a:srgbClr val="002060"/>
                </a:solidFill>
                <a:latin typeface="华文楷体" panose="02010600040101010101" pitchFamily="2" charset="-122"/>
                <a:ea typeface="华文楷体" panose="02010600040101010101" pitchFamily="2" charset="-122"/>
              </a:defRPr>
            </a:lvl2pPr>
            <a:lvl3pPr marL="1092200" indent="-177800" eaLnBrk="0" hangingPunct="0">
              <a:lnSpc>
                <a:spcPct val="110000"/>
              </a:lnSpc>
              <a:buFont typeface="Wingdings" panose="05000000000000000000" pitchFamily="2" charset="2"/>
              <a:buChar char="Ø"/>
              <a:defRPr sz="2400" b="0">
                <a:solidFill>
                  <a:srgbClr val="002060"/>
                </a:solidFill>
                <a:latin typeface="华文楷体" panose="02010600040101010101" pitchFamily="2" charset="-122"/>
                <a:ea typeface="华文楷体" panose="02010600040101010101" pitchFamily="2" charset="-122"/>
              </a:defRPr>
            </a:lvl3pPr>
            <a:lvl4pPr marL="1549400" indent="-177800" eaLnBrk="0" hangingPunct="0">
              <a:lnSpc>
                <a:spcPct val="110000"/>
              </a:lnSpc>
              <a:buFont typeface="Wingdings" panose="05000000000000000000" pitchFamily="2" charset="2"/>
              <a:buChar char="Ø"/>
              <a:defRPr sz="2000" b="0">
                <a:solidFill>
                  <a:srgbClr val="002060"/>
                </a:solidFill>
                <a:latin typeface="华文楷体" panose="02010600040101010101" pitchFamily="2" charset="-122"/>
                <a:ea typeface="华文楷体" panose="02010600040101010101" pitchFamily="2" charset="-122"/>
              </a:defRPr>
            </a:lvl4pPr>
            <a:lvl5pPr marL="2006600" indent="-177800" eaLnBrk="0" hangingPunct="0">
              <a:lnSpc>
                <a:spcPct val="110000"/>
              </a:lnSpc>
              <a:buFont typeface="Wingdings" panose="05000000000000000000" pitchFamily="2" charset="2"/>
              <a:buChar char="Ø"/>
              <a:defRPr sz="2000" b="0">
                <a:solidFill>
                  <a:srgbClr val="002060"/>
                </a:solidFill>
                <a:latin typeface="华文楷体" panose="02010600040101010101" pitchFamily="2" charset="-122"/>
                <a:ea typeface="华文楷体" panose="02010600040101010101" pitchFamily="2" charset="-122"/>
              </a:defRPr>
            </a:lvl5pPr>
            <a:lvl6pPr marL="2463800" indent="-177800" fontAlgn="base">
              <a:lnSpc>
                <a:spcPct val="110000"/>
              </a:lnSpc>
              <a:spcBef>
                <a:spcPct val="0"/>
              </a:spcBef>
              <a:spcAft>
                <a:spcPct val="0"/>
              </a:spcAft>
              <a:buChar char="•"/>
              <a:defRPr b="1">
                <a:solidFill>
                  <a:srgbClr val="002E5C"/>
                </a:solidFill>
                <a:latin typeface="+mn-lt"/>
              </a:defRPr>
            </a:lvl6pPr>
            <a:lvl7pPr marL="2921000" indent="-177800" fontAlgn="base">
              <a:lnSpc>
                <a:spcPct val="110000"/>
              </a:lnSpc>
              <a:spcBef>
                <a:spcPct val="0"/>
              </a:spcBef>
              <a:spcAft>
                <a:spcPct val="0"/>
              </a:spcAft>
              <a:buChar char="•"/>
              <a:defRPr b="1">
                <a:solidFill>
                  <a:srgbClr val="002E5C"/>
                </a:solidFill>
                <a:latin typeface="+mn-lt"/>
              </a:defRPr>
            </a:lvl7pPr>
            <a:lvl8pPr marL="3378200" indent="-177800" fontAlgn="base">
              <a:lnSpc>
                <a:spcPct val="110000"/>
              </a:lnSpc>
              <a:spcBef>
                <a:spcPct val="0"/>
              </a:spcBef>
              <a:spcAft>
                <a:spcPct val="0"/>
              </a:spcAft>
              <a:buChar char="•"/>
              <a:defRPr b="1">
                <a:solidFill>
                  <a:srgbClr val="002E5C"/>
                </a:solidFill>
                <a:latin typeface="+mn-lt"/>
              </a:defRPr>
            </a:lvl8pPr>
            <a:lvl9pPr marL="3835400" indent="-177800" fontAlgn="base">
              <a:lnSpc>
                <a:spcPct val="110000"/>
              </a:lnSpc>
              <a:spcBef>
                <a:spcPct val="0"/>
              </a:spcBef>
              <a:spcAft>
                <a:spcPct val="0"/>
              </a:spcAft>
              <a:buChar char="•"/>
              <a:defRPr b="1">
                <a:solidFill>
                  <a:srgbClr val="002E5C"/>
                </a:solidFill>
                <a:latin typeface="+mn-lt"/>
              </a:defRPr>
            </a:lvl9pPr>
          </a:lstStyle>
          <a:p>
            <a:r>
              <a:rPr lang="zh-CN" altLang="en-US" dirty="0"/>
              <a:t>元组</a:t>
            </a:r>
            <a:r>
              <a:rPr lang="en-US" altLang="zh-CN" dirty="0" err="1"/>
              <a:t>ttt</a:t>
            </a:r>
            <a:r>
              <a:rPr lang="zh-CN" altLang="en-US" dirty="0"/>
              <a:t>转化为字典</a:t>
            </a:r>
            <a:r>
              <a:rPr lang="en-US" altLang="zh-CN" dirty="0" err="1"/>
              <a:t>zd</a:t>
            </a:r>
            <a:endParaRPr lang="zh-CN" altLang="en-US" dirty="0"/>
          </a:p>
        </p:txBody>
      </p:sp>
      <p:sp>
        <p:nvSpPr>
          <p:cNvPr id="9" name="标题 1">
            <a:extLst>
              <a:ext uri="{FF2B5EF4-FFF2-40B4-BE49-F238E27FC236}">
                <a16:creationId xmlns:a16="http://schemas.microsoft.com/office/drawing/2014/main" id="{55E85D03-2C84-40B3-8BF7-4E96B5468944}"/>
              </a:ext>
            </a:extLst>
          </p:cNvPr>
          <p:cNvSpPr txBox="1">
            <a:spLocks/>
          </p:cNvSpPr>
          <p:nvPr/>
        </p:nvSpPr>
        <p:spPr bwMode="auto">
          <a:xfrm>
            <a:off x="1907705" y="241820"/>
            <a:ext cx="6696744" cy="438150"/>
          </a:xfrm>
          <a:prstGeom prst="rect">
            <a:avLst/>
          </a:prstGeom>
          <a:noFill/>
          <a:ln w="9525">
            <a:noFill/>
            <a:miter lim="800000"/>
            <a:headEnd/>
            <a:tailEnd/>
          </a:ln>
        </p:spPr>
        <p:txBody>
          <a:bodyPr vert="horz" wrap="none" lIns="91440" tIns="45720" rIns="91440" bIns="45720" numCol="1" anchor="b" anchorCtr="0" compatLnSpc="1">
            <a:prstTxWarp prst="textNoShape">
              <a:avLst/>
            </a:prstTxWarp>
          </a:bodyPr>
          <a:lstStyle>
            <a:lvl1pPr algn="l" rtl="0" eaLnBrk="0" fontAlgn="base" hangingPunct="0">
              <a:lnSpc>
                <a:spcPct val="85000"/>
              </a:lnSpc>
              <a:spcBef>
                <a:spcPct val="0"/>
              </a:spcBef>
              <a:spcAft>
                <a:spcPct val="0"/>
              </a:spcAft>
              <a:defRPr sz="3200" b="0">
                <a:solidFill>
                  <a:srgbClr val="002060"/>
                </a:solidFill>
                <a:latin typeface="华文楷体" panose="02010600040101010101" pitchFamily="2" charset="-122"/>
                <a:ea typeface="华文楷体" panose="02010600040101010101" pitchFamily="2" charset="-122"/>
                <a:cs typeface="+mj-cs"/>
              </a:defRPr>
            </a:lvl1pPr>
            <a:lvl2pPr algn="l" rtl="0" eaLnBrk="0" fontAlgn="base" hangingPunct="0">
              <a:lnSpc>
                <a:spcPct val="85000"/>
              </a:lnSpc>
              <a:spcBef>
                <a:spcPct val="0"/>
              </a:spcBef>
              <a:spcAft>
                <a:spcPct val="0"/>
              </a:spcAft>
              <a:defRPr sz="3400" b="1">
                <a:solidFill>
                  <a:srgbClr val="002E5C"/>
                </a:solidFill>
                <a:latin typeface="Helvetica" pitchFamily="34" charset="0"/>
              </a:defRPr>
            </a:lvl2pPr>
            <a:lvl3pPr algn="l" rtl="0" eaLnBrk="0" fontAlgn="base" hangingPunct="0">
              <a:lnSpc>
                <a:spcPct val="85000"/>
              </a:lnSpc>
              <a:spcBef>
                <a:spcPct val="0"/>
              </a:spcBef>
              <a:spcAft>
                <a:spcPct val="0"/>
              </a:spcAft>
              <a:defRPr sz="3400" b="1">
                <a:solidFill>
                  <a:srgbClr val="002E5C"/>
                </a:solidFill>
                <a:latin typeface="Helvetica" pitchFamily="34" charset="0"/>
              </a:defRPr>
            </a:lvl3pPr>
            <a:lvl4pPr algn="l" rtl="0" eaLnBrk="0" fontAlgn="base" hangingPunct="0">
              <a:lnSpc>
                <a:spcPct val="85000"/>
              </a:lnSpc>
              <a:spcBef>
                <a:spcPct val="0"/>
              </a:spcBef>
              <a:spcAft>
                <a:spcPct val="0"/>
              </a:spcAft>
              <a:defRPr sz="3400" b="1">
                <a:solidFill>
                  <a:srgbClr val="002E5C"/>
                </a:solidFill>
                <a:latin typeface="Helvetica" pitchFamily="34" charset="0"/>
              </a:defRPr>
            </a:lvl4pPr>
            <a:lvl5pPr algn="l" rtl="0" eaLnBrk="0" fontAlgn="base" hangingPunct="0">
              <a:lnSpc>
                <a:spcPct val="85000"/>
              </a:lnSpc>
              <a:spcBef>
                <a:spcPct val="0"/>
              </a:spcBef>
              <a:spcAft>
                <a:spcPct val="0"/>
              </a:spcAft>
              <a:defRPr sz="3400" b="1">
                <a:solidFill>
                  <a:srgbClr val="002E5C"/>
                </a:solidFill>
                <a:latin typeface="Helvetica" pitchFamily="34" charset="0"/>
              </a:defRPr>
            </a:lvl5pPr>
            <a:lvl6pPr marL="457200" algn="l" rtl="0" eaLnBrk="1" fontAlgn="base" hangingPunct="1">
              <a:lnSpc>
                <a:spcPct val="85000"/>
              </a:lnSpc>
              <a:spcBef>
                <a:spcPct val="0"/>
              </a:spcBef>
              <a:spcAft>
                <a:spcPct val="0"/>
              </a:spcAft>
              <a:defRPr sz="3400" b="1">
                <a:solidFill>
                  <a:srgbClr val="002E5C"/>
                </a:solidFill>
                <a:latin typeface="Helvetica" pitchFamily="34" charset="0"/>
              </a:defRPr>
            </a:lvl6pPr>
            <a:lvl7pPr marL="914400" algn="l" rtl="0" eaLnBrk="1" fontAlgn="base" hangingPunct="1">
              <a:lnSpc>
                <a:spcPct val="85000"/>
              </a:lnSpc>
              <a:spcBef>
                <a:spcPct val="0"/>
              </a:spcBef>
              <a:spcAft>
                <a:spcPct val="0"/>
              </a:spcAft>
              <a:defRPr sz="3400" b="1">
                <a:solidFill>
                  <a:srgbClr val="002E5C"/>
                </a:solidFill>
                <a:latin typeface="Helvetica" pitchFamily="34" charset="0"/>
              </a:defRPr>
            </a:lvl7pPr>
            <a:lvl8pPr marL="1371600" algn="l" rtl="0" eaLnBrk="1" fontAlgn="base" hangingPunct="1">
              <a:lnSpc>
                <a:spcPct val="85000"/>
              </a:lnSpc>
              <a:spcBef>
                <a:spcPct val="0"/>
              </a:spcBef>
              <a:spcAft>
                <a:spcPct val="0"/>
              </a:spcAft>
              <a:defRPr sz="3400" b="1">
                <a:solidFill>
                  <a:srgbClr val="002E5C"/>
                </a:solidFill>
                <a:latin typeface="Helvetica" pitchFamily="34" charset="0"/>
              </a:defRPr>
            </a:lvl8pPr>
            <a:lvl9pPr marL="1828800" algn="l" rtl="0" eaLnBrk="1" fontAlgn="base" hangingPunct="1">
              <a:lnSpc>
                <a:spcPct val="85000"/>
              </a:lnSpc>
              <a:spcBef>
                <a:spcPct val="0"/>
              </a:spcBef>
              <a:spcAft>
                <a:spcPct val="0"/>
              </a:spcAft>
              <a:defRPr sz="3400" b="1">
                <a:solidFill>
                  <a:srgbClr val="002E5C"/>
                </a:solidFill>
                <a:latin typeface="Helvetica" pitchFamily="34" charset="0"/>
              </a:defRPr>
            </a:lvl9pPr>
          </a:lstStyle>
          <a:p>
            <a:r>
              <a:rPr lang="en-US" altLang="zh-CN" kern="0" dirty="0"/>
              <a:t>§1.4.5 </a:t>
            </a:r>
            <a:r>
              <a:rPr lang="zh-CN" altLang="en-US" kern="0" dirty="0"/>
              <a:t>字典</a:t>
            </a:r>
            <a:r>
              <a:rPr lang="en-US" altLang="zh-CN" dirty="0">
                <a:solidFill>
                  <a:srgbClr val="FF0000"/>
                </a:solidFill>
              </a:rPr>
              <a:t>——</a:t>
            </a:r>
            <a:r>
              <a:rPr lang="zh-CN" altLang="en-US" dirty="0">
                <a:solidFill>
                  <a:srgbClr val="FF0000"/>
                </a:solidFill>
              </a:rPr>
              <a:t>创建字典示例 </a:t>
            </a:r>
            <a:endParaRPr lang="zh-CN" altLang="en-US" kern="0" dirty="0">
              <a:solidFill>
                <a:srgbClr val="FF0000"/>
              </a:solidFill>
            </a:endParaRPr>
          </a:p>
        </p:txBody>
      </p:sp>
      <p:sp>
        <p:nvSpPr>
          <p:cNvPr id="3" name="内容占位符 2">
            <a:extLst>
              <a:ext uri="{FF2B5EF4-FFF2-40B4-BE49-F238E27FC236}">
                <a16:creationId xmlns:a16="http://schemas.microsoft.com/office/drawing/2014/main" id="{A4536B76-ACA3-A4C2-2C52-F40C5C8D47F2}"/>
              </a:ext>
            </a:extLst>
          </p:cNvPr>
          <p:cNvSpPr>
            <a:spLocks noGrp="1"/>
          </p:cNvSpPr>
          <p:nvPr>
            <p:ph idx="1"/>
          </p:nvPr>
        </p:nvSpPr>
        <p:spPr>
          <a:xfrm>
            <a:off x="4932040" y="719816"/>
            <a:ext cx="4027724" cy="417678"/>
          </a:xfrm>
        </p:spPr>
        <p:txBody>
          <a:bodyPr/>
          <a:lstStyle/>
          <a:p>
            <a:pPr marL="0" indent="0">
              <a:buNone/>
            </a:pPr>
            <a:r>
              <a:rPr lang="en-US" altLang="zh-CN" sz="2000" b="1" dirty="0">
                <a:solidFill>
                  <a:srgbClr val="0070C0"/>
                </a:solidFill>
                <a:latin typeface="微软雅黑" panose="020B0503020204020204" pitchFamily="34" charset="-122"/>
                <a:ea typeface="微软雅黑" panose="020B0503020204020204" pitchFamily="34" charset="-122"/>
              </a:rPr>
              <a:t>Key</a:t>
            </a:r>
            <a:r>
              <a:rPr lang="zh-CN" altLang="en-US" sz="2000" b="1" dirty="0">
                <a:solidFill>
                  <a:srgbClr val="0070C0"/>
                </a:solidFill>
                <a:latin typeface="微软雅黑" panose="020B0503020204020204" pitchFamily="34" charset="-122"/>
                <a:ea typeface="微软雅黑" panose="020B0503020204020204" pitchFamily="34" charset="-122"/>
              </a:rPr>
              <a:t>可以是字符也可以数值</a:t>
            </a:r>
          </a:p>
        </p:txBody>
      </p:sp>
    </p:spTree>
    <p:extLst>
      <p:ext uri="{BB962C8B-B14F-4D97-AF65-F5344CB8AC3E}">
        <p14:creationId xmlns:p14="http://schemas.microsoft.com/office/powerpoint/2010/main" val="231249847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DD3372D6-066E-4D30-97FE-B8996A458B25}"/>
              </a:ext>
            </a:extLst>
          </p:cNvPr>
          <p:cNvSpPr>
            <a:spLocks noGrp="1"/>
          </p:cNvSpPr>
          <p:nvPr>
            <p:ph type="title"/>
          </p:nvPr>
        </p:nvSpPr>
        <p:spPr>
          <a:xfrm>
            <a:off x="2048162" y="438527"/>
            <a:ext cx="5760640" cy="508084"/>
          </a:xfrm>
        </p:spPr>
        <p:txBody>
          <a:bodyPr/>
          <a:lstStyle/>
          <a:p>
            <a:r>
              <a:rPr lang="en-US" altLang="zh-CN" sz="2800" b="1" dirty="0"/>
              <a:t>§1.4.5  </a:t>
            </a:r>
            <a:r>
              <a:rPr lang="zh-CN" altLang="en-US" sz="2800" b="1" dirty="0"/>
              <a:t>集合</a:t>
            </a:r>
            <a:r>
              <a:rPr lang="en-US" altLang="zh-CN" sz="2800" b="1" dirty="0">
                <a:solidFill>
                  <a:srgbClr val="FF0000"/>
                </a:solidFill>
              </a:rPr>
              <a:t>——Set</a:t>
            </a:r>
            <a:r>
              <a:rPr lang="zh-CN" altLang="en-US" sz="2800" b="1" dirty="0">
                <a:solidFill>
                  <a:srgbClr val="FF0000"/>
                </a:solidFill>
              </a:rPr>
              <a:t>创建集合 </a:t>
            </a:r>
            <a:br>
              <a:rPr lang="zh-CN" altLang="en-US" sz="2800" b="1" kern="0" dirty="0">
                <a:solidFill>
                  <a:srgbClr val="FF0000"/>
                </a:solidFill>
              </a:rPr>
            </a:br>
            <a:endParaRPr lang="zh-CN" altLang="en-US" sz="2800" b="1" dirty="0"/>
          </a:p>
        </p:txBody>
      </p:sp>
      <p:sp>
        <p:nvSpPr>
          <p:cNvPr id="5" name="内容占位符 2">
            <a:extLst>
              <a:ext uri="{FF2B5EF4-FFF2-40B4-BE49-F238E27FC236}">
                <a16:creationId xmlns:a16="http://schemas.microsoft.com/office/drawing/2014/main" id="{3BF5FBE7-ACD4-4C9A-962A-8584C94F5074}"/>
              </a:ext>
            </a:extLst>
          </p:cNvPr>
          <p:cNvSpPr>
            <a:spLocks noGrp="1"/>
          </p:cNvSpPr>
          <p:nvPr>
            <p:ph idx="1"/>
          </p:nvPr>
        </p:nvSpPr>
        <p:spPr>
          <a:xfrm>
            <a:off x="429345" y="1153713"/>
            <a:ext cx="4214663" cy="407291"/>
          </a:xfrm>
        </p:spPr>
        <p:txBody>
          <a:bodyPr/>
          <a:lstStyle/>
          <a:p>
            <a:pPr>
              <a:buNone/>
            </a:pPr>
            <a:r>
              <a:rPr lang="en-US" altLang="zh-CN" sz="2000" b="1" dirty="0">
                <a:solidFill>
                  <a:srgbClr val="0070C0"/>
                </a:solidFill>
                <a:latin typeface="微软雅黑" panose="020B0503020204020204" pitchFamily="34" charset="-122"/>
                <a:ea typeface="微软雅黑" panose="020B0503020204020204" pitchFamily="34" charset="-122"/>
              </a:rPr>
              <a:t>Set </a:t>
            </a:r>
            <a:r>
              <a:rPr lang="zh-CN" altLang="en-US" sz="2000" b="1" dirty="0">
                <a:solidFill>
                  <a:srgbClr val="0070C0"/>
                </a:solidFill>
                <a:latin typeface="微软雅黑" panose="020B0503020204020204" pitchFamily="34" charset="-122"/>
                <a:ea typeface="微软雅黑" panose="020B0503020204020204" pitchFamily="34" charset="-122"/>
              </a:rPr>
              <a:t>用于创建不重复列表</a:t>
            </a:r>
            <a:r>
              <a:rPr lang="en-US" altLang="zh-CN" sz="2000" b="1" dirty="0">
                <a:solidFill>
                  <a:srgbClr val="0070C0"/>
                </a:solidFill>
                <a:latin typeface="微软雅黑" panose="020B0503020204020204" pitchFamily="34" charset="-122"/>
                <a:ea typeface="微软雅黑" panose="020B0503020204020204" pitchFamily="34" charset="-122"/>
              </a:rPr>
              <a:t>,Type</a:t>
            </a:r>
            <a:r>
              <a:rPr lang="zh-CN" altLang="en-US" sz="2000" b="1" dirty="0">
                <a:solidFill>
                  <a:srgbClr val="0070C0"/>
                </a:solidFill>
                <a:latin typeface="微软雅黑" panose="020B0503020204020204" pitchFamily="34" charset="-122"/>
                <a:ea typeface="微软雅黑" panose="020B0503020204020204" pitchFamily="34" charset="-122"/>
              </a:rPr>
              <a:t>类型</a:t>
            </a:r>
          </a:p>
        </p:txBody>
      </p:sp>
      <p:sp>
        <p:nvSpPr>
          <p:cNvPr id="6" name="矩形 5">
            <a:extLst>
              <a:ext uri="{FF2B5EF4-FFF2-40B4-BE49-F238E27FC236}">
                <a16:creationId xmlns:a16="http://schemas.microsoft.com/office/drawing/2014/main" id="{D924D6E4-48C7-4108-9D63-AE03A2410B7C}"/>
              </a:ext>
            </a:extLst>
          </p:cNvPr>
          <p:cNvSpPr/>
          <p:nvPr/>
        </p:nvSpPr>
        <p:spPr>
          <a:xfrm>
            <a:off x="4928482" y="1157230"/>
            <a:ext cx="3754474" cy="369332"/>
          </a:xfrm>
          <a:prstGeom prst="rect">
            <a:avLst/>
          </a:prstGeom>
          <a:solidFill>
            <a:srgbClr val="0070C0"/>
          </a:solidFill>
          <a:ln>
            <a:noFill/>
          </a:ln>
        </p:spPr>
        <p:style>
          <a:lnRef idx="3">
            <a:schemeClr val="lt1"/>
          </a:lnRef>
          <a:fillRef idx="1">
            <a:schemeClr val="accent1"/>
          </a:fillRef>
          <a:effectRef idx="1">
            <a:schemeClr val="accent1"/>
          </a:effectRef>
          <a:fontRef idx="minor">
            <a:schemeClr val="lt1"/>
          </a:fontRef>
        </p:style>
        <p:txBody>
          <a:bodyPr wrap="square">
            <a:spAutoFit/>
          </a:bodyPr>
          <a:lstStyle/>
          <a:p>
            <a:pPr algn="dist"/>
            <a:r>
              <a:rPr lang="en-US" altLang="zh-CN" kern="0" dirty="0">
                <a:solidFill>
                  <a:schemeClr val="bg1"/>
                </a:solidFill>
              </a:rPr>
              <a:t>S=Set(Type)[ </a:t>
            </a:r>
            <a:r>
              <a:rPr lang="zh-CN" altLang="en-US" kern="0" dirty="0">
                <a:solidFill>
                  <a:schemeClr val="bg1"/>
                </a:solidFill>
              </a:rPr>
              <a:t>元素</a:t>
            </a:r>
            <a:r>
              <a:rPr lang="en-US" altLang="zh-CN" kern="0" dirty="0">
                <a:solidFill>
                  <a:schemeClr val="bg1"/>
                </a:solidFill>
              </a:rPr>
              <a:t>1</a:t>
            </a:r>
            <a:r>
              <a:rPr lang="zh-CN" altLang="en-US" kern="0" dirty="0">
                <a:solidFill>
                  <a:schemeClr val="bg1"/>
                </a:solidFill>
              </a:rPr>
              <a:t>，</a:t>
            </a:r>
            <a:r>
              <a:rPr lang="en-US" altLang="zh-CN" kern="0" dirty="0">
                <a:solidFill>
                  <a:schemeClr val="bg1"/>
                </a:solidFill>
              </a:rPr>
              <a:t>…,</a:t>
            </a:r>
            <a:r>
              <a:rPr lang="zh-CN" altLang="en-US" kern="0" dirty="0">
                <a:solidFill>
                  <a:schemeClr val="bg1"/>
                </a:solidFill>
              </a:rPr>
              <a:t>元素</a:t>
            </a:r>
            <a:r>
              <a:rPr lang="en-US" altLang="zh-CN" kern="0" dirty="0">
                <a:solidFill>
                  <a:schemeClr val="bg1"/>
                </a:solidFill>
              </a:rPr>
              <a:t>n]</a:t>
            </a:r>
            <a:endParaRPr lang="zh-CN" altLang="en-US" kern="0" dirty="0">
              <a:solidFill>
                <a:schemeClr val="bg1"/>
              </a:solidFill>
            </a:endParaRPr>
          </a:p>
        </p:txBody>
      </p:sp>
      <p:sp>
        <p:nvSpPr>
          <p:cNvPr id="7" name="文本框 6">
            <a:extLst>
              <a:ext uri="{FF2B5EF4-FFF2-40B4-BE49-F238E27FC236}">
                <a16:creationId xmlns:a16="http://schemas.microsoft.com/office/drawing/2014/main" id="{EE1F466D-2CEA-4B8B-A717-3659695B2D16}"/>
              </a:ext>
            </a:extLst>
          </p:cNvPr>
          <p:cNvSpPr txBox="1"/>
          <p:nvPr/>
        </p:nvSpPr>
        <p:spPr>
          <a:xfrm>
            <a:off x="451988" y="1567917"/>
            <a:ext cx="4536504" cy="3138103"/>
          </a:xfrm>
          <a:prstGeom prst="rect">
            <a:avLst/>
          </a:prstGeom>
          <a:noFill/>
        </p:spPr>
        <p:txBody>
          <a:bodyPr wrap="square">
            <a:spAutoFit/>
          </a:bodyPr>
          <a:lstStyle/>
          <a:p>
            <a:pPr>
              <a:lnSpc>
                <a:spcPts val="3000"/>
              </a:lnSpc>
            </a:pPr>
            <a:r>
              <a:rPr lang="pt-BR" altLang="zh-CN" sz="2200" dirty="0">
                <a:solidFill>
                  <a:srgbClr val="FF0000"/>
                </a:solidFill>
              </a:rPr>
              <a:t>#</a:t>
            </a:r>
            <a:r>
              <a:rPr lang="zh-CN" altLang="en-US" sz="2200" dirty="0">
                <a:solidFill>
                  <a:srgbClr val="FF0000"/>
                </a:solidFill>
              </a:rPr>
              <a:t>建立字符串集合</a:t>
            </a:r>
            <a:endParaRPr lang="pt-BR" altLang="zh-CN" sz="2200" dirty="0">
              <a:solidFill>
                <a:srgbClr val="FF0000"/>
              </a:solidFill>
            </a:endParaRPr>
          </a:p>
          <a:p>
            <a:pPr>
              <a:lnSpc>
                <a:spcPts val="3000"/>
              </a:lnSpc>
            </a:pPr>
            <a:r>
              <a:rPr lang="pt-BR" altLang="zh-CN" sz="2200" dirty="0">
                <a:solidFill>
                  <a:srgbClr val="002060"/>
                </a:solidFill>
              </a:rPr>
              <a:t>var=Set{String}(["Te","Bai","Tao"])</a:t>
            </a:r>
          </a:p>
          <a:p>
            <a:pPr>
              <a:lnSpc>
                <a:spcPts val="3000"/>
              </a:lnSpc>
            </a:pPr>
            <a:r>
              <a:rPr lang="pt-BR" altLang="zh-CN" sz="2200" dirty="0">
                <a:solidFill>
                  <a:srgbClr val="00B0F0"/>
                </a:solidFill>
              </a:rPr>
              <a:t>Set{String} with 3 elements:</a:t>
            </a:r>
          </a:p>
          <a:p>
            <a:pPr>
              <a:lnSpc>
                <a:spcPts val="3000"/>
              </a:lnSpc>
            </a:pPr>
            <a:r>
              <a:rPr lang="pt-BR" altLang="zh-CN" sz="2200" dirty="0">
                <a:solidFill>
                  <a:srgbClr val="00B0F0"/>
                </a:solidFill>
              </a:rPr>
              <a:t>  "Te"</a:t>
            </a:r>
          </a:p>
          <a:p>
            <a:pPr>
              <a:lnSpc>
                <a:spcPts val="3000"/>
              </a:lnSpc>
            </a:pPr>
            <a:r>
              <a:rPr lang="pt-BR" altLang="zh-CN" sz="2200" dirty="0">
                <a:solidFill>
                  <a:srgbClr val="00B0F0"/>
                </a:solidFill>
              </a:rPr>
              <a:t>  "Bai"</a:t>
            </a:r>
          </a:p>
          <a:p>
            <a:pPr>
              <a:lnSpc>
                <a:spcPts val="3000"/>
              </a:lnSpc>
            </a:pPr>
            <a:r>
              <a:rPr lang="pt-BR" altLang="zh-CN" sz="2200" dirty="0">
                <a:solidFill>
                  <a:srgbClr val="00B0F0"/>
                </a:solidFill>
              </a:rPr>
              <a:t>  "Tao" </a:t>
            </a:r>
          </a:p>
          <a:p>
            <a:pPr>
              <a:lnSpc>
                <a:spcPts val="3000"/>
              </a:lnSpc>
            </a:pPr>
            <a:r>
              <a:rPr lang="en-US" altLang="zh-CN" sz="2200" dirty="0" err="1">
                <a:solidFill>
                  <a:srgbClr val="002060"/>
                </a:solidFill>
              </a:rPr>
              <a:t>typeof</a:t>
            </a:r>
            <a:r>
              <a:rPr lang="en-US" altLang="zh-CN" sz="2200" dirty="0">
                <a:solidFill>
                  <a:srgbClr val="002060"/>
                </a:solidFill>
              </a:rPr>
              <a:t>(var)  #</a:t>
            </a:r>
            <a:r>
              <a:rPr lang="zh-CN" altLang="en-US" sz="2200" dirty="0">
                <a:solidFill>
                  <a:srgbClr val="002060"/>
                </a:solidFill>
              </a:rPr>
              <a:t>判断类型</a:t>
            </a:r>
            <a:endParaRPr lang="en-US" altLang="zh-CN" sz="2200" dirty="0">
              <a:solidFill>
                <a:srgbClr val="002060"/>
              </a:solidFill>
            </a:endParaRPr>
          </a:p>
          <a:p>
            <a:pPr>
              <a:lnSpc>
                <a:spcPts val="3000"/>
              </a:lnSpc>
            </a:pPr>
            <a:r>
              <a:rPr lang="en-US" altLang="zh-CN" sz="2200" dirty="0">
                <a:solidFill>
                  <a:srgbClr val="00B0F0"/>
                </a:solidFill>
              </a:rPr>
              <a:t>Set{String}</a:t>
            </a:r>
            <a:endParaRPr lang="zh-CN" altLang="en-US" dirty="0">
              <a:solidFill>
                <a:srgbClr val="0070C0"/>
              </a:solidFill>
            </a:endParaRPr>
          </a:p>
        </p:txBody>
      </p:sp>
      <p:sp>
        <p:nvSpPr>
          <p:cNvPr id="8" name="文本框 7">
            <a:extLst>
              <a:ext uri="{FF2B5EF4-FFF2-40B4-BE49-F238E27FC236}">
                <a16:creationId xmlns:a16="http://schemas.microsoft.com/office/drawing/2014/main" id="{4EC236E5-C8A4-4228-BA15-872EA2D0AD32}"/>
              </a:ext>
            </a:extLst>
          </p:cNvPr>
          <p:cNvSpPr txBox="1"/>
          <p:nvPr/>
        </p:nvSpPr>
        <p:spPr>
          <a:xfrm>
            <a:off x="4928482" y="1736586"/>
            <a:ext cx="4215518" cy="2800767"/>
          </a:xfrm>
          <a:prstGeom prst="rect">
            <a:avLst/>
          </a:prstGeom>
          <a:solidFill>
            <a:schemeClr val="bg1"/>
          </a:solidFill>
        </p:spPr>
        <p:txBody>
          <a:bodyPr wrap="square">
            <a:spAutoFit/>
          </a:bodyPr>
          <a:lstStyle/>
          <a:p>
            <a:r>
              <a:rPr lang="en-US" altLang="zh-CN" sz="2200" dirty="0"/>
              <a:t>se = Set{Int64}([1 2]) #</a:t>
            </a:r>
            <a:r>
              <a:rPr lang="zh-CN" altLang="en-US" sz="2200" dirty="0">
                <a:solidFill>
                  <a:srgbClr val="FF0000"/>
                </a:solidFill>
              </a:rPr>
              <a:t>定义类型</a:t>
            </a:r>
            <a:endParaRPr lang="en-US" altLang="zh-CN" sz="2200" dirty="0">
              <a:solidFill>
                <a:srgbClr val="FF0000"/>
              </a:solidFill>
            </a:endParaRPr>
          </a:p>
          <a:p>
            <a:r>
              <a:rPr lang="en-US" altLang="zh-CN" sz="2200" dirty="0">
                <a:solidFill>
                  <a:srgbClr val="0070C0"/>
                </a:solidFill>
              </a:rPr>
              <a:t>Set{Int64} with 2 elements:</a:t>
            </a:r>
          </a:p>
          <a:p>
            <a:r>
              <a:rPr lang="en-US" altLang="zh-CN" sz="2200" dirty="0">
                <a:solidFill>
                  <a:srgbClr val="0070C0"/>
                </a:solidFill>
              </a:rPr>
              <a:t>  2</a:t>
            </a:r>
          </a:p>
          <a:p>
            <a:r>
              <a:rPr lang="en-US" altLang="zh-CN" sz="2200" dirty="0">
                <a:solidFill>
                  <a:srgbClr val="0070C0"/>
                </a:solidFill>
              </a:rPr>
              <a:t>  1</a:t>
            </a:r>
          </a:p>
          <a:p>
            <a:r>
              <a:rPr lang="en-US" altLang="zh-CN" sz="2200" dirty="0">
                <a:solidFill>
                  <a:srgbClr val="002060"/>
                </a:solidFill>
              </a:rPr>
              <a:t>se=Set([1 2 1 2]) </a:t>
            </a:r>
            <a:r>
              <a:rPr lang="en-US" altLang="zh-CN" sz="2200" dirty="0">
                <a:solidFill>
                  <a:srgbClr val="FF0000"/>
                </a:solidFill>
              </a:rPr>
              <a:t>#</a:t>
            </a:r>
            <a:r>
              <a:rPr lang="zh-CN" altLang="en-US" sz="2200" dirty="0">
                <a:solidFill>
                  <a:srgbClr val="FF0000"/>
                </a:solidFill>
              </a:rPr>
              <a:t>不重复</a:t>
            </a:r>
            <a:endParaRPr lang="en-US" altLang="zh-CN" sz="2200" dirty="0">
              <a:solidFill>
                <a:srgbClr val="FF0000"/>
              </a:solidFill>
            </a:endParaRPr>
          </a:p>
          <a:p>
            <a:r>
              <a:rPr lang="en-US" altLang="zh-CN" sz="2200" dirty="0">
                <a:solidFill>
                  <a:srgbClr val="0070C0"/>
                </a:solidFill>
              </a:rPr>
              <a:t>Set{Int64} with 2 elements:</a:t>
            </a:r>
          </a:p>
          <a:p>
            <a:r>
              <a:rPr lang="en-US" altLang="zh-CN" sz="2200" dirty="0">
                <a:solidFill>
                  <a:srgbClr val="0070C0"/>
                </a:solidFill>
              </a:rPr>
              <a:t>  2</a:t>
            </a:r>
          </a:p>
          <a:p>
            <a:r>
              <a:rPr lang="en-US" altLang="zh-CN" sz="2200" dirty="0">
                <a:solidFill>
                  <a:srgbClr val="0070C0"/>
                </a:solidFill>
              </a:rPr>
              <a:t>  1</a:t>
            </a:r>
            <a:endParaRPr lang="zh-CN" altLang="en-US" sz="2200" dirty="0">
              <a:solidFill>
                <a:srgbClr val="0070C0"/>
              </a:solidFill>
            </a:endParaRPr>
          </a:p>
        </p:txBody>
      </p:sp>
      <p:sp>
        <p:nvSpPr>
          <p:cNvPr id="2" name="内容占位符 2">
            <a:extLst>
              <a:ext uri="{FF2B5EF4-FFF2-40B4-BE49-F238E27FC236}">
                <a16:creationId xmlns:a16="http://schemas.microsoft.com/office/drawing/2014/main" id="{4F7DD11B-CBE3-0B74-562D-866A38807F3C}"/>
              </a:ext>
            </a:extLst>
          </p:cNvPr>
          <p:cNvSpPr txBox="1">
            <a:spLocks/>
          </p:cNvSpPr>
          <p:nvPr/>
        </p:nvSpPr>
        <p:spPr bwMode="auto">
          <a:xfrm>
            <a:off x="478784" y="678711"/>
            <a:ext cx="8496436" cy="423001"/>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defPPr>
              <a:defRPr lang="zh-CN"/>
            </a:defPPr>
            <a:lvl1pPr marL="0" indent="0" algn="dist" eaLnBrk="0" hangingPunct="0">
              <a:lnSpc>
                <a:spcPct val="110000"/>
              </a:lnSpc>
              <a:buFont typeface="Wingdings" panose="05000000000000000000" pitchFamily="2" charset="2"/>
              <a:buNone/>
              <a:defRPr sz="2000" b="1" i="0">
                <a:solidFill>
                  <a:srgbClr val="0070C0"/>
                </a:solidFill>
                <a:effectLst/>
                <a:latin typeface="微软雅黑" panose="020B0503020204020204" pitchFamily="34" charset="-122"/>
                <a:ea typeface="微软雅黑" panose="020B0503020204020204" pitchFamily="34" charset="-122"/>
              </a:defRPr>
            </a:lvl1pPr>
            <a:lvl2pPr marL="635000" indent="-177800" eaLnBrk="0" hangingPunct="0">
              <a:lnSpc>
                <a:spcPct val="110000"/>
              </a:lnSpc>
              <a:buFont typeface="Wingdings" panose="05000000000000000000" pitchFamily="2" charset="2"/>
              <a:buChar char="Ø"/>
              <a:defRPr sz="2400" b="0">
                <a:solidFill>
                  <a:srgbClr val="002060"/>
                </a:solidFill>
                <a:latin typeface="华文楷体" panose="02010600040101010101" pitchFamily="2" charset="-122"/>
                <a:ea typeface="华文楷体" panose="02010600040101010101" pitchFamily="2" charset="-122"/>
              </a:defRPr>
            </a:lvl2pPr>
            <a:lvl3pPr marL="1092200" indent="-177800" eaLnBrk="0" hangingPunct="0">
              <a:lnSpc>
                <a:spcPct val="110000"/>
              </a:lnSpc>
              <a:buFont typeface="Wingdings" panose="05000000000000000000" pitchFamily="2" charset="2"/>
              <a:buChar char="Ø"/>
              <a:defRPr sz="2400" b="0">
                <a:solidFill>
                  <a:srgbClr val="002060"/>
                </a:solidFill>
                <a:latin typeface="华文楷体" panose="02010600040101010101" pitchFamily="2" charset="-122"/>
                <a:ea typeface="华文楷体" panose="02010600040101010101" pitchFamily="2" charset="-122"/>
              </a:defRPr>
            </a:lvl3pPr>
            <a:lvl4pPr marL="1549400" indent="-177800" eaLnBrk="0" hangingPunct="0">
              <a:lnSpc>
                <a:spcPct val="110000"/>
              </a:lnSpc>
              <a:buFont typeface="Wingdings" panose="05000000000000000000" pitchFamily="2" charset="2"/>
              <a:buChar char="Ø"/>
              <a:defRPr sz="2000" b="0">
                <a:solidFill>
                  <a:srgbClr val="002060"/>
                </a:solidFill>
                <a:latin typeface="华文楷体" panose="02010600040101010101" pitchFamily="2" charset="-122"/>
                <a:ea typeface="华文楷体" panose="02010600040101010101" pitchFamily="2" charset="-122"/>
              </a:defRPr>
            </a:lvl4pPr>
            <a:lvl5pPr marL="2006600" indent="-177800" eaLnBrk="0" hangingPunct="0">
              <a:lnSpc>
                <a:spcPct val="110000"/>
              </a:lnSpc>
              <a:buFont typeface="Wingdings" panose="05000000000000000000" pitchFamily="2" charset="2"/>
              <a:buChar char="Ø"/>
              <a:defRPr sz="2000" b="0">
                <a:solidFill>
                  <a:srgbClr val="002060"/>
                </a:solidFill>
                <a:latin typeface="华文楷体" panose="02010600040101010101" pitchFamily="2" charset="-122"/>
                <a:ea typeface="华文楷体" panose="02010600040101010101" pitchFamily="2" charset="-122"/>
              </a:defRPr>
            </a:lvl5pPr>
            <a:lvl6pPr marL="2463800" indent="-177800" fontAlgn="base">
              <a:lnSpc>
                <a:spcPct val="110000"/>
              </a:lnSpc>
              <a:spcBef>
                <a:spcPct val="0"/>
              </a:spcBef>
              <a:spcAft>
                <a:spcPct val="0"/>
              </a:spcAft>
              <a:buChar char="•"/>
              <a:defRPr b="1">
                <a:solidFill>
                  <a:srgbClr val="002E5C"/>
                </a:solidFill>
                <a:latin typeface="+mn-lt"/>
              </a:defRPr>
            </a:lvl6pPr>
            <a:lvl7pPr marL="2921000" indent="-177800" fontAlgn="base">
              <a:lnSpc>
                <a:spcPct val="110000"/>
              </a:lnSpc>
              <a:spcBef>
                <a:spcPct val="0"/>
              </a:spcBef>
              <a:spcAft>
                <a:spcPct val="0"/>
              </a:spcAft>
              <a:buChar char="•"/>
              <a:defRPr b="1">
                <a:solidFill>
                  <a:srgbClr val="002E5C"/>
                </a:solidFill>
                <a:latin typeface="+mn-lt"/>
              </a:defRPr>
            </a:lvl7pPr>
            <a:lvl8pPr marL="3378200" indent="-177800" fontAlgn="base">
              <a:lnSpc>
                <a:spcPct val="110000"/>
              </a:lnSpc>
              <a:spcBef>
                <a:spcPct val="0"/>
              </a:spcBef>
              <a:spcAft>
                <a:spcPct val="0"/>
              </a:spcAft>
              <a:buChar char="•"/>
              <a:defRPr b="1">
                <a:solidFill>
                  <a:srgbClr val="002E5C"/>
                </a:solidFill>
                <a:latin typeface="+mn-lt"/>
              </a:defRPr>
            </a:lvl8pPr>
            <a:lvl9pPr marL="3835400" indent="-177800" fontAlgn="base">
              <a:lnSpc>
                <a:spcPct val="110000"/>
              </a:lnSpc>
              <a:spcBef>
                <a:spcPct val="0"/>
              </a:spcBef>
              <a:spcAft>
                <a:spcPct val="0"/>
              </a:spcAft>
              <a:buChar char="•"/>
              <a:defRPr b="1">
                <a:solidFill>
                  <a:srgbClr val="002E5C"/>
                </a:solidFill>
                <a:latin typeface="+mn-lt"/>
              </a:defRPr>
            </a:lvl9pPr>
          </a:lstStyle>
          <a:p>
            <a:pPr algn="l"/>
            <a:r>
              <a:rPr lang="zh-CN" altLang="en-US" sz="2100" b="0" dirty="0">
                <a:solidFill>
                  <a:srgbClr val="002060"/>
                </a:solidFill>
              </a:rPr>
              <a:t>集合：容纳同类型、互不相等（即唯一）元素，且集合中元素是无序的</a:t>
            </a:r>
            <a:endParaRPr lang="en-US" altLang="zh-CN" sz="2100" b="0" dirty="0">
              <a:solidFill>
                <a:srgbClr val="002060"/>
              </a:solidFill>
            </a:endParaRPr>
          </a:p>
        </p:txBody>
      </p:sp>
    </p:spTree>
    <p:extLst>
      <p:ext uri="{BB962C8B-B14F-4D97-AF65-F5344CB8AC3E}">
        <p14:creationId xmlns:p14="http://schemas.microsoft.com/office/powerpoint/2010/main" val="2377346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69A010B-4490-2674-B10E-935D5CB6EF9E}"/>
              </a:ext>
            </a:extLst>
          </p:cNvPr>
          <p:cNvSpPr>
            <a:spLocks noGrp="1"/>
          </p:cNvSpPr>
          <p:nvPr>
            <p:ph type="title"/>
          </p:nvPr>
        </p:nvSpPr>
        <p:spPr>
          <a:xfrm>
            <a:off x="611560" y="794891"/>
            <a:ext cx="7704856" cy="924133"/>
          </a:xfrm>
        </p:spPr>
        <p:txBody>
          <a:bodyPr/>
          <a:lstStyle/>
          <a:p>
            <a:br>
              <a:rPr lang="zh-CN" altLang="en-US" dirty="0"/>
            </a:br>
            <a:endParaRPr lang="zh-CN" altLang="en-US" dirty="0"/>
          </a:p>
        </p:txBody>
      </p:sp>
      <p:sp>
        <p:nvSpPr>
          <p:cNvPr id="3" name="内容占位符 2">
            <a:extLst>
              <a:ext uri="{FF2B5EF4-FFF2-40B4-BE49-F238E27FC236}">
                <a16:creationId xmlns:a16="http://schemas.microsoft.com/office/drawing/2014/main" id="{E59C4390-913D-AB42-B7B2-37763439C4FD}"/>
              </a:ext>
            </a:extLst>
          </p:cNvPr>
          <p:cNvSpPr>
            <a:spLocks noGrp="1"/>
          </p:cNvSpPr>
          <p:nvPr>
            <p:ph idx="1"/>
          </p:nvPr>
        </p:nvSpPr>
        <p:spPr>
          <a:xfrm>
            <a:off x="424510" y="1606259"/>
            <a:ext cx="8719490" cy="438774"/>
          </a:xfrm>
        </p:spPr>
        <p:txBody>
          <a:bodyPr/>
          <a:lstStyle/>
          <a:p>
            <a:pPr marL="0" indent="0" algn="dist">
              <a:buNone/>
            </a:pPr>
            <a:r>
              <a:rPr lang="zh-CN" altLang="en-US" sz="2200" b="1" dirty="0">
                <a:solidFill>
                  <a:srgbClr val="0070C0"/>
                </a:solidFill>
                <a:latin typeface="微软雅黑" panose="020B0503020204020204" pitchFamily="34" charset="-122"/>
                <a:ea typeface="微软雅黑" panose="020B0503020204020204" pitchFamily="34" charset="-122"/>
              </a:rPr>
              <a:t>并集</a:t>
            </a:r>
            <a:r>
              <a:rPr lang="en-US" altLang="zh-CN" sz="2200" b="1" dirty="0">
                <a:solidFill>
                  <a:srgbClr val="0070C0"/>
                </a:solidFill>
                <a:latin typeface="微软雅黑" panose="020B0503020204020204" pitchFamily="34" charset="-122"/>
                <a:ea typeface="微软雅黑" panose="020B0503020204020204" pitchFamily="34" charset="-122"/>
              </a:rPr>
              <a:t>union()</a:t>
            </a:r>
            <a:r>
              <a:rPr lang="zh-CN" altLang="en-US" sz="2200" b="1" dirty="0">
                <a:solidFill>
                  <a:srgbClr val="0070C0"/>
                </a:solidFill>
                <a:latin typeface="微软雅黑" panose="020B0503020204020204" pitchFamily="34" charset="-122"/>
                <a:ea typeface="微软雅黑" panose="020B0503020204020204" pitchFamily="34" charset="-122"/>
              </a:rPr>
              <a:t>、交集</a:t>
            </a:r>
            <a:r>
              <a:rPr lang="en-US" altLang="zh-CN" sz="2200" b="1" dirty="0">
                <a:solidFill>
                  <a:srgbClr val="0070C0"/>
                </a:solidFill>
                <a:latin typeface="微软雅黑" panose="020B0503020204020204" pitchFamily="34" charset="-122"/>
                <a:ea typeface="微软雅黑" panose="020B0503020204020204" pitchFamily="34" charset="-122"/>
              </a:rPr>
              <a:t>intersect()</a:t>
            </a:r>
            <a:r>
              <a:rPr lang="zh-CN" altLang="en-US" sz="2200" b="1" dirty="0">
                <a:solidFill>
                  <a:srgbClr val="0070C0"/>
                </a:solidFill>
                <a:latin typeface="微软雅黑" panose="020B0503020204020204" pitchFamily="34" charset="-122"/>
                <a:ea typeface="微软雅黑" panose="020B0503020204020204" pitchFamily="34" charset="-122"/>
              </a:rPr>
              <a:t>和差集</a:t>
            </a:r>
            <a:r>
              <a:rPr lang="en-US" altLang="zh-CN" sz="2200" b="1" dirty="0" err="1">
                <a:solidFill>
                  <a:srgbClr val="0070C0"/>
                </a:solidFill>
                <a:latin typeface="微软雅黑" panose="020B0503020204020204" pitchFamily="34" charset="-122"/>
                <a:ea typeface="微软雅黑" panose="020B0503020204020204" pitchFamily="34" charset="-122"/>
              </a:rPr>
              <a:t>setdiff</a:t>
            </a:r>
            <a:r>
              <a:rPr lang="en-US" altLang="zh-CN" sz="2200" b="1" dirty="0">
                <a:solidFill>
                  <a:srgbClr val="0070C0"/>
                </a:solidFill>
                <a:latin typeface="微软雅黑" panose="020B0503020204020204" pitchFamily="34" charset="-122"/>
                <a:ea typeface="微软雅黑" panose="020B0503020204020204" pitchFamily="34" charset="-122"/>
              </a:rPr>
              <a:t>()</a:t>
            </a:r>
            <a:r>
              <a:rPr lang="zh-CN" altLang="en-US" sz="2200" b="1" dirty="0">
                <a:solidFill>
                  <a:srgbClr val="0070C0"/>
                </a:solidFill>
                <a:latin typeface="微软雅黑" panose="020B0503020204020204" pitchFamily="34" charset="-122"/>
                <a:ea typeface="微软雅黑" panose="020B0503020204020204" pitchFamily="34" charset="-122"/>
              </a:rPr>
              <a:t>是集合常用的操作</a:t>
            </a:r>
          </a:p>
        </p:txBody>
      </p:sp>
      <p:sp>
        <p:nvSpPr>
          <p:cNvPr id="4" name="内容占位符 2">
            <a:extLst>
              <a:ext uri="{FF2B5EF4-FFF2-40B4-BE49-F238E27FC236}">
                <a16:creationId xmlns:a16="http://schemas.microsoft.com/office/drawing/2014/main" id="{27CC72E7-D74E-5F40-3E48-B9EEB1DC34DA}"/>
              </a:ext>
            </a:extLst>
          </p:cNvPr>
          <p:cNvSpPr txBox="1">
            <a:spLocks/>
          </p:cNvSpPr>
          <p:nvPr/>
        </p:nvSpPr>
        <p:spPr bwMode="auto">
          <a:xfrm>
            <a:off x="356197" y="2125303"/>
            <a:ext cx="8588716" cy="1814599"/>
          </a:xfrm>
          <a:prstGeom prst="rect">
            <a:avLst/>
          </a:prstGeom>
          <a:noFill/>
          <a:ln w="9525">
            <a:noFill/>
            <a:miter lim="800000"/>
            <a:headEnd/>
            <a:tailEnd/>
          </a:ln>
        </p:spPr>
        <p:txBody>
          <a:bodyPr vert="horz" wrap="square" lIns="91440" tIns="45720" rIns="91440" bIns="45720" numCol="1" anchor="t" anchorCtr="0" compatLnSpc="1">
            <a:prstTxWarp prst="textNoShape">
              <a:avLst/>
            </a:prstTxWarp>
            <a:spAutoFit/>
          </a:bodyPr>
          <a:lstStyle>
            <a:lvl1pPr marL="177800" indent="-177800" algn="l" rtl="0" eaLnBrk="0" fontAlgn="base" hangingPunct="0">
              <a:lnSpc>
                <a:spcPct val="110000"/>
              </a:lnSpc>
              <a:spcBef>
                <a:spcPct val="0"/>
              </a:spcBef>
              <a:spcAft>
                <a:spcPct val="0"/>
              </a:spcAft>
              <a:buFont typeface="Wingdings" panose="05000000000000000000" pitchFamily="2" charset="2"/>
              <a:buChar char="Ø"/>
              <a:defRPr sz="2800" b="0">
                <a:solidFill>
                  <a:srgbClr val="002060"/>
                </a:solidFill>
                <a:latin typeface="华文楷体" panose="02010600040101010101" pitchFamily="2" charset="-122"/>
                <a:ea typeface="华文楷体" panose="02010600040101010101" pitchFamily="2" charset="-122"/>
                <a:cs typeface="+mn-cs"/>
              </a:defRPr>
            </a:lvl1pPr>
            <a:lvl2pPr marL="635000" indent="-177800" algn="l" rtl="0" eaLnBrk="0" fontAlgn="base" hangingPunct="0">
              <a:lnSpc>
                <a:spcPct val="110000"/>
              </a:lnSpc>
              <a:spcBef>
                <a:spcPct val="0"/>
              </a:spcBef>
              <a:spcAft>
                <a:spcPct val="0"/>
              </a:spcAft>
              <a:buFont typeface="Wingdings" panose="05000000000000000000" pitchFamily="2" charset="2"/>
              <a:buChar char="Ø"/>
              <a:defRPr sz="2400" b="0">
                <a:solidFill>
                  <a:srgbClr val="002060"/>
                </a:solidFill>
                <a:latin typeface="华文楷体" panose="02010600040101010101" pitchFamily="2" charset="-122"/>
                <a:ea typeface="华文楷体" panose="02010600040101010101" pitchFamily="2" charset="-122"/>
              </a:defRPr>
            </a:lvl2pPr>
            <a:lvl3pPr marL="1092200" indent="-177800" algn="l" rtl="0" eaLnBrk="0" fontAlgn="base" hangingPunct="0">
              <a:lnSpc>
                <a:spcPct val="110000"/>
              </a:lnSpc>
              <a:spcBef>
                <a:spcPct val="0"/>
              </a:spcBef>
              <a:spcAft>
                <a:spcPct val="0"/>
              </a:spcAft>
              <a:buFont typeface="Wingdings" panose="05000000000000000000" pitchFamily="2" charset="2"/>
              <a:buChar char="Ø"/>
              <a:defRPr sz="2400" b="0">
                <a:solidFill>
                  <a:srgbClr val="002060"/>
                </a:solidFill>
                <a:latin typeface="华文楷体" panose="02010600040101010101" pitchFamily="2" charset="-122"/>
                <a:ea typeface="华文楷体" panose="02010600040101010101" pitchFamily="2" charset="-122"/>
              </a:defRPr>
            </a:lvl3pPr>
            <a:lvl4pPr marL="1549400" indent="-177800" algn="l" rtl="0" eaLnBrk="0" fontAlgn="base" hangingPunct="0">
              <a:lnSpc>
                <a:spcPct val="110000"/>
              </a:lnSpc>
              <a:spcBef>
                <a:spcPct val="0"/>
              </a:spcBef>
              <a:spcAft>
                <a:spcPct val="0"/>
              </a:spcAft>
              <a:buFont typeface="Wingdings" panose="05000000000000000000" pitchFamily="2" charset="2"/>
              <a:buChar char="Ø"/>
              <a:defRPr sz="2000" b="0">
                <a:solidFill>
                  <a:srgbClr val="002060"/>
                </a:solidFill>
                <a:latin typeface="华文楷体" panose="02010600040101010101" pitchFamily="2" charset="-122"/>
                <a:ea typeface="华文楷体" panose="02010600040101010101" pitchFamily="2" charset="-122"/>
              </a:defRPr>
            </a:lvl4pPr>
            <a:lvl5pPr marL="2006600" indent="-177800" algn="l" rtl="0" eaLnBrk="0" fontAlgn="base" hangingPunct="0">
              <a:lnSpc>
                <a:spcPct val="110000"/>
              </a:lnSpc>
              <a:spcBef>
                <a:spcPct val="0"/>
              </a:spcBef>
              <a:spcAft>
                <a:spcPct val="0"/>
              </a:spcAft>
              <a:buFont typeface="Wingdings" panose="05000000000000000000" pitchFamily="2" charset="2"/>
              <a:buChar char="Ø"/>
              <a:defRPr sz="2000" b="0">
                <a:solidFill>
                  <a:srgbClr val="002060"/>
                </a:solidFill>
                <a:latin typeface="华文楷体" panose="02010600040101010101" pitchFamily="2" charset="-122"/>
                <a:ea typeface="华文楷体" panose="02010600040101010101" pitchFamily="2" charset="-122"/>
              </a:defRPr>
            </a:lvl5pPr>
            <a:lvl6pPr marL="2463800" indent="-177800" algn="l" rtl="0" eaLnBrk="1" fontAlgn="base" hangingPunct="1">
              <a:lnSpc>
                <a:spcPct val="110000"/>
              </a:lnSpc>
              <a:spcBef>
                <a:spcPct val="0"/>
              </a:spcBef>
              <a:spcAft>
                <a:spcPct val="0"/>
              </a:spcAft>
              <a:buChar char="•"/>
              <a:defRPr b="1">
                <a:solidFill>
                  <a:srgbClr val="002E5C"/>
                </a:solidFill>
                <a:latin typeface="+mn-lt"/>
              </a:defRPr>
            </a:lvl6pPr>
            <a:lvl7pPr marL="2921000" indent="-177800" algn="l" rtl="0" eaLnBrk="1" fontAlgn="base" hangingPunct="1">
              <a:lnSpc>
                <a:spcPct val="110000"/>
              </a:lnSpc>
              <a:spcBef>
                <a:spcPct val="0"/>
              </a:spcBef>
              <a:spcAft>
                <a:spcPct val="0"/>
              </a:spcAft>
              <a:buChar char="•"/>
              <a:defRPr b="1">
                <a:solidFill>
                  <a:srgbClr val="002E5C"/>
                </a:solidFill>
                <a:latin typeface="+mn-lt"/>
              </a:defRPr>
            </a:lvl7pPr>
            <a:lvl8pPr marL="3378200" indent="-177800" algn="l" rtl="0" eaLnBrk="1" fontAlgn="base" hangingPunct="1">
              <a:lnSpc>
                <a:spcPct val="110000"/>
              </a:lnSpc>
              <a:spcBef>
                <a:spcPct val="0"/>
              </a:spcBef>
              <a:spcAft>
                <a:spcPct val="0"/>
              </a:spcAft>
              <a:buChar char="•"/>
              <a:defRPr b="1">
                <a:solidFill>
                  <a:srgbClr val="002E5C"/>
                </a:solidFill>
                <a:latin typeface="+mn-lt"/>
              </a:defRPr>
            </a:lvl8pPr>
            <a:lvl9pPr marL="3835400" indent="-177800" algn="l" rtl="0" eaLnBrk="1" fontAlgn="base" hangingPunct="1">
              <a:lnSpc>
                <a:spcPct val="110000"/>
              </a:lnSpc>
              <a:spcBef>
                <a:spcPct val="0"/>
              </a:spcBef>
              <a:spcAft>
                <a:spcPct val="0"/>
              </a:spcAft>
              <a:buChar char="•"/>
              <a:defRPr b="1">
                <a:solidFill>
                  <a:srgbClr val="002E5C"/>
                </a:solidFill>
                <a:latin typeface="+mn-lt"/>
              </a:defRPr>
            </a:lvl9pPr>
          </a:lstStyle>
          <a:p>
            <a:pPr>
              <a:lnSpc>
                <a:spcPts val="4600"/>
              </a:lnSpc>
              <a:buFont typeface="Wingdings" panose="05000000000000000000" pitchFamily="2" charset="2"/>
              <a:buNone/>
            </a:pPr>
            <a:r>
              <a:rPr lang="en-US" altLang="zh-CN" kern="0" dirty="0"/>
              <a:t>intersect(A,B)</a:t>
            </a:r>
            <a:r>
              <a:rPr lang="zh-CN" altLang="en-US" kern="0" dirty="0"/>
              <a:t>用于求交集</a:t>
            </a:r>
            <a:endParaRPr lang="en-US" altLang="zh-CN" kern="0" dirty="0"/>
          </a:p>
          <a:p>
            <a:pPr>
              <a:lnSpc>
                <a:spcPts val="4600"/>
              </a:lnSpc>
              <a:buFont typeface="Wingdings" panose="05000000000000000000" pitchFamily="2" charset="2"/>
              <a:buNone/>
            </a:pPr>
            <a:r>
              <a:rPr lang="en-US" altLang="zh-CN" kern="0" dirty="0" err="1"/>
              <a:t>setdiff</a:t>
            </a:r>
            <a:r>
              <a:rPr lang="en-US" altLang="zh-CN" kern="0" dirty="0"/>
              <a:t>(A,B)</a:t>
            </a:r>
            <a:r>
              <a:rPr lang="zh-CN" altLang="en-US" kern="0" dirty="0"/>
              <a:t>用于求差集</a:t>
            </a:r>
            <a:endParaRPr lang="en-US" altLang="zh-CN" kern="0" dirty="0"/>
          </a:p>
          <a:p>
            <a:pPr>
              <a:lnSpc>
                <a:spcPts val="4600"/>
              </a:lnSpc>
              <a:buFont typeface="Wingdings" panose="05000000000000000000" pitchFamily="2" charset="2"/>
              <a:buNone/>
            </a:pPr>
            <a:r>
              <a:rPr lang="en-US" altLang="zh-CN" kern="0" dirty="0"/>
              <a:t>union(A,B)</a:t>
            </a:r>
            <a:r>
              <a:rPr lang="zh-CN" altLang="en-US" kern="0" dirty="0"/>
              <a:t>用于求并集</a:t>
            </a:r>
          </a:p>
        </p:txBody>
      </p:sp>
      <p:pic>
        <p:nvPicPr>
          <p:cNvPr id="5" name="图片 4">
            <a:extLst>
              <a:ext uri="{FF2B5EF4-FFF2-40B4-BE49-F238E27FC236}">
                <a16:creationId xmlns:a16="http://schemas.microsoft.com/office/drawing/2014/main" id="{E93870BD-1CA1-2A79-6D6F-E3BA4B24B0FC}"/>
              </a:ext>
            </a:extLst>
          </p:cNvPr>
          <p:cNvPicPr>
            <a:picLocks noChangeAspect="1"/>
          </p:cNvPicPr>
          <p:nvPr/>
        </p:nvPicPr>
        <p:blipFill rotWithShape="1">
          <a:blip r:embed="rId3"/>
          <a:srcRect l="21651" t="38800" r="24013" b="22602"/>
          <a:stretch/>
        </p:blipFill>
        <p:spPr>
          <a:xfrm>
            <a:off x="4650555" y="2229064"/>
            <a:ext cx="4313933" cy="1300769"/>
          </a:xfrm>
          <a:prstGeom prst="rect">
            <a:avLst/>
          </a:prstGeom>
        </p:spPr>
      </p:pic>
      <p:sp>
        <p:nvSpPr>
          <p:cNvPr id="6" name="标题 1">
            <a:extLst>
              <a:ext uri="{FF2B5EF4-FFF2-40B4-BE49-F238E27FC236}">
                <a16:creationId xmlns:a16="http://schemas.microsoft.com/office/drawing/2014/main" id="{62B91A15-3843-4F37-8497-5647FD7D19EA}"/>
              </a:ext>
            </a:extLst>
          </p:cNvPr>
          <p:cNvSpPr txBox="1">
            <a:spLocks/>
          </p:cNvSpPr>
          <p:nvPr/>
        </p:nvSpPr>
        <p:spPr bwMode="auto">
          <a:xfrm>
            <a:off x="1675051" y="909845"/>
            <a:ext cx="5256584" cy="1014214"/>
          </a:xfrm>
          <a:prstGeom prst="rect">
            <a:avLst/>
          </a:prstGeom>
          <a:noFill/>
          <a:ln w="9525">
            <a:noFill/>
            <a:miter lim="800000"/>
            <a:headEnd/>
            <a:tailEnd/>
          </a:ln>
        </p:spPr>
        <p:txBody>
          <a:bodyPr vert="horz" wrap="none" lIns="91440" tIns="45720" rIns="91440" bIns="45720" numCol="1" anchor="b" anchorCtr="0" compatLnSpc="1">
            <a:prstTxWarp prst="textNoShape">
              <a:avLst/>
            </a:prstTxWarp>
          </a:bodyPr>
          <a:lstStyle>
            <a:lvl1pPr algn="l" rtl="0" eaLnBrk="0" fontAlgn="base" hangingPunct="0">
              <a:lnSpc>
                <a:spcPct val="85000"/>
              </a:lnSpc>
              <a:spcBef>
                <a:spcPct val="0"/>
              </a:spcBef>
              <a:spcAft>
                <a:spcPct val="0"/>
              </a:spcAft>
              <a:defRPr sz="3200" b="0">
                <a:solidFill>
                  <a:srgbClr val="002060"/>
                </a:solidFill>
                <a:latin typeface="华文楷体" panose="02010600040101010101" pitchFamily="2" charset="-122"/>
                <a:ea typeface="华文楷体" panose="02010600040101010101" pitchFamily="2" charset="-122"/>
                <a:cs typeface="+mj-cs"/>
              </a:defRPr>
            </a:lvl1pPr>
            <a:lvl2pPr algn="l" rtl="0" eaLnBrk="0" fontAlgn="base" hangingPunct="0">
              <a:lnSpc>
                <a:spcPct val="85000"/>
              </a:lnSpc>
              <a:spcBef>
                <a:spcPct val="0"/>
              </a:spcBef>
              <a:spcAft>
                <a:spcPct val="0"/>
              </a:spcAft>
              <a:defRPr sz="3400" b="1">
                <a:solidFill>
                  <a:srgbClr val="002E5C"/>
                </a:solidFill>
                <a:latin typeface="Helvetica" pitchFamily="34" charset="0"/>
              </a:defRPr>
            </a:lvl2pPr>
            <a:lvl3pPr algn="l" rtl="0" eaLnBrk="0" fontAlgn="base" hangingPunct="0">
              <a:lnSpc>
                <a:spcPct val="85000"/>
              </a:lnSpc>
              <a:spcBef>
                <a:spcPct val="0"/>
              </a:spcBef>
              <a:spcAft>
                <a:spcPct val="0"/>
              </a:spcAft>
              <a:defRPr sz="3400" b="1">
                <a:solidFill>
                  <a:srgbClr val="002E5C"/>
                </a:solidFill>
                <a:latin typeface="Helvetica" pitchFamily="34" charset="0"/>
              </a:defRPr>
            </a:lvl3pPr>
            <a:lvl4pPr algn="l" rtl="0" eaLnBrk="0" fontAlgn="base" hangingPunct="0">
              <a:lnSpc>
                <a:spcPct val="85000"/>
              </a:lnSpc>
              <a:spcBef>
                <a:spcPct val="0"/>
              </a:spcBef>
              <a:spcAft>
                <a:spcPct val="0"/>
              </a:spcAft>
              <a:defRPr sz="3400" b="1">
                <a:solidFill>
                  <a:srgbClr val="002E5C"/>
                </a:solidFill>
                <a:latin typeface="Helvetica" pitchFamily="34" charset="0"/>
              </a:defRPr>
            </a:lvl4pPr>
            <a:lvl5pPr algn="l" rtl="0" eaLnBrk="0" fontAlgn="base" hangingPunct="0">
              <a:lnSpc>
                <a:spcPct val="85000"/>
              </a:lnSpc>
              <a:spcBef>
                <a:spcPct val="0"/>
              </a:spcBef>
              <a:spcAft>
                <a:spcPct val="0"/>
              </a:spcAft>
              <a:defRPr sz="3400" b="1">
                <a:solidFill>
                  <a:srgbClr val="002E5C"/>
                </a:solidFill>
                <a:latin typeface="Helvetica" pitchFamily="34" charset="0"/>
              </a:defRPr>
            </a:lvl5pPr>
            <a:lvl6pPr marL="457200" algn="l" rtl="0" eaLnBrk="1" fontAlgn="base" hangingPunct="1">
              <a:lnSpc>
                <a:spcPct val="85000"/>
              </a:lnSpc>
              <a:spcBef>
                <a:spcPct val="0"/>
              </a:spcBef>
              <a:spcAft>
                <a:spcPct val="0"/>
              </a:spcAft>
              <a:defRPr sz="3400" b="1">
                <a:solidFill>
                  <a:srgbClr val="002E5C"/>
                </a:solidFill>
                <a:latin typeface="Helvetica" pitchFamily="34" charset="0"/>
              </a:defRPr>
            </a:lvl6pPr>
            <a:lvl7pPr marL="914400" algn="l" rtl="0" eaLnBrk="1" fontAlgn="base" hangingPunct="1">
              <a:lnSpc>
                <a:spcPct val="85000"/>
              </a:lnSpc>
              <a:spcBef>
                <a:spcPct val="0"/>
              </a:spcBef>
              <a:spcAft>
                <a:spcPct val="0"/>
              </a:spcAft>
              <a:defRPr sz="3400" b="1">
                <a:solidFill>
                  <a:srgbClr val="002E5C"/>
                </a:solidFill>
                <a:latin typeface="Helvetica" pitchFamily="34" charset="0"/>
              </a:defRPr>
            </a:lvl7pPr>
            <a:lvl8pPr marL="1371600" algn="l" rtl="0" eaLnBrk="1" fontAlgn="base" hangingPunct="1">
              <a:lnSpc>
                <a:spcPct val="85000"/>
              </a:lnSpc>
              <a:spcBef>
                <a:spcPct val="0"/>
              </a:spcBef>
              <a:spcAft>
                <a:spcPct val="0"/>
              </a:spcAft>
              <a:defRPr sz="3400" b="1">
                <a:solidFill>
                  <a:srgbClr val="002E5C"/>
                </a:solidFill>
                <a:latin typeface="Helvetica" pitchFamily="34" charset="0"/>
              </a:defRPr>
            </a:lvl8pPr>
            <a:lvl9pPr marL="1828800" algn="l" rtl="0" eaLnBrk="1" fontAlgn="base" hangingPunct="1">
              <a:lnSpc>
                <a:spcPct val="85000"/>
              </a:lnSpc>
              <a:spcBef>
                <a:spcPct val="0"/>
              </a:spcBef>
              <a:spcAft>
                <a:spcPct val="0"/>
              </a:spcAft>
              <a:defRPr sz="3400" b="1">
                <a:solidFill>
                  <a:srgbClr val="002E5C"/>
                </a:solidFill>
                <a:latin typeface="Helvetica" pitchFamily="34" charset="0"/>
              </a:defRPr>
            </a:lvl9pPr>
          </a:lstStyle>
          <a:p>
            <a:r>
              <a:rPr lang="en-US" altLang="zh-CN" kern="0" dirty="0"/>
              <a:t>§1.4.5  </a:t>
            </a:r>
            <a:r>
              <a:rPr lang="zh-CN" altLang="en-US" kern="0" dirty="0"/>
              <a:t>集合</a:t>
            </a:r>
            <a:r>
              <a:rPr lang="en-US" altLang="zh-CN" kern="0" dirty="0">
                <a:solidFill>
                  <a:srgbClr val="FF0000"/>
                </a:solidFill>
              </a:rPr>
              <a:t>—— </a:t>
            </a:r>
            <a:r>
              <a:rPr lang="zh-CN" altLang="en-US" kern="0" dirty="0">
                <a:solidFill>
                  <a:srgbClr val="FF0000"/>
                </a:solidFill>
              </a:rPr>
              <a:t>集合</a:t>
            </a:r>
            <a:r>
              <a:rPr lang="zh-CN" altLang="en-US" dirty="0">
                <a:solidFill>
                  <a:srgbClr val="FF0000"/>
                </a:solidFill>
              </a:rPr>
              <a:t>常用操作</a:t>
            </a:r>
            <a:br>
              <a:rPr lang="zh-CN" altLang="en-US" kern="0" dirty="0">
                <a:solidFill>
                  <a:srgbClr val="FF0000"/>
                </a:solidFill>
              </a:rPr>
            </a:br>
            <a:endParaRPr lang="zh-CN" altLang="en-US" kern="0" dirty="0"/>
          </a:p>
        </p:txBody>
      </p:sp>
    </p:spTree>
    <p:extLst>
      <p:ext uri="{BB962C8B-B14F-4D97-AF65-F5344CB8AC3E}">
        <p14:creationId xmlns:p14="http://schemas.microsoft.com/office/powerpoint/2010/main" val="231720820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5596CE8C-4D0D-8D72-0047-7580AF387ACE}"/>
              </a:ext>
            </a:extLst>
          </p:cNvPr>
          <p:cNvSpPr txBox="1"/>
          <p:nvPr/>
        </p:nvSpPr>
        <p:spPr>
          <a:xfrm>
            <a:off x="633191" y="755457"/>
            <a:ext cx="3971799" cy="4001095"/>
          </a:xfrm>
          <a:prstGeom prst="rect">
            <a:avLst/>
          </a:prstGeom>
          <a:noFill/>
        </p:spPr>
        <p:txBody>
          <a:bodyPr wrap="square">
            <a:spAutoFit/>
          </a:bodyPr>
          <a:lstStyle/>
          <a:p>
            <a:r>
              <a:rPr lang="en-US" altLang="zh-CN" sz="1600" b="0" i="0" dirty="0">
                <a:solidFill>
                  <a:srgbClr val="000000"/>
                </a:solidFill>
                <a:effectLst/>
                <a:latin typeface="Menlo"/>
              </a:rPr>
              <a:t>A = </a:t>
            </a:r>
            <a:r>
              <a:rPr lang="en-US" altLang="zh-CN" sz="1600" b="1" i="0" dirty="0">
                <a:solidFill>
                  <a:srgbClr val="0000A8"/>
                </a:solidFill>
                <a:effectLst/>
                <a:latin typeface="Menlo"/>
              </a:rPr>
              <a:t>Set</a:t>
            </a:r>
            <a:r>
              <a:rPr lang="en-US" altLang="zh-CN" sz="1600" b="0" i="0" dirty="0">
                <a:solidFill>
                  <a:srgbClr val="3B972E"/>
                </a:solidFill>
                <a:effectLst/>
                <a:latin typeface="Menlo"/>
              </a:rPr>
              <a:t>{</a:t>
            </a:r>
            <a:r>
              <a:rPr lang="en-US" altLang="zh-CN" sz="1600" b="1" i="0" dirty="0">
                <a:solidFill>
                  <a:srgbClr val="0000A8"/>
                </a:solidFill>
                <a:effectLst/>
                <a:latin typeface="Menlo"/>
              </a:rPr>
              <a:t>String</a:t>
            </a:r>
            <a:r>
              <a:rPr lang="en-US" altLang="zh-CN" sz="1600" b="0" i="0" dirty="0">
                <a:solidFill>
                  <a:srgbClr val="3B972E"/>
                </a:solidFill>
                <a:effectLst/>
                <a:latin typeface="Menlo"/>
              </a:rPr>
              <a:t>}([</a:t>
            </a:r>
            <a:r>
              <a:rPr lang="en-US" altLang="zh-CN" sz="1600" b="0" i="0" dirty="0">
                <a:solidFill>
                  <a:srgbClr val="C93D39"/>
                </a:solidFill>
                <a:effectLst/>
                <a:latin typeface="Menlo"/>
              </a:rPr>
              <a:t>"</a:t>
            </a:r>
            <a:r>
              <a:rPr lang="en-US" altLang="zh-CN" sz="1600" b="0" i="0" dirty="0" err="1">
                <a:solidFill>
                  <a:srgbClr val="C93D39"/>
                </a:solidFill>
                <a:effectLst/>
                <a:latin typeface="Menlo"/>
              </a:rPr>
              <a:t>red"</a:t>
            </a:r>
            <a:r>
              <a:rPr lang="en-US" altLang="zh-CN" sz="1600" b="0" i="0" dirty="0" err="1">
                <a:solidFill>
                  <a:srgbClr val="000000"/>
                </a:solidFill>
                <a:effectLst/>
                <a:latin typeface="Menlo"/>
              </a:rPr>
              <a:t>,</a:t>
            </a:r>
            <a:r>
              <a:rPr lang="en-US" altLang="zh-CN" sz="1600" b="0" i="0" dirty="0" err="1">
                <a:solidFill>
                  <a:srgbClr val="C93D39"/>
                </a:solidFill>
                <a:effectLst/>
                <a:latin typeface="Menlo"/>
              </a:rPr>
              <a:t>"green"</a:t>
            </a:r>
            <a:r>
              <a:rPr lang="en-US" altLang="zh-CN" sz="1600" b="0" i="0" dirty="0" err="1">
                <a:solidFill>
                  <a:srgbClr val="000000"/>
                </a:solidFill>
                <a:effectLst/>
                <a:latin typeface="Menlo"/>
              </a:rPr>
              <a:t>,</a:t>
            </a:r>
            <a:r>
              <a:rPr lang="en-US" altLang="zh-CN" sz="1600" b="0" i="0" dirty="0" err="1">
                <a:solidFill>
                  <a:srgbClr val="C93D39"/>
                </a:solidFill>
                <a:effectLst/>
                <a:latin typeface="Menlo"/>
              </a:rPr>
              <a:t>"blue</a:t>
            </a:r>
            <a:r>
              <a:rPr lang="en-US" altLang="zh-CN" sz="1600" b="0" i="0" dirty="0">
                <a:solidFill>
                  <a:srgbClr val="C93D39"/>
                </a:solidFill>
                <a:effectLst/>
                <a:latin typeface="Menlo"/>
              </a:rPr>
              <a:t>"</a:t>
            </a:r>
            <a:r>
              <a:rPr lang="en-US" altLang="zh-CN" sz="1600" b="0" i="0" dirty="0">
                <a:solidFill>
                  <a:srgbClr val="000000"/>
                </a:solidFill>
                <a:effectLst/>
                <a:latin typeface="Menlo"/>
              </a:rPr>
              <a:t>, </a:t>
            </a:r>
            <a:r>
              <a:rPr lang="en-US" altLang="zh-CN" sz="1600" b="0" i="0" dirty="0">
                <a:solidFill>
                  <a:srgbClr val="C93D39"/>
                </a:solidFill>
                <a:effectLst/>
                <a:latin typeface="Menlo"/>
              </a:rPr>
              <a:t>"black"</a:t>
            </a:r>
            <a:r>
              <a:rPr lang="en-US" altLang="zh-CN" sz="1600" b="0" i="0" dirty="0">
                <a:solidFill>
                  <a:srgbClr val="3B972E"/>
                </a:solidFill>
                <a:effectLst/>
                <a:latin typeface="Menlo"/>
              </a:rPr>
              <a:t>])</a:t>
            </a:r>
            <a:br>
              <a:rPr lang="en-US" altLang="zh-CN" sz="1600" dirty="0"/>
            </a:br>
            <a:r>
              <a:rPr lang="en-US" altLang="zh-CN" sz="1600" b="1" i="0" dirty="0">
                <a:solidFill>
                  <a:srgbClr val="0000A8"/>
                </a:solidFill>
                <a:effectLst/>
                <a:latin typeface="Menlo"/>
              </a:rPr>
              <a:t>Set</a:t>
            </a:r>
            <a:r>
              <a:rPr lang="en-US" altLang="zh-CN" sz="1600" b="0" i="0" dirty="0">
                <a:solidFill>
                  <a:srgbClr val="3B972E"/>
                </a:solidFill>
                <a:effectLst/>
                <a:latin typeface="Menlo"/>
              </a:rPr>
              <a:t>{</a:t>
            </a:r>
            <a:r>
              <a:rPr lang="en-US" altLang="zh-CN" sz="1600" b="1" i="0" dirty="0">
                <a:solidFill>
                  <a:srgbClr val="0000A8"/>
                </a:solidFill>
                <a:effectLst/>
                <a:latin typeface="Menlo"/>
              </a:rPr>
              <a:t>String</a:t>
            </a:r>
            <a:r>
              <a:rPr lang="en-US" altLang="zh-CN" sz="1600" b="0" i="0" dirty="0">
                <a:solidFill>
                  <a:srgbClr val="3B972E"/>
                </a:solidFill>
                <a:effectLst/>
                <a:latin typeface="Menlo"/>
              </a:rPr>
              <a:t>}</a:t>
            </a:r>
            <a:r>
              <a:rPr lang="en-US" altLang="zh-CN" sz="1600" b="0" i="0" dirty="0">
                <a:solidFill>
                  <a:srgbClr val="000000"/>
                </a:solidFill>
                <a:effectLst/>
                <a:latin typeface="Menlo"/>
              </a:rPr>
              <a:t> with 4 elements:</a:t>
            </a:r>
            <a:br>
              <a:rPr lang="en-US" altLang="zh-CN" sz="1600" dirty="0"/>
            </a:br>
            <a:r>
              <a:rPr lang="en-US" altLang="zh-CN" sz="1600" b="0" i="0" dirty="0">
                <a:solidFill>
                  <a:srgbClr val="000000"/>
                </a:solidFill>
                <a:effectLst/>
                <a:latin typeface="Menlo"/>
              </a:rPr>
              <a:t>  </a:t>
            </a:r>
            <a:r>
              <a:rPr lang="en-US" altLang="zh-CN" sz="1600" b="0" i="0" dirty="0">
                <a:solidFill>
                  <a:srgbClr val="C93D39"/>
                </a:solidFill>
                <a:effectLst/>
                <a:latin typeface="Menlo"/>
              </a:rPr>
              <a:t>"blue"</a:t>
            </a:r>
            <a:br>
              <a:rPr lang="en-US" altLang="zh-CN" sz="1600" dirty="0"/>
            </a:br>
            <a:r>
              <a:rPr lang="en-US" altLang="zh-CN" sz="1600" b="0" i="0" dirty="0">
                <a:solidFill>
                  <a:srgbClr val="000000"/>
                </a:solidFill>
                <a:effectLst/>
                <a:latin typeface="Menlo"/>
              </a:rPr>
              <a:t>  </a:t>
            </a:r>
            <a:r>
              <a:rPr lang="en-US" altLang="zh-CN" sz="1600" b="0" i="0" dirty="0">
                <a:solidFill>
                  <a:srgbClr val="C93D39"/>
                </a:solidFill>
                <a:effectLst/>
                <a:latin typeface="Menlo"/>
              </a:rPr>
              <a:t>"green"</a:t>
            </a:r>
            <a:br>
              <a:rPr lang="en-US" altLang="zh-CN" sz="1600" dirty="0"/>
            </a:br>
            <a:r>
              <a:rPr lang="en-US" altLang="zh-CN" sz="1600" b="0" i="0" dirty="0">
                <a:solidFill>
                  <a:srgbClr val="000000"/>
                </a:solidFill>
                <a:effectLst/>
                <a:latin typeface="Menlo"/>
              </a:rPr>
              <a:t>  </a:t>
            </a:r>
            <a:r>
              <a:rPr lang="en-US" altLang="zh-CN" sz="1600" b="0" i="0" dirty="0">
                <a:solidFill>
                  <a:srgbClr val="C93D39"/>
                </a:solidFill>
                <a:effectLst/>
                <a:latin typeface="Menlo"/>
              </a:rPr>
              <a:t>"black"</a:t>
            </a:r>
            <a:br>
              <a:rPr lang="en-US" altLang="zh-CN" sz="1600" dirty="0"/>
            </a:br>
            <a:r>
              <a:rPr lang="en-US" altLang="zh-CN" sz="1600" b="0" i="0" dirty="0">
                <a:solidFill>
                  <a:srgbClr val="000000"/>
                </a:solidFill>
                <a:effectLst/>
                <a:latin typeface="Menlo"/>
              </a:rPr>
              <a:t>  </a:t>
            </a:r>
            <a:r>
              <a:rPr lang="en-US" altLang="zh-CN" sz="1600" b="0" i="0" dirty="0">
                <a:solidFill>
                  <a:srgbClr val="C93D39"/>
                </a:solidFill>
                <a:effectLst/>
                <a:latin typeface="Menlo"/>
              </a:rPr>
              <a:t>"red"</a:t>
            </a:r>
            <a:br>
              <a:rPr lang="en-US" altLang="zh-CN" sz="1600" dirty="0"/>
            </a:br>
            <a:r>
              <a:rPr lang="en-US" altLang="zh-CN" sz="1600" b="0" i="0" dirty="0">
                <a:solidFill>
                  <a:srgbClr val="000000"/>
                </a:solidFill>
                <a:effectLst/>
                <a:latin typeface="Menlo"/>
              </a:rPr>
              <a:t>B= </a:t>
            </a:r>
            <a:r>
              <a:rPr lang="en-US" altLang="zh-CN" sz="1600" b="1" i="0" dirty="0">
                <a:solidFill>
                  <a:srgbClr val="0000A8"/>
                </a:solidFill>
                <a:effectLst/>
                <a:latin typeface="Menlo"/>
              </a:rPr>
              <a:t>Set</a:t>
            </a:r>
            <a:r>
              <a:rPr lang="en-US" altLang="zh-CN" sz="1600" b="0" i="0" dirty="0">
                <a:solidFill>
                  <a:srgbClr val="3B972E"/>
                </a:solidFill>
                <a:effectLst/>
                <a:latin typeface="Menlo"/>
              </a:rPr>
              <a:t>([</a:t>
            </a:r>
            <a:r>
              <a:rPr lang="en-US" altLang="zh-CN" sz="1600" b="0" i="0" dirty="0">
                <a:solidFill>
                  <a:srgbClr val="C93D39"/>
                </a:solidFill>
                <a:effectLst/>
                <a:latin typeface="Menlo"/>
              </a:rPr>
              <a:t>"</a:t>
            </a:r>
            <a:r>
              <a:rPr lang="en-US" altLang="zh-CN" sz="1600" b="0" i="0" dirty="0" err="1">
                <a:solidFill>
                  <a:srgbClr val="C93D39"/>
                </a:solidFill>
                <a:effectLst/>
                <a:latin typeface="Menlo"/>
              </a:rPr>
              <a:t>red"</a:t>
            </a:r>
            <a:r>
              <a:rPr lang="en-US" altLang="zh-CN" sz="1600" b="0" i="0" dirty="0" err="1">
                <a:solidFill>
                  <a:srgbClr val="000000"/>
                </a:solidFill>
                <a:effectLst/>
                <a:latin typeface="Menlo"/>
              </a:rPr>
              <a:t>,</a:t>
            </a:r>
            <a:r>
              <a:rPr lang="en-US" altLang="zh-CN" sz="1600" b="0" i="0" dirty="0" err="1">
                <a:solidFill>
                  <a:srgbClr val="C93D39"/>
                </a:solidFill>
                <a:effectLst/>
                <a:latin typeface="Menlo"/>
              </a:rPr>
              <a:t>"orange"</a:t>
            </a:r>
            <a:r>
              <a:rPr lang="en-US" altLang="zh-CN" sz="1600" b="0" i="0" dirty="0" err="1">
                <a:solidFill>
                  <a:srgbClr val="000000"/>
                </a:solidFill>
                <a:effectLst/>
                <a:latin typeface="Menlo"/>
              </a:rPr>
              <a:t>,</a:t>
            </a:r>
            <a:r>
              <a:rPr lang="en-US" altLang="zh-CN" sz="1600" b="0" i="0" dirty="0" err="1">
                <a:solidFill>
                  <a:srgbClr val="C93D39"/>
                </a:solidFill>
                <a:effectLst/>
                <a:latin typeface="Menlo"/>
              </a:rPr>
              <a:t>"yellow"</a:t>
            </a:r>
            <a:r>
              <a:rPr lang="en-US" altLang="zh-CN" sz="1600" b="0" i="0" dirty="0" err="1">
                <a:solidFill>
                  <a:srgbClr val="000000"/>
                </a:solidFill>
                <a:effectLst/>
                <a:latin typeface="Menlo"/>
              </a:rPr>
              <a:t>,</a:t>
            </a:r>
            <a:r>
              <a:rPr lang="en-US" altLang="zh-CN" sz="1600" b="0" i="0" dirty="0" err="1">
                <a:solidFill>
                  <a:srgbClr val="C93D39"/>
                </a:solidFill>
                <a:effectLst/>
                <a:latin typeface="Menlo"/>
              </a:rPr>
              <a:t>"green"</a:t>
            </a:r>
            <a:r>
              <a:rPr lang="en-US" altLang="zh-CN" sz="1600" b="0" i="0" dirty="0" err="1">
                <a:solidFill>
                  <a:srgbClr val="000000"/>
                </a:solidFill>
                <a:effectLst/>
                <a:latin typeface="Menlo"/>
              </a:rPr>
              <a:t>,</a:t>
            </a:r>
            <a:r>
              <a:rPr lang="en-US" altLang="zh-CN" sz="1600" b="0" i="0" dirty="0" err="1">
                <a:solidFill>
                  <a:srgbClr val="C93D39"/>
                </a:solidFill>
                <a:effectLst/>
                <a:latin typeface="Menlo"/>
              </a:rPr>
              <a:t>"blue"</a:t>
            </a:r>
            <a:r>
              <a:rPr lang="en-US" altLang="zh-CN" sz="1600" b="0" i="0" dirty="0" err="1">
                <a:solidFill>
                  <a:srgbClr val="000000"/>
                </a:solidFill>
                <a:effectLst/>
                <a:latin typeface="Menlo"/>
              </a:rPr>
              <a:t>,</a:t>
            </a:r>
            <a:r>
              <a:rPr lang="en-US" altLang="zh-CN" sz="1600" b="0" i="0" dirty="0" err="1">
                <a:solidFill>
                  <a:srgbClr val="C93D39"/>
                </a:solidFill>
                <a:effectLst/>
                <a:latin typeface="Menlo"/>
              </a:rPr>
              <a:t>"indigo"</a:t>
            </a:r>
            <a:r>
              <a:rPr lang="en-US" altLang="zh-CN" sz="1600" b="0" i="0" dirty="0" err="1">
                <a:solidFill>
                  <a:srgbClr val="000000"/>
                </a:solidFill>
                <a:effectLst/>
                <a:latin typeface="Menlo"/>
              </a:rPr>
              <a:t>,</a:t>
            </a:r>
            <a:r>
              <a:rPr lang="en-US" altLang="zh-CN" sz="1600" b="0" i="0" dirty="0" err="1">
                <a:solidFill>
                  <a:srgbClr val="C93D39"/>
                </a:solidFill>
                <a:effectLst/>
                <a:latin typeface="Menlo"/>
              </a:rPr>
              <a:t>"violet</a:t>
            </a:r>
            <a:r>
              <a:rPr lang="en-US" altLang="zh-CN" sz="1600" b="0" i="0" dirty="0">
                <a:solidFill>
                  <a:srgbClr val="C93D39"/>
                </a:solidFill>
                <a:effectLst/>
                <a:latin typeface="Menlo"/>
              </a:rPr>
              <a:t>"</a:t>
            </a:r>
            <a:r>
              <a:rPr lang="en-US" altLang="zh-CN" sz="1600" b="0" i="0" dirty="0">
                <a:solidFill>
                  <a:srgbClr val="3B972E"/>
                </a:solidFill>
                <a:effectLst/>
                <a:latin typeface="Menlo"/>
              </a:rPr>
              <a:t>])</a:t>
            </a:r>
            <a:br>
              <a:rPr lang="en-US" altLang="zh-CN" sz="1600" dirty="0"/>
            </a:br>
            <a:r>
              <a:rPr lang="en-US" altLang="zh-CN" sz="1600" b="1" i="0" dirty="0">
                <a:solidFill>
                  <a:srgbClr val="0000A8"/>
                </a:solidFill>
                <a:effectLst/>
                <a:latin typeface="Menlo"/>
              </a:rPr>
              <a:t>Set</a:t>
            </a:r>
            <a:r>
              <a:rPr lang="en-US" altLang="zh-CN" sz="1600" b="0" i="0" dirty="0">
                <a:solidFill>
                  <a:srgbClr val="3B972E"/>
                </a:solidFill>
                <a:effectLst/>
                <a:latin typeface="Menlo"/>
              </a:rPr>
              <a:t>{</a:t>
            </a:r>
            <a:r>
              <a:rPr lang="en-US" altLang="zh-CN" sz="1600" b="1" i="0" dirty="0">
                <a:solidFill>
                  <a:srgbClr val="0000A8"/>
                </a:solidFill>
                <a:effectLst/>
                <a:latin typeface="Menlo"/>
              </a:rPr>
              <a:t>String</a:t>
            </a:r>
            <a:r>
              <a:rPr lang="en-US" altLang="zh-CN" sz="1600" b="0" i="0" dirty="0">
                <a:solidFill>
                  <a:srgbClr val="3B972E"/>
                </a:solidFill>
                <a:effectLst/>
                <a:latin typeface="Menlo"/>
              </a:rPr>
              <a:t>}</a:t>
            </a:r>
            <a:r>
              <a:rPr lang="en-US" altLang="zh-CN" sz="1600" b="0" i="0" dirty="0">
                <a:solidFill>
                  <a:srgbClr val="000000"/>
                </a:solidFill>
                <a:effectLst/>
                <a:latin typeface="Menlo"/>
              </a:rPr>
              <a:t> with 7 elements:</a:t>
            </a:r>
            <a:br>
              <a:rPr lang="en-US" altLang="zh-CN" sz="1600" dirty="0"/>
            </a:br>
            <a:r>
              <a:rPr lang="en-US" altLang="zh-CN" sz="1600" b="0" i="0" dirty="0">
                <a:solidFill>
                  <a:srgbClr val="000000"/>
                </a:solidFill>
                <a:effectLst/>
                <a:latin typeface="Menlo"/>
              </a:rPr>
              <a:t>  </a:t>
            </a:r>
            <a:r>
              <a:rPr lang="en-US" altLang="zh-CN" sz="1600" b="0" i="0" dirty="0">
                <a:solidFill>
                  <a:srgbClr val="C93D39"/>
                </a:solidFill>
                <a:effectLst/>
                <a:latin typeface="Menlo"/>
              </a:rPr>
              <a:t>"indigo"</a:t>
            </a:r>
            <a:br>
              <a:rPr lang="en-US" altLang="zh-CN" sz="1600" dirty="0"/>
            </a:br>
            <a:r>
              <a:rPr lang="en-US" altLang="zh-CN" sz="1600" b="0" i="0" dirty="0">
                <a:solidFill>
                  <a:srgbClr val="000000"/>
                </a:solidFill>
                <a:effectLst/>
                <a:latin typeface="Menlo"/>
              </a:rPr>
              <a:t>  </a:t>
            </a:r>
            <a:r>
              <a:rPr lang="en-US" altLang="zh-CN" sz="1600" b="0" i="0" dirty="0">
                <a:solidFill>
                  <a:srgbClr val="C93D39"/>
                </a:solidFill>
                <a:effectLst/>
                <a:latin typeface="Menlo"/>
              </a:rPr>
              <a:t>"yellow"</a:t>
            </a:r>
            <a:br>
              <a:rPr lang="en-US" altLang="zh-CN" sz="1600" dirty="0"/>
            </a:br>
            <a:r>
              <a:rPr lang="en-US" altLang="zh-CN" sz="1600" b="0" i="0" dirty="0">
                <a:solidFill>
                  <a:srgbClr val="000000"/>
                </a:solidFill>
                <a:effectLst/>
                <a:latin typeface="Menlo"/>
              </a:rPr>
              <a:t>  </a:t>
            </a:r>
            <a:r>
              <a:rPr lang="en-US" altLang="zh-CN" sz="1600" b="0" i="0" dirty="0">
                <a:solidFill>
                  <a:srgbClr val="C93D39"/>
                </a:solidFill>
                <a:effectLst/>
                <a:latin typeface="Menlo"/>
              </a:rPr>
              <a:t>"orange"</a:t>
            </a:r>
            <a:br>
              <a:rPr lang="en-US" altLang="zh-CN" sz="1600" dirty="0"/>
            </a:br>
            <a:r>
              <a:rPr lang="en-US" altLang="zh-CN" sz="1600" b="0" i="0" dirty="0">
                <a:solidFill>
                  <a:srgbClr val="000000"/>
                </a:solidFill>
                <a:effectLst/>
                <a:latin typeface="Menlo"/>
              </a:rPr>
              <a:t>  </a:t>
            </a:r>
            <a:r>
              <a:rPr lang="en-US" altLang="zh-CN" sz="1600" b="0" i="0" dirty="0">
                <a:solidFill>
                  <a:srgbClr val="C93D39"/>
                </a:solidFill>
                <a:effectLst/>
                <a:latin typeface="Menlo"/>
              </a:rPr>
              <a:t>"blue"</a:t>
            </a:r>
            <a:br>
              <a:rPr lang="en-US" altLang="zh-CN" sz="1600" dirty="0"/>
            </a:br>
            <a:r>
              <a:rPr lang="en-US" altLang="zh-CN" sz="1600" b="0" i="0" dirty="0">
                <a:solidFill>
                  <a:srgbClr val="000000"/>
                </a:solidFill>
                <a:effectLst/>
                <a:latin typeface="Menlo"/>
              </a:rPr>
              <a:t>  </a:t>
            </a:r>
            <a:r>
              <a:rPr lang="en-US" altLang="zh-CN" sz="1600" b="0" i="0" dirty="0">
                <a:solidFill>
                  <a:srgbClr val="C93D39"/>
                </a:solidFill>
                <a:effectLst/>
                <a:latin typeface="Menlo"/>
              </a:rPr>
              <a:t>"violet"</a:t>
            </a:r>
            <a:br>
              <a:rPr lang="en-US" altLang="zh-CN" sz="1600" dirty="0"/>
            </a:br>
            <a:r>
              <a:rPr lang="en-US" altLang="zh-CN" sz="1600" b="0" i="0" dirty="0">
                <a:solidFill>
                  <a:srgbClr val="000000"/>
                </a:solidFill>
                <a:effectLst/>
                <a:latin typeface="Menlo"/>
              </a:rPr>
              <a:t>  </a:t>
            </a:r>
            <a:r>
              <a:rPr lang="en-US" altLang="zh-CN" sz="1600" b="0" i="0" dirty="0">
                <a:solidFill>
                  <a:srgbClr val="C93D39"/>
                </a:solidFill>
                <a:effectLst/>
                <a:latin typeface="Menlo"/>
              </a:rPr>
              <a:t>"green"</a:t>
            </a:r>
            <a:br>
              <a:rPr lang="en-US" altLang="zh-CN" sz="1600" dirty="0"/>
            </a:br>
            <a:r>
              <a:rPr lang="en-US" altLang="zh-CN" sz="1600" b="0" i="0" dirty="0">
                <a:solidFill>
                  <a:srgbClr val="000000"/>
                </a:solidFill>
                <a:effectLst/>
                <a:latin typeface="Menlo"/>
              </a:rPr>
              <a:t>  </a:t>
            </a:r>
            <a:r>
              <a:rPr lang="en-US" altLang="zh-CN" sz="1600" b="0" i="0" dirty="0">
                <a:solidFill>
                  <a:srgbClr val="C93D39"/>
                </a:solidFill>
                <a:effectLst/>
                <a:latin typeface="Menlo"/>
              </a:rPr>
              <a:t>"red"</a:t>
            </a:r>
            <a:endParaRPr lang="en-US" altLang="zh-CN" sz="1600" dirty="0">
              <a:solidFill>
                <a:srgbClr val="002060"/>
              </a:solidFill>
            </a:endParaRPr>
          </a:p>
        </p:txBody>
      </p:sp>
      <p:sp>
        <p:nvSpPr>
          <p:cNvPr id="7" name="文本框 6">
            <a:extLst>
              <a:ext uri="{FF2B5EF4-FFF2-40B4-BE49-F238E27FC236}">
                <a16:creationId xmlns:a16="http://schemas.microsoft.com/office/drawing/2014/main" id="{A08527B4-F5D2-54E8-B194-B3CB2A4417CF}"/>
              </a:ext>
            </a:extLst>
          </p:cNvPr>
          <p:cNvSpPr txBox="1"/>
          <p:nvPr/>
        </p:nvSpPr>
        <p:spPr>
          <a:xfrm>
            <a:off x="4940597" y="746374"/>
            <a:ext cx="4203403" cy="3785652"/>
          </a:xfrm>
          <a:prstGeom prst="rect">
            <a:avLst/>
          </a:prstGeom>
          <a:noFill/>
        </p:spPr>
        <p:txBody>
          <a:bodyPr wrap="square">
            <a:spAutoFit/>
          </a:bodyPr>
          <a:lstStyle/>
          <a:p>
            <a:r>
              <a:rPr lang="en-US" altLang="zh-CN" sz="1600" b="0" i="0" dirty="0">
                <a:solidFill>
                  <a:srgbClr val="000000"/>
                </a:solidFill>
                <a:effectLst/>
                <a:latin typeface="Menlo"/>
              </a:rPr>
              <a:t>julia</a:t>
            </a:r>
            <a:r>
              <a:rPr lang="en-US" altLang="zh-CN" sz="1600" b="0" i="0" dirty="0">
                <a:solidFill>
                  <a:srgbClr val="6BAB5B"/>
                </a:solidFill>
                <a:effectLst/>
                <a:latin typeface="Menlo"/>
              </a:rPr>
              <a:t>&gt;</a:t>
            </a:r>
            <a:r>
              <a:rPr lang="en-US" altLang="zh-CN" sz="1600" b="0" i="0" dirty="0">
                <a:solidFill>
                  <a:srgbClr val="000000"/>
                </a:solidFill>
                <a:effectLst/>
                <a:latin typeface="Menlo"/>
              </a:rPr>
              <a:t> </a:t>
            </a:r>
            <a:r>
              <a:rPr lang="en-US" altLang="zh-CN" sz="1600" b="1" i="0" dirty="0">
                <a:solidFill>
                  <a:srgbClr val="0000A8"/>
                </a:solidFill>
                <a:effectLst/>
                <a:latin typeface="Menlo"/>
              </a:rPr>
              <a:t>union</a:t>
            </a:r>
            <a:r>
              <a:rPr lang="en-US" altLang="zh-CN" sz="1600" b="0" i="0" dirty="0">
                <a:solidFill>
                  <a:srgbClr val="3B972E"/>
                </a:solidFill>
                <a:effectLst/>
                <a:latin typeface="Menlo"/>
              </a:rPr>
              <a:t>(</a:t>
            </a:r>
            <a:r>
              <a:rPr lang="en-US" altLang="zh-CN" sz="1600" b="0" i="0" dirty="0">
                <a:solidFill>
                  <a:srgbClr val="000000"/>
                </a:solidFill>
                <a:effectLst/>
                <a:latin typeface="Menlo"/>
              </a:rPr>
              <a:t>A, B</a:t>
            </a:r>
            <a:r>
              <a:rPr lang="en-US" altLang="zh-CN" sz="1600" b="0" i="0" dirty="0">
                <a:solidFill>
                  <a:srgbClr val="3B972E"/>
                </a:solidFill>
                <a:effectLst/>
                <a:latin typeface="Menlo"/>
              </a:rPr>
              <a:t>)  # A</a:t>
            </a:r>
            <a:r>
              <a:rPr lang="zh-CN" altLang="en-US" sz="1600" b="0" i="0" dirty="0">
                <a:solidFill>
                  <a:srgbClr val="3B972E"/>
                </a:solidFill>
                <a:effectLst/>
                <a:latin typeface="Menlo"/>
              </a:rPr>
              <a:t>和</a:t>
            </a:r>
            <a:r>
              <a:rPr lang="en-US" altLang="zh-CN" sz="1600" b="0" i="0" dirty="0">
                <a:solidFill>
                  <a:srgbClr val="3B972E"/>
                </a:solidFill>
                <a:effectLst/>
                <a:latin typeface="Menlo"/>
              </a:rPr>
              <a:t>B</a:t>
            </a:r>
            <a:r>
              <a:rPr lang="zh-CN" altLang="en-US" sz="1600" b="0" i="0" dirty="0">
                <a:solidFill>
                  <a:srgbClr val="3B972E"/>
                </a:solidFill>
                <a:effectLst/>
                <a:latin typeface="Menlo"/>
              </a:rPr>
              <a:t>并集</a:t>
            </a:r>
            <a:br>
              <a:rPr lang="en-US" altLang="zh-CN" sz="1600" dirty="0"/>
            </a:br>
            <a:r>
              <a:rPr lang="en-US" altLang="zh-CN" sz="1600" b="1" i="0" dirty="0">
                <a:solidFill>
                  <a:srgbClr val="0000A8"/>
                </a:solidFill>
                <a:effectLst/>
                <a:latin typeface="Menlo"/>
              </a:rPr>
              <a:t>Set</a:t>
            </a:r>
            <a:r>
              <a:rPr lang="en-US" altLang="zh-CN" sz="1600" b="0" i="0" dirty="0">
                <a:solidFill>
                  <a:srgbClr val="3B972E"/>
                </a:solidFill>
                <a:effectLst/>
                <a:latin typeface="Menlo"/>
              </a:rPr>
              <a:t>{</a:t>
            </a:r>
            <a:r>
              <a:rPr lang="en-US" altLang="zh-CN" sz="1600" b="1" i="0" dirty="0">
                <a:solidFill>
                  <a:srgbClr val="0000A8"/>
                </a:solidFill>
                <a:effectLst/>
                <a:latin typeface="Menlo"/>
              </a:rPr>
              <a:t>String</a:t>
            </a:r>
            <a:r>
              <a:rPr lang="en-US" altLang="zh-CN" sz="1600" b="0" i="0" dirty="0">
                <a:solidFill>
                  <a:srgbClr val="3B972E"/>
                </a:solidFill>
                <a:effectLst/>
                <a:latin typeface="Menlo"/>
              </a:rPr>
              <a:t>}</a:t>
            </a:r>
            <a:r>
              <a:rPr lang="en-US" altLang="zh-CN" sz="1600" b="0" i="0" dirty="0">
                <a:solidFill>
                  <a:srgbClr val="000000"/>
                </a:solidFill>
                <a:effectLst/>
                <a:latin typeface="Menlo"/>
              </a:rPr>
              <a:t> with 8 elements:</a:t>
            </a:r>
            <a:br>
              <a:rPr lang="en-US" altLang="zh-CN" sz="1600" dirty="0"/>
            </a:br>
            <a:r>
              <a:rPr lang="en-US" altLang="zh-CN" sz="1600" b="0" i="0" dirty="0">
                <a:solidFill>
                  <a:srgbClr val="000000"/>
                </a:solidFill>
                <a:effectLst/>
                <a:latin typeface="Menlo"/>
              </a:rPr>
              <a:t>  </a:t>
            </a:r>
            <a:r>
              <a:rPr lang="en-US" altLang="zh-CN" sz="1600" b="0" i="0" dirty="0">
                <a:solidFill>
                  <a:srgbClr val="C93D39"/>
                </a:solidFill>
                <a:effectLst/>
                <a:latin typeface="Menlo"/>
              </a:rPr>
              <a:t>"indigo"</a:t>
            </a:r>
            <a:br>
              <a:rPr lang="en-US" altLang="zh-CN" sz="1600" dirty="0"/>
            </a:br>
            <a:r>
              <a:rPr lang="en-US" altLang="zh-CN" sz="1600" b="0" i="0" dirty="0">
                <a:solidFill>
                  <a:srgbClr val="000000"/>
                </a:solidFill>
                <a:effectLst/>
                <a:latin typeface="Menlo"/>
              </a:rPr>
              <a:t>  </a:t>
            </a:r>
            <a:r>
              <a:rPr lang="en-US" altLang="zh-CN" sz="1600" b="0" i="0" dirty="0">
                <a:solidFill>
                  <a:srgbClr val="C93D39"/>
                </a:solidFill>
                <a:effectLst/>
                <a:latin typeface="Menlo"/>
              </a:rPr>
              <a:t>"green"</a:t>
            </a:r>
            <a:br>
              <a:rPr lang="en-US" altLang="zh-CN" sz="1600" dirty="0"/>
            </a:br>
            <a:r>
              <a:rPr lang="en-US" altLang="zh-CN" sz="1600" b="0" i="0" dirty="0">
                <a:solidFill>
                  <a:srgbClr val="000000"/>
                </a:solidFill>
                <a:effectLst/>
                <a:latin typeface="Menlo"/>
              </a:rPr>
              <a:t>  </a:t>
            </a:r>
            <a:r>
              <a:rPr lang="en-US" altLang="zh-CN" sz="1600" b="0" i="0" dirty="0">
                <a:solidFill>
                  <a:srgbClr val="C93D39"/>
                </a:solidFill>
                <a:effectLst/>
                <a:latin typeface="Menlo"/>
              </a:rPr>
              <a:t>"black"</a:t>
            </a:r>
            <a:br>
              <a:rPr lang="en-US" altLang="zh-CN" sz="1600" dirty="0"/>
            </a:br>
            <a:r>
              <a:rPr lang="en-US" altLang="zh-CN" sz="1600" b="0" i="0" dirty="0">
                <a:solidFill>
                  <a:srgbClr val="000000"/>
                </a:solidFill>
                <a:effectLst/>
                <a:latin typeface="Menlo"/>
              </a:rPr>
              <a:t>  </a:t>
            </a:r>
            <a:r>
              <a:rPr lang="en-US" altLang="zh-CN" sz="1600" b="0" i="0" dirty="0">
                <a:solidFill>
                  <a:srgbClr val="C93D39"/>
                </a:solidFill>
                <a:effectLst/>
                <a:latin typeface="Menlo"/>
              </a:rPr>
              <a:t>"yellow"</a:t>
            </a:r>
            <a:br>
              <a:rPr lang="en-US" altLang="zh-CN" sz="1600" dirty="0"/>
            </a:br>
            <a:r>
              <a:rPr lang="en-US" altLang="zh-CN" sz="1600" b="0" i="0" dirty="0">
                <a:solidFill>
                  <a:srgbClr val="000000"/>
                </a:solidFill>
                <a:effectLst/>
                <a:latin typeface="Menlo"/>
              </a:rPr>
              <a:t>  </a:t>
            </a:r>
            <a:r>
              <a:rPr lang="en-US" altLang="zh-CN" sz="1600" b="0" i="0" dirty="0">
                <a:solidFill>
                  <a:srgbClr val="C93D39"/>
                </a:solidFill>
                <a:effectLst/>
                <a:latin typeface="Menlo"/>
              </a:rPr>
              <a:t>"orange"</a:t>
            </a:r>
            <a:br>
              <a:rPr lang="en-US" altLang="zh-CN" sz="1600" dirty="0"/>
            </a:br>
            <a:r>
              <a:rPr lang="en-US" altLang="zh-CN" sz="1600" b="0" i="0" dirty="0">
                <a:solidFill>
                  <a:srgbClr val="000000"/>
                </a:solidFill>
                <a:effectLst/>
                <a:latin typeface="Menlo"/>
              </a:rPr>
              <a:t>  </a:t>
            </a:r>
            <a:r>
              <a:rPr lang="en-US" altLang="zh-CN" sz="1600" b="0" i="0" dirty="0">
                <a:solidFill>
                  <a:srgbClr val="C93D39"/>
                </a:solidFill>
                <a:effectLst/>
                <a:latin typeface="Menlo"/>
              </a:rPr>
              <a:t>"blue"</a:t>
            </a:r>
            <a:br>
              <a:rPr lang="en-US" altLang="zh-CN" sz="1600" dirty="0"/>
            </a:br>
            <a:r>
              <a:rPr lang="en-US" altLang="zh-CN" sz="1600" b="0" i="0" dirty="0">
                <a:solidFill>
                  <a:srgbClr val="000000"/>
                </a:solidFill>
                <a:effectLst/>
                <a:latin typeface="Menlo"/>
              </a:rPr>
              <a:t>  </a:t>
            </a:r>
            <a:r>
              <a:rPr lang="en-US" altLang="zh-CN" sz="1600" b="0" i="0" dirty="0">
                <a:solidFill>
                  <a:srgbClr val="C93D39"/>
                </a:solidFill>
                <a:effectLst/>
                <a:latin typeface="Menlo"/>
              </a:rPr>
              <a:t>"violet"</a:t>
            </a:r>
            <a:br>
              <a:rPr lang="en-US" altLang="zh-CN" sz="1600" dirty="0"/>
            </a:br>
            <a:r>
              <a:rPr lang="en-US" altLang="zh-CN" sz="1600" b="0" i="0" dirty="0">
                <a:solidFill>
                  <a:srgbClr val="000000"/>
                </a:solidFill>
                <a:effectLst/>
                <a:latin typeface="Menlo"/>
              </a:rPr>
              <a:t>  </a:t>
            </a:r>
            <a:r>
              <a:rPr lang="en-US" altLang="zh-CN" sz="1600" b="0" i="0" dirty="0">
                <a:solidFill>
                  <a:srgbClr val="C93D39"/>
                </a:solidFill>
                <a:effectLst/>
                <a:latin typeface="Menlo"/>
              </a:rPr>
              <a:t>"red“</a:t>
            </a:r>
          </a:p>
          <a:p>
            <a:r>
              <a:rPr lang="en-US" altLang="zh-CN" sz="1600" b="0" i="0" dirty="0">
                <a:solidFill>
                  <a:srgbClr val="000000"/>
                </a:solidFill>
                <a:effectLst/>
                <a:latin typeface="Menlo"/>
              </a:rPr>
              <a:t>julia</a:t>
            </a:r>
            <a:r>
              <a:rPr lang="en-US" altLang="zh-CN" sz="1600" b="0" i="0" dirty="0">
                <a:solidFill>
                  <a:srgbClr val="6BAB5B"/>
                </a:solidFill>
                <a:effectLst/>
                <a:latin typeface="Menlo"/>
              </a:rPr>
              <a:t>&gt;</a:t>
            </a:r>
            <a:r>
              <a:rPr lang="en-US" altLang="zh-CN" sz="1600" b="0" i="0" dirty="0">
                <a:solidFill>
                  <a:srgbClr val="000000"/>
                </a:solidFill>
                <a:effectLst/>
                <a:latin typeface="Menlo"/>
              </a:rPr>
              <a:t> </a:t>
            </a:r>
            <a:r>
              <a:rPr lang="en-US" altLang="zh-CN" sz="1600" b="1" i="0" dirty="0">
                <a:solidFill>
                  <a:srgbClr val="0000A8"/>
                </a:solidFill>
                <a:effectLst/>
                <a:latin typeface="Menlo"/>
              </a:rPr>
              <a:t>intersect</a:t>
            </a:r>
            <a:r>
              <a:rPr lang="en-US" altLang="zh-CN" sz="1600" b="0" i="0" dirty="0">
                <a:solidFill>
                  <a:srgbClr val="3B972E"/>
                </a:solidFill>
                <a:effectLst/>
                <a:latin typeface="Menlo"/>
              </a:rPr>
              <a:t>(</a:t>
            </a:r>
            <a:r>
              <a:rPr lang="en-US" altLang="zh-CN" sz="1600" b="0" i="0" dirty="0">
                <a:solidFill>
                  <a:srgbClr val="000000"/>
                </a:solidFill>
                <a:effectLst/>
                <a:latin typeface="Menlo"/>
              </a:rPr>
              <a:t>A, B</a:t>
            </a:r>
            <a:r>
              <a:rPr lang="en-US" altLang="zh-CN" sz="1600" b="0" i="0" dirty="0">
                <a:solidFill>
                  <a:srgbClr val="3B972E"/>
                </a:solidFill>
                <a:effectLst/>
                <a:latin typeface="Menlo"/>
              </a:rPr>
              <a:t>)  #A</a:t>
            </a:r>
            <a:r>
              <a:rPr lang="zh-CN" altLang="en-US" sz="1600" b="0" i="0" dirty="0">
                <a:solidFill>
                  <a:srgbClr val="3B972E"/>
                </a:solidFill>
                <a:effectLst/>
                <a:latin typeface="Menlo"/>
              </a:rPr>
              <a:t>和</a:t>
            </a:r>
            <a:r>
              <a:rPr lang="en-US" altLang="zh-CN" sz="1600" b="0" i="0" dirty="0">
                <a:solidFill>
                  <a:srgbClr val="3B972E"/>
                </a:solidFill>
                <a:effectLst/>
                <a:latin typeface="Menlo"/>
              </a:rPr>
              <a:t>B</a:t>
            </a:r>
            <a:r>
              <a:rPr lang="zh-CN" altLang="en-US" sz="1600" b="0" i="0" dirty="0">
                <a:solidFill>
                  <a:srgbClr val="3B972E"/>
                </a:solidFill>
                <a:effectLst/>
                <a:latin typeface="Menlo"/>
              </a:rPr>
              <a:t>交集</a:t>
            </a:r>
            <a:br>
              <a:rPr lang="en-US" altLang="zh-CN" sz="1600" dirty="0"/>
            </a:br>
            <a:r>
              <a:rPr lang="en-US" altLang="zh-CN" sz="1600" b="1" i="0" dirty="0">
                <a:solidFill>
                  <a:srgbClr val="0000A8"/>
                </a:solidFill>
                <a:effectLst/>
                <a:latin typeface="Menlo"/>
              </a:rPr>
              <a:t>Set</a:t>
            </a:r>
            <a:r>
              <a:rPr lang="en-US" altLang="zh-CN" sz="1600" b="0" i="0" dirty="0">
                <a:solidFill>
                  <a:srgbClr val="3B972E"/>
                </a:solidFill>
                <a:effectLst/>
                <a:latin typeface="Menlo"/>
              </a:rPr>
              <a:t>{</a:t>
            </a:r>
            <a:r>
              <a:rPr lang="en-US" altLang="zh-CN" sz="1600" b="1" i="0" dirty="0">
                <a:solidFill>
                  <a:srgbClr val="0000A8"/>
                </a:solidFill>
                <a:effectLst/>
                <a:latin typeface="Menlo"/>
              </a:rPr>
              <a:t>String</a:t>
            </a:r>
            <a:r>
              <a:rPr lang="en-US" altLang="zh-CN" sz="1600" b="0" i="0" dirty="0">
                <a:solidFill>
                  <a:srgbClr val="3B972E"/>
                </a:solidFill>
                <a:effectLst/>
                <a:latin typeface="Menlo"/>
              </a:rPr>
              <a:t>}</a:t>
            </a:r>
            <a:r>
              <a:rPr lang="en-US" altLang="zh-CN" sz="1600" b="0" i="0" dirty="0">
                <a:solidFill>
                  <a:srgbClr val="000000"/>
                </a:solidFill>
                <a:effectLst/>
                <a:latin typeface="Menlo"/>
              </a:rPr>
              <a:t> with 3 elements:</a:t>
            </a:r>
            <a:br>
              <a:rPr lang="en-US" altLang="zh-CN" sz="1600" dirty="0"/>
            </a:br>
            <a:r>
              <a:rPr lang="en-US" altLang="zh-CN" sz="1600" b="0" i="0" dirty="0">
                <a:solidFill>
                  <a:srgbClr val="000000"/>
                </a:solidFill>
                <a:effectLst/>
                <a:latin typeface="Menlo"/>
              </a:rPr>
              <a:t>  </a:t>
            </a:r>
            <a:r>
              <a:rPr lang="en-US" altLang="zh-CN" sz="1600" b="0" i="0" dirty="0">
                <a:solidFill>
                  <a:srgbClr val="C93D39"/>
                </a:solidFill>
                <a:effectLst/>
                <a:latin typeface="Menlo"/>
              </a:rPr>
              <a:t>"blue"</a:t>
            </a:r>
            <a:br>
              <a:rPr lang="en-US" altLang="zh-CN" sz="1600" dirty="0"/>
            </a:br>
            <a:r>
              <a:rPr lang="en-US" altLang="zh-CN" sz="1600" b="0" i="0" dirty="0">
                <a:solidFill>
                  <a:srgbClr val="000000"/>
                </a:solidFill>
                <a:effectLst/>
                <a:latin typeface="Menlo"/>
              </a:rPr>
              <a:t>  </a:t>
            </a:r>
            <a:r>
              <a:rPr lang="en-US" altLang="zh-CN" sz="1600" b="0" i="0" dirty="0">
                <a:solidFill>
                  <a:srgbClr val="C93D39"/>
                </a:solidFill>
                <a:effectLst/>
                <a:latin typeface="Menlo"/>
              </a:rPr>
              <a:t>"green"</a:t>
            </a:r>
            <a:br>
              <a:rPr lang="en-US" altLang="zh-CN" sz="1600" dirty="0"/>
            </a:br>
            <a:r>
              <a:rPr lang="en-US" altLang="zh-CN" sz="1600" b="0" i="0" dirty="0">
                <a:solidFill>
                  <a:srgbClr val="000000"/>
                </a:solidFill>
                <a:effectLst/>
                <a:latin typeface="Menlo"/>
              </a:rPr>
              <a:t>  </a:t>
            </a:r>
            <a:r>
              <a:rPr lang="en-US" altLang="zh-CN" sz="1600" b="0" i="0" dirty="0">
                <a:solidFill>
                  <a:srgbClr val="C93D39"/>
                </a:solidFill>
                <a:effectLst/>
                <a:latin typeface="Menlo"/>
              </a:rPr>
              <a:t>"red"</a:t>
            </a:r>
            <a:endParaRPr lang="en-US" altLang="zh-CN" sz="1600" dirty="0">
              <a:solidFill>
                <a:srgbClr val="002060"/>
              </a:solidFill>
            </a:endParaRPr>
          </a:p>
        </p:txBody>
      </p:sp>
      <p:sp>
        <p:nvSpPr>
          <p:cNvPr id="9" name="文本框 8">
            <a:extLst>
              <a:ext uri="{FF2B5EF4-FFF2-40B4-BE49-F238E27FC236}">
                <a16:creationId xmlns:a16="http://schemas.microsoft.com/office/drawing/2014/main" id="{686A3973-C76A-D271-0474-A4D02AFB6A9C}"/>
              </a:ext>
            </a:extLst>
          </p:cNvPr>
          <p:cNvSpPr txBox="1"/>
          <p:nvPr/>
        </p:nvSpPr>
        <p:spPr>
          <a:xfrm>
            <a:off x="6012160" y="1715870"/>
            <a:ext cx="3096344" cy="923330"/>
          </a:xfrm>
          <a:prstGeom prst="rect">
            <a:avLst/>
          </a:prstGeom>
          <a:noFill/>
        </p:spPr>
        <p:txBody>
          <a:bodyPr wrap="square">
            <a:spAutoFit/>
          </a:bodyPr>
          <a:lstStyle/>
          <a:p>
            <a:r>
              <a:rPr lang="en-US" altLang="zh-CN" b="0" i="0" dirty="0">
                <a:solidFill>
                  <a:srgbClr val="000000"/>
                </a:solidFill>
                <a:effectLst/>
                <a:latin typeface="Menlo"/>
              </a:rPr>
              <a:t>julia</a:t>
            </a:r>
            <a:r>
              <a:rPr lang="en-US" altLang="zh-CN" b="0" i="0" dirty="0">
                <a:solidFill>
                  <a:srgbClr val="6BAB5B"/>
                </a:solidFill>
                <a:effectLst/>
                <a:latin typeface="Menlo"/>
              </a:rPr>
              <a:t>&gt;</a:t>
            </a:r>
            <a:r>
              <a:rPr lang="en-US" altLang="zh-CN" b="0" i="0" dirty="0">
                <a:solidFill>
                  <a:srgbClr val="000000"/>
                </a:solidFill>
                <a:effectLst/>
                <a:latin typeface="Menlo"/>
              </a:rPr>
              <a:t> </a:t>
            </a:r>
            <a:r>
              <a:rPr lang="en-US" altLang="zh-CN" b="1" i="0" dirty="0" err="1">
                <a:solidFill>
                  <a:srgbClr val="0000A8"/>
                </a:solidFill>
                <a:effectLst/>
                <a:latin typeface="Menlo"/>
              </a:rPr>
              <a:t>setdiff</a:t>
            </a:r>
            <a:r>
              <a:rPr lang="en-US" altLang="zh-CN" b="0" i="0" dirty="0">
                <a:solidFill>
                  <a:srgbClr val="3B972E"/>
                </a:solidFill>
                <a:effectLst/>
                <a:latin typeface="Menlo"/>
              </a:rPr>
              <a:t>(</a:t>
            </a:r>
            <a:r>
              <a:rPr lang="en-US" altLang="zh-CN" b="0" i="0" dirty="0">
                <a:solidFill>
                  <a:srgbClr val="000000"/>
                </a:solidFill>
                <a:effectLst/>
                <a:latin typeface="Menlo"/>
              </a:rPr>
              <a:t>A, B</a:t>
            </a:r>
            <a:r>
              <a:rPr lang="en-US" altLang="zh-CN" b="0" i="0" dirty="0">
                <a:solidFill>
                  <a:srgbClr val="3B972E"/>
                </a:solidFill>
                <a:effectLst/>
                <a:latin typeface="Menlo"/>
              </a:rPr>
              <a:t>) # A</a:t>
            </a:r>
            <a:r>
              <a:rPr lang="zh-CN" altLang="en-US" b="0" i="0" dirty="0">
                <a:solidFill>
                  <a:srgbClr val="3B972E"/>
                </a:solidFill>
                <a:effectLst/>
                <a:latin typeface="Menlo"/>
              </a:rPr>
              <a:t>和</a:t>
            </a:r>
            <a:r>
              <a:rPr lang="en-US" altLang="zh-CN" b="0" i="0" dirty="0">
                <a:solidFill>
                  <a:srgbClr val="3B972E"/>
                </a:solidFill>
                <a:effectLst/>
                <a:latin typeface="Menlo"/>
              </a:rPr>
              <a:t>B</a:t>
            </a:r>
            <a:r>
              <a:rPr lang="zh-CN" altLang="en-US" b="0" i="0" dirty="0">
                <a:solidFill>
                  <a:srgbClr val="3B972E"/>
                </a:solidFill>
                <a:effectLst/>
                <a:latin typeface="Menlo"/>
              </a:rPr>
              <a:t>差集</a:t>
            </a:r>
            <a:br>
              <a:rPr lang="en-US" altLang="zh-CN" dirty="0"/>
            </a:br>
            <a:r>
              <a:rPr lang="en-US" altLang="zh-CN" b="1" i="0" dirty="0">
                <a:solidFill>
                  <a:srgbClr val="0000A8"/>
                </a:solidFill>
                <a:effectLst/>
                <a:latin typeface="Menlo"/>
              </a:rPr>
              <a:t>Set</a:t>
            </a:r>
            <a:r>
              <a:rPr lang="en-US" altLang="zh-CN" b="0" i="0" dirty="0">
                <a:solidFill>
                  <a:srgbClr val="3B972E"/>
                </a:solidFill>
                <a:effectLst/>
                <a:latin typeface="Menlo"/>
              </a:rPr>
              <a:t>{</a:t>
            </a:r>
            <a:r>
              <a:rPr lang="en-US" altLang="zh-CN" b="1" i="0" dirty="0">
                <a:solidFill>
                  <a:srgbClr val="0000A8"/>
                </a:solidFill>
                <a:effectLst/>
                <a:latin typeface="Menlo"/>
              </a:rPr>
              <a:t>String</a:t>
            </a:r>
            <a:r>
              <a:rPr lang="en-US" altLang="zh-CN" b="0" i="0" dirty="0">
                <a:solidFill>
                  <a:srgbClr val="3B972E"/>
                </a:solidFill>
                <a:effectLst/>
                <a:latin typeface="Menlo"/>
              </a:rPr>
              <a:t>}</a:t>
            </a:r>
            <a:r>
              <a:rPr lang="en-US" altLang="zh-CN" b="0" i="0" dirty="0">
                <a:solidFill>
                  <a:srgbClr val="000000"/>
                </a:solidFill>
                <a:effectLst/>
                <a:latin typeface="Menlo"/>
              </a:rPr>
              <a:t> with 1 element:</a:t>
            </a:r>
            <a:br>
              <a:rPr lang="en-US" altLang="zh-CN" dirty="0"/>
            </a:br>
            <a:r>
              <a:rPr lang="en-US" altLang="zh-CN" b="0" i="0" dirty="0">
                <a:solidFill>
                  <a:srgbClr val="000000"/>
                </a:solidFill>
                <a:effectLst/>
                <a:latin typeface="Menlo"/>
              </a:rPr>
              <a:t>  </a:t>
            </a:r>
            <a:r>
              <a:rPr lang="en-US" altLang="zh-CN" b="0" i="0" dirty="0">
                <a:solidFill>
                  <a:srgbClr val="C93D39"/>
                </a:solidFill>
                <a:effectLst/>
                <a:latin typeface="Menlo"/>
              </a:rPr>
              <a:t>"black"</a:t>
            </a:r>
            <a:endParaRPr lang="zh-CN" altLang="en-US" dirty="0"/>
          </a:p>
        </p:txBody>
      </p:sp>
      <p:sp>
        <p:nvSpPr>
          <p:cNvPr id="10" name="标题 1">
            <a:extLst>
              <a:ext uri="{FF2B5EF4-FFF2-40B4-BE49-F238E27FC236}">
                <a16:creationId xmlns:a16="http://schemas.microsoft.com/office/drawing/2014/main" id="{1F4CD9B1-AD61-480C-B8F7-E06FF2FDC945}"/>
              </a:ext>
            </a:extLst>
          </p:cNvPr>
          <p:cNvSpPr>
            <a:spLocks noGrp="1"/>
          </p:cNvSpPr>
          <p:nvPr>
            <p:ph type="title"/>
          </p:nvPr>
        </p:nvSpPr>
        <p:spPr>
          <a:xfrm>
            <a:off x="1100968" y="0"/>
            <a:ext cx="8034212" cy="1014214"/>
          </a:xfrm>
        </p:spPr>
        <p:txBody>
          <a:bodyPr/>
          <a:lstStyle/>
          <a:p>
            <a:r>
              <a:rPr lang="zh-CN" altLang="zh-CN" dirty="0">
                <a:ea typeface="等线" panose="02010600030101010101" pitchFamily="2" charset="-122"/>
                <a:cs typeface="Times New Roman" panose="02020603050405020304" pitchFamily="18" charset="0"/>
              </a:rPr>
              <a:t>§ </a:t>
            </a:r>
            <a:r>
              <a:rPr lang="en-US" altLang="zh-CN" dirty="0"/>
              <a:t>1.4.5  </a:t>
            </a:r>
            <a:r>
              <a:rPr lang="zh-CN" altLang="en-US" dirty="0"/>
              <a:t>集合</a:t>
            </a:r>
            <a:r>
              <a:rPr lang="en-US" altLang="zh-CN" dirty="0">
                <a:solidFill>
                  <a:srgbClr val="FF0000"/>
                </a:solidFill>
              </a:rPr>
              <a:t>——</a:t>
            </a:r>
            <a:r>
              <a:rPr lang="zh-CN" altLang="en-US" dirty="0">
                <a:solidFill>
                  <a:srgbClr val="FF0000"/>
                </a:solidFill>
              </a:rPr>
              <a:t>常用集合操作示例 </a:t>
            </a:r>
            <a:br>
              <a:rPr lang="zh-CN" altLang="en-US" kern="0" dirty="0">
                <a:solidFill>
                  <a:srgbClr val="FF0000"/>
                </a:solidFill>
              </a:rPr>
            </a:br>
            <a:endParaRPr lang="zh-CN" altLang="en-US" dirty="0"/>
          </a:p>
        </p:txBody>
      </p:sp>
    </p:spTree>
    <p:extLst>
      <p:ext uri="{BB962C8B-B14F-4D97-AF65-F5344CB8AC3E}">
        <p14:creationId xmlns:p14="http://schemas.microsoft.com/office/powerpoint/2010/main" val="362133127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8AC3C6F9-6880-2AA1-22A7-060DF36C91DD}"/>
              </a:ext>
            </a:extLst>
          </p:cNvPr>
          <p:cNvSpPr txBox="1"/>
          <p:nvPr/>
        </p:nvSpPr>
        <p:spPr>
          <a:xfrm>
            <a:off x="107504" y="832812"/>
            <a:ext cx="4621530" cy="3477875"/>
          </a:xfrm>
          <a:prstGeom prst="rect">
            <a:avLst/>
          </a:prstGeom>
          <a:noFill/>
        </p:spPr>
        <p:txBody>
          <a:bodyPr wrap="square">
            <a:spAutoFit/>
          </a:bodyPr>
          <a:lstStyle/>
          <a:p>
            <a:r>
              <a:rPr lang="en-US" altLang="zh-CN" sz="2000" dirty="0"/>
              <a:t>julia&gt; dict1 = </a:t>
            </a:r>
            <a:r>
              <a:rPr lang="en-US" altLang="zh-CN" sz="2000" dirty="0" err="1"/>
              <a:t>Dict</a:t>
            </a:r>
            <a:r>
              <a:rPr lang="en-US" altLang="zh-CN" sz="2000" dirty="0"/>
              <a:t>(100=&gt;"X", 220 =&gt; "Y")</a:t>
            </a:r>
          </a:p>
          <a:p>
            <a:r>
              <a:rPr lang="en-US" altLang="zh-CN" sz="2000" dirty="0" err="1">
                <a:solidFill>
                  <a:srgbClr val="0070C0"/>
                </a:solidFill>
              </a:rPr>
              <a:t>Dict</a:t>
            </a:r>
            <a:r>
              <a:rPr lang="en-US" altLang="zh-CN" sz="2000" dirty="0">
                <a:solidFill>
                  <a:srgbClr val="0070C0"/>
                </a:solidFill>
              </a:rPr>
              <a:t>{Int64,String} with 2 entries:</a:t>
            </a:r>
          </a:p>
          <a:p>
            <a:r>
              <a:rPr lang="en-US" altLang="zh-CN" sz="2000" dirty="0">
                <a:solidFill>
                  <a:srgbClr val="0070C0"/>
                </a:solidFill>
              </a:rPr>
              <a:t> 100 =&gt; "X"</a:t>
            </a:r>
          </a:p>
          <a:p>
            <a:r>
              <a:rPr lang="en-US" altLang="zh-CN" sz="2000" dirty="0">
                <a:solidFill>
                  <a:srgbClr val="0070C0"/>
                </a:solidFill>
              </a:rPr>
              <a:t> 220 =&gt; "Y"</a:t>
            </a:r>
          </a:p>
          <a:p>
            <a:r>
              <a:rPr lang="en-US" altLang="zh-CN" sz="2000" dirty="0"/>
              <a:t> </a:t>
            </a:r>
          </a:p>
          <a:p>
            <a:r>
              <a:rPr lang="en-US" altLang="zh-CN" sz="2000" dirty="0" err="1"/>
              <a:t>julia</a:t>
            </a:r>
            <a:r>
              <a:rPr lang="en-US" altLang="zh-CN" sz="2000" dirty="0"/>
              <a:t>&gt; dict2 = </a:t>
            </a:r>
            <a:r>
              <a:rPr lang="en-US" altLang="zh-CN" sz="2000" dirty="0" err="1"/>
              <a:t>Dict</a:t>
            </a:r>
            <a:r>
              <a:rPr lang="en-US" altLang="zh-CN" sz="2000" dirty="0"/>
              <a:t>(220 =&gt; "Y", 300 =&gt; "Z", 450 =&gt; "W")</a:t>
            </a:r>
          </a:p>
          <a:p>
            <a:r>
              <a:rPr lang="en-US" altLang="zh-CN" sz="2000" dirty="0" err="1">
                <a:solidFill>
                  <a:srgbClr val="0070C0"/>
                </a:solidFill>
              </a:rPr>
              <a:t>Dict</a:t>
            </a:r>
            <a:r>
              <a:rPr lang="en-US" altLang="zh-CN" sz="2000" dirty="0">
                <a:solidFill>
                  <a:srgbClr val="0070C0"/>
                </a:solidFill>
              </a:rPr>
              <a:t>{Int64,String} with 3 entries:</a:t>
            </a:r>
          </a:p>
          <a:p>
            <a:r>
              <a:rPr lang="en-US" altLang="zh-CN" sz="2000" dirty="0">
                <a:solidFill>
                  <a:srgbClr val="0070C0"/>
                </a:solidFill>
              </a:rPr>
              <a:t> 450 =&gt; "W"</a:t>
            </a:r>
          </a:p>
          <a:p>
            <a:r>
              <a:rPr lang="en-US" altLang="zh-CN" sz="2000" dirty="0">
                <a:solidFill>
                  <a:srgbClr val="0070C0"/>
                </a:solidFill>
              </a:rPr>
              <a:t> 220 =&gt; "Y"</a:t>
            </a:r>
          </a:p>
          <a:p>
            <a:r>
              <a:rPr lang="en-US" altLang="zh-CN" sz="2000" dirty="0">
                <a:solidFill>
                  <a:srgbClr val="0070C0"/>
                </a:solidFill>
              </a:rPr>
              <a:t> 300 =&gt; "Z"</a:t>
            </a:r>
            <a:endParaRPr lang="zh-CN" altLang="en-US" sz="2000" dirty="0">
              <a:solidFill>
                <a:srgbClr val="0070C0"/>
              </a:solidFill>
            </a:endParaRPr>
          </a:p>
        </p:txBody>
      </p:sp>
      <p:sp>
        <p:nvSpPr>
          <p:cNvPr id="7" name="文本框 6">
            <a:extLst>
              <a:ext uri="{FF2B5EF4-FFF2-40B4-BE49-F238E27FC236}">
                <a16:creationId xmlns:a16="http://schemas.microsoft.com/office/drawing/2014/main" id="{C0254CCD-3036-1723-C539-E3E4A30662FF}"/>
              </a:ext>
            </a:extLst>
          </p:cNvPr>
          <p:cNvSpPr txBox="1"/>
          <p:nvPr/>
        </p:nvSpPr>
        <p:spPr>
          <a:xfrm>
            <a:off x="4572000" y="1251392"/>
            <a:ext cx="4752528" cy="3323987"/>
          </a:xfrm>
          <a:prstGeom prst="rect">
            <a:avLst/>
          </a:prstGeom>
          <a:noFill/>
        </p:spPr>
        <p:txBody>
          <a:bodyPr wrap="square">
            <a:spAutoFit/>
          </a:bodyPr>
          <a:lstStyle/>
          <a:p>
            <a:r>
              <a:rPr lang="en-US" altLang="zh-CN" sz="2100" b="0" i="0" dirty="0">
                <a:solidFill>
                  <a:srgbClr val="000000"/>
                </a:solidFill>
                <a:effectLst/>
                <a:latin typeface="+mn-ea"/>
                <a:ea typeface="+mn-ea"/>
              </a:rPr>
              <a:t>julia</a:t>
            </a:r>
            <a:r>
              <a:rPr lang="en-US" altLang="zh-CN" sz="2100" b="0" i="0" dirty="0">
                <a:solidFill>
                  <a:srgbClr val="6BAB5B"/>
                </a:solidFill>
                <a:effectLst/>
                <a:latin typeface="+mn-ea"/>
                <a:ea typeface="+mn-ea"/>
              </a:rPr>
              <a:t>&gt;</a:t>
            </a:r>
            <a:r>
              <a:rPr lang="en-US" altLang="zh-CN" sz="2100" b="0" i="0" dirty="0">
                <a:solidFill>
                  <a:srgbClr val="000000"/>
                </a:solidFill>
                <a:effectLst/>
                <a:latin typeface="+mn-ea"/>
                <a:ea typeface="+mn-ea"/>
              </a:rPr>
              <a:t> </a:t>
            </a:r>
            <a:r>
              <a:rPr lang="en-US" altLang="zh-CN" sz="2100" b="1" i="0" dirty="0">
                <a:solidFill>
                  <a:srgbClr val="0000A8"/>
                </a:solidFill>
                <a:effectLst/>
                <a:latin typeface="+mn-ea"/>
                <a:ea typeface="+mn-ea"/>
              </a:rPr>
              <a:t>union</a:t>
            </a:r>
            <a:r>
              <a:rPr lang="en-US" altLang="zh-CN" sz="2100" b="0" i="0" dirty="0">
                <a:solidFill>
                  <a:srgbClr val="3B972E"/>
                </a:solidFill>
                <a:effectLst/>
                <a:latin typeface="+mn-ea"/>
                <a:ea typeface="+mn-ea"/>
              </a:rPr>
              <a:t>(</a:t>
            </a:r>
            <a:r>
              <a:rPr lang="en-US" altLang="zh-CN" sz="2100" b="0" i="0" dirty="0">
                <a:solidFill>
                  <a:srgbClr val="000000"/>
                </a:solidFill>
                <a:effectLst/>
                <a:latin typeface="+mn-ea"/>
                <a:ea typeface="+mn-ea"/>
              </a:rPr>
              <a:t>dict1, dict2</a:t>
            </a:r>
            <a:r>
              <a:rPr lang="en-US" altLang="zh-CN" sz="2100" b="0" i="0" dirty="0">
                <a:solidFill>
                  <a:srgbClr val="3B972E"/>
                </a:solidFill>
                <a:effectLst/>
                <a:latin typeface="+mn-ea"/>
                <a:ea typeface="+mn-ea"/>
              </a:rPr>
              <a:t>)</a:t>
            </a:r>
            <a:br>
              <a:rPr lang="en-US" altLang="zh-CN" sz="2100" dirty="0">
                <a:latin typeface="+mn-ea"/>
                <a:ea typeface="+mn-ea"/>
              </a:rPr>
            </a:br>
            <a:r>
              <a:rPr lang="en-US" altLang="zh-CN" sz="2100" dirty="0">
                <a:solidFill>
                  <a:srgbClr val="0070C0"/>
                </a:solidFill>
                <a:latin typeface="+mn-ea"/>
                <a:ea typeface="+mn-ea"/>
              </a:rPr>
              <a:t>4-element Array{Pair{Int64,String},1}:</a:t>
            </a:r>
            <a:br>
              <a:rPr lang="en-US" altLang="zh-CN" sz="2100" dirty="0">
                <a:solidFill>
                  <a:srgbClr val="0070C0"/>
                </a:solidFill>
                <a:latin typeface="+mn-ea"/>
                <a:ea typeface="+mn-ea"/>
              </a:rPr>
            </a:br>
            <a:r>
              <a:rPr lang="en-US" altLang="zh-CN" sz="2100" dirty="0">
                <a:solidFill>
                  <a:srgbClr val="0070C0"/>
                </a:solidFill>
                <a:latin typeface="+mn-ea"/>
                <a:ea typeface="+mn-ea"/>
              </a:rPr>
              <a:t> 100 =&gt; "X"</a:t>
            </a:r>
            <a:br>
              <a:rPr lang="en-US" altLang="zh-CN" sz="2100" dirty="0">
                <a:solidFill>
                  <a:srgbClr val="0070C0"/>
                </a:solidFill>
                <a:latin typeface="+mn-ea"/>
                <a:ea typeface="+mn-ea"/>
              </a:rPr>
            </a:br>
            <a:r>
              <a:rPr lang="en-US" altLang="zh-CN" sz="2100" dirty="0">
                <a:solidFill>
                  <a:srgbClr val="0070C0"/>
                </a:solidFill>
                <a:latin typeface="+mn-ea"/>
                <a:ea typeface="+mn-ea"/>
              </a:rPr>
              <a:t> 220 =&gt; "Y"</a:t>
            </a:r>
            <a:br>
              <a:rPr lang="en-US" altLang="zh-CN" sz="2100" dirty="0">
                <a:solidFill>
                  <a:srgbClr val="0070C0"/>
                </a:solidFill>
                <a:latin typeface="+mn-ea"/>
                <a:ea typeface="+mn-ea"/>
              </a:rPr>
            </a:br>
            <a:r>
              <a:rPr lang="en-US" altLang="zh-CN" sz="2100" dirty="0">
                <a:solidFill>
                  <a:srgbClr val="0070C0"/>
                </a:solidFill>
                <a:latin typeface="+mn-ea"/>
                <a:ea typeface="+mn-ea"/>
              </a:rPr>
              <a:t> 450 =&gt; "W"</a:t>
            </a:r>
            <a:br>
              <a:rPr lang="en-US" altLang="zh-CN" sz="2100" dirty="0">
                <a:solidFill>
                  <a:srgbClr val="0070C0"/>
                </a:solidFill>
                <a:latin typeface="+mn-ea"/>
                <a:ea typeface="+mn-ea"/>
              </a:rPr>
            </a:br>
            <a:r>
              <a:rPr lang="en-US" altLang="zh-CN" sz="2100" dirty="0">
                <a:solidFill>
                  <a:srgbClr val="0070C0"/>
                </a:solidFill>
                <a:latin typeface="+mn-ea"/>
                <a:ea typeface="+mn-ea"/>
              </a:rPr>
              <a:t> 300 =&gt; "Z"</a:t>
            </a:r>
            <a:br>
              <a:rPr lang="en-US" altLang="zh-CN" sz="2100" dirty="0">
                <a:latin typeface="+mn-ea"/>
                <a:ea typeface="+mn-ea"/>
              </a:rPr>
            </a:br>
            <a:r>
              <a:rPr lang="en-US" altLang="zh-CN" sz="2100" b="0" i="0" dirty="0">
                <a:solidFill>
                  <a:srgbClr val="000000"/>
                </a:solidFill>
                <a:effectLst/>
                <a:latin typeface="+mn-ea"/>
                <a:ea typeface="+mn-ea"/>
              </a:rPr>
              <a:t>Intersect</a:t>
            </a:r>
            <a:br>
              <a:rPr lang="en-US" altLang="zh-CN" sz="2100" dirty="0">
                <a:latin typeface="+mn-ea"/>
                <a:ea typeface="+mn-ea"/>
              </a:rPr>
            </a:br>
            <a:r>
              <a:rPr lang="en-US" altLang="zh-CN" sz="2100" b="0" i="0" dirty="0">
                <a:solidFill>
                  <a:srgbClr val="000000"/>
                </a:solidFill>
                <a:effectLst/>
                <a:latin typeface="+mn-ea"/>
                <a:ea typeface="+mn-ea"/>
              </a:rPr>
              <a:t>julia</a:t>
            </a:r>
            <a:r>
              <a:rPr lang="en-US" altLang="zh-CN" sz="2100" b="0" i="0" dirty="0">
                <a:solidFill>
                  <a:srgbClr val="6BAB5B"/>
                </a:solidFill>
                <a:effectLst/>
                <a:latin typeface="+mn-ea"/>
                <a:ea typeface="+mn-ea"/>
              </a:rPr>
              <a:t>&gt;</a:t>
            </a:r>
            <a:r>
              <a:rPr lang="en-US" altLang="zh-CN" sz="2100" b="0" i="0" dirty="0">
                <a:solidFill>
                  <a:srgbClr val="000000"/>
                </a:solidFill>
                <a:effectLst/>
                <a:latin typeface="+mn-ea"/>
                <a:ea typeface="+mn-ea"/>
              </a:rPr>
              <a:t> </a:t>
            </a:r>
            <a:r>
              <a:rPr lang="en-US" altLang="zh-CN" sz="2100" b="1" i="0" dirty="0">
                <a:solidFill>
                  <a:srgbClr val="0000A8"/>
                </a:solidFill>
                <a:effectLst/>
                <a:latin typeface="+mn-ea"/>
                <a:ea typeface="+mn-ea"/>
              </a:rPr>
              <a:t>intersect</a:t>
            </a:r>
            <a:r>
              <a:rPr lang="en-US" altLang="zh-CN" sz="2100" b="0" i="0" dirty="0">
                <a:solidFill>
                  <a:srgbClr val="3B972E"/>
                </a:solidFill>
                <a:effectLst/>
                <a:latin typeface="+mn-ea"/>
                <a:ea typeface="+mn-ea"/>
              </a:rPr>
              <a:t>(</a:t>
            </a:r>
            <a:r>
              <a:rPr lang="en-US" altLang="zh-CN" sz="2100" b="0" i="0" dirty="0">
                <a:solidFill>
                  <a:srgbClr val="000000"/>
                </a:solidFill>
                <a:effectLst/>
                <a:latin typeface="+mn-ea"/>
                <a:ea typeface="+mn-ea"/>
              </a:rPr>
              <a:t>dict1, dict2</a:t>
            </a:r>
            <a:r>
              <a:rPr lang="en-US" altLang="zh-CN" sz="2100" b="0" i="0" dirty="0">
                <a:solidFill>
                  <a:srgbClr val="3B972E"/>
                </a:solidFill>
                <a:effectLst/>
                <a:latin typeface="+mn-ea"/>
                <a:ea typeface="+mn-ea"/>
              </a:rPr>
              <a:t>)</a:t>
            </a:r>
            <a:br>
              <a:rPr lang="en-US" altLang="zh-CN" sz="2100" dirty="0">
                <a:latin typeface="+mn-ea"/>
                <a:ea typeface="+mn-ea"/>
              </a:rPr>
            </a:br>
            <a:r>
              <a:rPr lang="en-US" altLang="zh-CN" sz="2100" dirty="0">
                <a:solidFill>
                  <a:srgbClr val="0070C0"/>
                </a:solidFill>
                <a:latin typeface="+mn-ea"/>
                <a:ea typeface="+mn-ea"/>
              </a:rPr>
              <a:t>1-element Array{Pair{Int64,String},1}:</a:t>
            </a:r>
            <a:br>
              <a:rPr lang="en-US" altLang="zh-CN" sz="2100" dirty="0">
                <a:solidFill>
                  <a:srgbClr val="0070C0"/>
                </a:solidFill>
                <a:latin typeface="+mn-ea"/>
                <a:ea typeface="+mn-ea"/>
              </a:rPr>
            </a:br>
            <a:r>
              <a:rPr lang="en-US" altLang="zh-CN" sz="2100" dirty="0">
                <a:solidFill>
                  <a:srgbClr val="0070C0"/>
                </a:solidFill>
                <a:latin typeface="+mn-ea"/>
                <a:ea typeface="+mn-ea"/>
              </a:rPr>
              <a:t> 220 =&gt; "Y"</a:t>
            </a:r>
            <a:endParaRPr lang="zh-CN" altLang="en-US" sz="2100" dirty="0">
              <a:solidFill>
                <a:srgbClr val="0070C0"/>
              </a:solidFill>
              <a:latin typeface="+mn-ea"/>
              <a:ea typeface="+mn-ea"/>
            </a:endParaRPr>
          </a:p>
        </p:txBody>
      </p:sp>
      <p:sp>
        <p:nvSpPr>
          <p:cNvPr id="6" name="标题 1">
            <a:extLst>
              <a:ext uri="{FF2B5EF4-FFF2-40B4-BE49-F238E27FC236}">
                <a16:creationId xmlns:a16="http://schemas.microsoft.com/office/drawing/2014/main" id="{D5BFC43F-A59C-4D2E-A18B-6A0DE7B66B3D}"/>
              </a:ext>
            </a:extLst>
          </p:cNvPr>
          <p:cNvSpPr txBox="1">
            <a:spLocks/>
          </p:cNvSpPr>
          <p:nvPr/>
        </p:nvSpPr>
        <p:spPr bwMode="auto">
          <a:xfrm>
            <a:off x="1451173" y="234427"/>
            <a:ext cx="6831835" cy="777614"/>
          </a:xfrm>
          <a:prstGeom prst="rect">
            <a:avLst/>
          </a:prstGeom>
          <a:noFill/>
          <a:ln w="9525">
            <a:noFill/>
            <a:miter lim="800000"/>
            <a:headEnd/>
            <a:tailEnd/>
          </a:ln>
        </p:spPr>
        <p:txBody>
          <a:bodyPr vert="horz" wrap="none" lIns="91440" tIns="45720" rIns="91440" bIns="45720" numCol="1" anchor="b" anchorCtr="0" compatLnSpc="1">
            <a:prstTxWarp prst="textNoShape">
              <a:avLst/>
            </a:prstTxWarp>
          </a:bodyPr>
          <a:lstStyle>
            <a:lvl1pPr algn="l" rtl="0" eaLnBrk="0" fontAlgn="base" hangingPunct="0">
              <a:lnSpc>
                <a:spcPct val="85000"/>
              </a:lnSpc>
              <a:spcBef>
                <a:spcPct val="0"/>
              </a:spcBef>
              <a:spcAft>
                <a:spcPct val="0"/>
              </a:spcAft>
              <a:defRPr sz="3200" b="0">
                <a:solidFill>
                  <a:srgbClr val="002060"/>
                </a:solidFill>
                <a:latin typeface="华文楷体" panose="02010600040101010101" pitchFamily="2" charset="-122"/>
                <a:ea typeface="华文楷体" panose="02010600040101010101" pitchFamily="2" charset="-122"/>
                <a:cs typeface="+mj-cs"/>
              </a:defRPr>
            </a:lvl1pPr>
            <a:lvl2pPr algn="l" rtl="0" eaLnBrk="0" fontAlgn="base" hangingPunct="0">
              <a:lnSpc>
                <a:spcPct val="85000"/>
              </a:lnSpc>
              <a:spcBef>
                <a:spcPct val="0"/>
              </a:spcBef>
              <a:spcAft>
                <a:spcPct val="0"/>
              </a:spcAft>
              <a:defRPr sz="3400" b="1">
                <a:solidFill>
                  <a:srgbClr val="002E5C"/>
                </a:solidFill>
                <a:latin typeface="Helvetica" pitchFamily="34" charset="0"/>
              </a:defRPr>
            </a:lvl2pPr>
            <a:lvl3pPr algn="l" rtl="0" eaLnBrk="0" fontAlgn="base" hangingPunct="0">
              <a:lnSpc>
                <a:spcPct val="85000"/>
              </a:lnSpc>
              <a:spcBef>
                <a:spcPct val="0"/>
              </a:spcBef>
              <a:spcAft>
                <a:spcPct val="0"/>
              </a:spcAft>
              <a:defRPr sz="3400" b="1">
                <a:solidFill>
                  <a:srgbClr val="002E5C"/>
                </a:solidFill>
                <a:latin typeface="Helvetica" pitchFamily="34" charset="0"/>
              </a:defRPr>
            </a:lvl3pPr>
            <a:lvl4pPr algn="l" rtl="0" eaLnBrk="0" fontAlgn="base" hangingPunct="0">
              <a:lnSpc>
                <a:spcPct val="85000"/>
              </a:lnSpc>
              <a:spcBef>
                <a:spcPct val="0"/>
              </a:spcBef>
              <a:spcAft>
                <a:spcPct val="0"/>
              </a:spcAft>
              <a:defRPr sz="3400" b="1">
                <a:solidFill>
                  <a:srgbClr val="002E5C"/>
                </a:solidFill>
                <a:latin typeface="Helvetica" pitchFamily="34" charset="0"/>
              </a:defRPr>
            </a:lvl4pPr>
            <a:lvl5pPr algn="l" rtl="0" eaLnBrk="0" fontAlgn="base" hangingPunct="0">
              <a:lnSpc>
                <a:spcPct val="85000"/>
              </a:lnSpc>
              <a:spcBef>
                <a:spcPct val="0"/>
              </a:spcBef>
              <a:spcAft>
                <a:spcPct val="0"/>
              </a:spcAft>
              <a:defRPr sz="3400" b="1">
                <a:solidFill>
                  <a:srgbClr val="002E5C"/>
                </a:solidFill>
                <a:latin typeface="Helvetica" pitchFamily="34" charset="0"/>
              </a:defRPr>
            </a:lvl5pPr>
            <a:lvl6pPr marL="457200" algn="l" rtl="0" eaLnBrk="1" fontAlgn="base" hangingPunct="1">
              <a:lnSpc>
                <a:spcPct val="85000"/>
              </a:lnSpc>
              <a:spcBef>
                <a:spcPct val="0"/>
              </a:spcBef>
              <a:spcAft>
                <a:spcPct val="0"/>
              </a:spcAft>
              <a:defRPr sz="3400" b="1">
                <a:solidFill>
                  <a:srgbClr val="002E5C"/>
                </a:solidFill>
                <a:latin typeface="Helvetica" pitchFamily="34" charset="0"/>
              </a:defRPr>
            </a:lvl6pPr>
            <a:lvl7pPr marL="914400" algn="l" rtl="0" eaLnBrk="1" fontAlgn="base" hangingPunct="1">
              <a:lnSpc>
                <a:spcPct val="85000"/>
              </a:lnSpc>
              <a:spcBef>
                <a:spcPct val="0"/>
              </a:spcBef>
              <a:spcAft>
                <a:spcPct val="0"/>
              </a:spcAft>
              <a:defRPr sz="3400" b="1">
                <a:solidFill>
                  <a:srgbClr val="002E5C"/>
                </a:solidFill>
                <a:latin typeface="Helvetica" pitchFamily="34" charset="0"/>
              </a:defRPr>
            </a:lvl7pPr>
            <a:lvl8pPr marL="1371600" algn="l" rtl="0" eaLnBrk="1" fontAlgn="base" hangingPunct="1">
              <a:lnSpc>
                <a:spcPct val="85000"/>
              </a:lnSpc>
              <a:spcBef>
                <a:spcPct val="0"/>
              </a:spcBef>
              <a:spcAft>
                <a:spcPct val="0"/>
              </a:spcAft>
              <a:defRPr sz="3400" b="1">
                <a:solidFill>
                  <a:srgbClr val="002E5C"/>
                </a:solidFill>
                <a:latin typeface="Helvetica" pitchFamily="34" charset="0"/>
              </a:defRPr>
            </a:lvl8pPr>
            <a:lvl9pPr marL="1828800" algn="l" rtl="0" eaLnBrk="1" fontAlgn="base" hangingPunct="1">
              <a:lnSpc>
                <a:spcPct val="85000"/>
              </a:lnSpc>
              <a:spcBef>
                <a:spcPct val="0"/>
              </a:spcBef>
              <a:spcAft>
                <a:spcPct val="0"/>
              </a:spcAft>
              <a:defRPr sz="3400" b="1">
                <a:solidFill>
                  <a:srgbClr val="002E5C"/>
                </a:solidFill>
                <a:latin typeface="Helvetica" pitchFamily="34" charset="0"/>
              </a:defRPr>
            </a:lvl9pPr>
          </a:lstStyle>
          <a:p>
            <a:endParaRPr lang="en-US" altLang="zh-CN" dirty="0">
              <a:ea typeface="等线" panose="02010600030101010101" pitchFamily="2" charset="-122"/>
              <a:cs typeface="Times New Roman" panose="02020603050405020304" pitchFamily="18" charset="0"/>
            </a:endParaRPr>
          </a:p>
          <a:p>
            <a:r>
              <a:rPr lang="zh-CN" altLang="zh-CN" dirty="0">
                <a:ea typeface="等线" panose="02010600030101010101" pitchFamily="2" charset="-122"/>
                <a:cs typeface="Times New Roman" panose="02020603050405020304" pitchFamily="18" charset="0"/>
              </a:rPr>
              <a:t>§ </a:t>
            </a:r>
            <a:r>
              <a:rPr lang="en-US" altLang="zh-CN" kern="0" dirty="0"/>
              <a:t>1.4.5  </a:t>
            </a:r>
            <a:r>
              <a:rPr lang="zh-CN" altLang="en-US" kern="0" dirty="0"/>
              <a:t>集合</a:t>
            </a:r>
            <a:r>
              <a:rPr lang="en-US" altLang="zh-CN" kern="0" dirty="0">
                <a:solidFill>
                  <a:srgbClr val="FF0000"/>
                </a:solidFill>
              </a:rPr>
              <a:t>——</a:t>
            </a:r>
            <a:r>
              <a:rPr lang="zh-CN" altLang="en-US" sz="2800" b="1" i="0" dirty="0">
                <a:solidFill>
                  <a:srgbClr val="FF0000"/>
                </a:solidFill>
                <a:effectLst/>
                <a:latin typeface="Helvetica Neue"/>
              </a:rPr>
              <a:t>字典与集合常用函数实例</a:t>
            </a:r>
            <a:br>
              <a:rPr lang="zh-CN" altLang="en-US" sz="2800" kern="0" dirty="0">
                <a:solidFill>
                  <a:srgbClr val="FF0000"/>
                </a:solidFill>
              </a:rPr>
            </a:br>
            <a:endParaRPr lang="zh-CN" altLang="en-US" sz="2800" kern="0" dirty="0">
              <a:solidFill>
                <a:srgbClr val="FF0000"/>
              </a:solidFill>
            </a:endParaRPr>
          </a:p>
        </p:txBody>
      </p:sp>
    </p:spTree>
    <p:extLst>
      <p:ext uri="{BB962C8B-B14F-4D97-AF65-F5344CB8AC3E}">
        <p14:creationId xmlns:p14="http://schemas.microsoft.com/office/powerpoint/2010/main" val="1550718249"/>
      </p:ext>
    </p:extLst>
  </p:cSld>
  <p:clrMapOvr>
    <a:masterClrMapping/>
  </p:clrMapOvr>
</p:sld>
</file>

<file path=ppt/theme/theme1.xml><?xml version="1.0" encoding="utf-8"?>
<a:theme xmlns:a="http://schemas.openxmlformats.org/drawingml/2006/main" name="主题1">
  <a:themeElements>
    <a:clrScheme name="darpa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arpa">
      <a:majorFont>
        <a:latin typeface="Helvetica"/>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2700"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177800" marR="0" indent="-177800" algn="ctr" defTabSz="914400" rtl="0" eaLnBrk="0" fontAlgn="base" latinLnBrk="0" hangingPunct="0">
          <a:lnSpc>
            <a:spcPct val="110000"/>
          </a:lnSpc>
          <a:spcBef>
            <a:spcPct val="0"/>
          </a:spcBef>
          <a:spcAft>
            <a:spcPct val="0"/>
          </a:spcAft>
          <a:buClrTx/>
          <a:buSzTx/>
          <a:buFontTx/>
          <a:buNone/>
          <a:tabLst/>
          <a:defRPr kumimoji="0" lang="en-US" sz="1600" b="1"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noFill/>
        <a:ln w="12700"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177800" marR="0" indent="-177800" algn="ctr" defTabSz="914400" rtl="0" eaLnBrk="0" fontAlgn="base" latinLnBrk="0" hangingPunct="0">
          <a:lnSpc>
            <a:spcPct val="110000"/>
          </a:lnSpc>
          <a:spcBef>
            <a:spcPct val="0"/>
          </a:spcBef>
          <a:spcAft>
            <a:spcPct val="0"/>
          </a:spcAft>
          <a:buClrTx/>
          <a:buSzTx/>
          <a:buFontTx/>
          <a:buNone/>
          <a:tabLst/>
          <a:defRPr kumimoji="0" lang="en-US" sz="1600" b="1"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darpa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arpa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arpa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arpa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arpa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arpa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arpa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11596</TotalTime>
  <Pages>154</Pages>
  <Words>6906</Words>
  <Characters>0</Characters>
  <Application>Microsoft Office PowerPoint</Application>
  <DocSecurity>0</DocSecurity>
  <PresentationFormat>全屏显示(16:9)</PresentationFormat>
  <Lines>0</Lines>
  <Paragraphs>864</Paragraphs>
  <Slides>37</Slides>
  <Notes>29</Notes>
  <HiddenSlides>0</HiddenSlides>
  <MMClips>0</MMClips>
  <ScaleCrop>false</ScaleCrop>
  <HeadingPairs>
    <vt:vector size="8" baseType="variant">
      <vt:variant>
        <vt:lpstr>已用的字体</vt:lpstr>
      </vt:variant>
      <vt:variant>
        <vt:i4>24</vt:i4>
      </vt:variant>
      <vt:variant>
        <vt:lpstr>主题</vt:lpstr>
      </vt:variant>
      <vt:variant>
        <vt:i4>1</vt:i4>
      </vt:variant>
      <vt:variant>
        <vt:lpstr>嵌入 OLE 服务器</vt:lpstr>
      </vt:variant>
      <vt:variant>
        <vt:i4>1</vt:i4>
      </vt:variant>
      <vt:variant>
        <vt:lpstr>幻灯片标题</vt:lpstr>
      </vt:variant>
      <vt:variant>
        <vt:i4>37</vt:i4>
      </vt:variant>
    </vt:vector>
  </HeadingPairs>
  <TitlesOfParts>
    <vt:vector size="63" baseType="lpstr">
      <vt:lpstr>-apple-system</vt:lpstr>
      <vt:lpstr>Arial Unicode MS</vt:lpstr>
      <vt:lpstr>Helvetica Neue</vt:lpstr>
      <vt:lpstr>Inter</vt:lpstr>
      <vt:lpstr>Menlo</vt:lpstr>
      <vt:lpstr>SFMono-Regular</vt:lpstr>
      <vt:lpstr>黑体</vt:lpstr>
      <vt:lpstr>华文楷体</vt:lpstr>
      <vt:lpstr>楷体</vt:lpstr>
      <vt:lpstr>隶书</vt:lpstr>
      <vt:lpstr>宋体</vt:lpstr>
      <vt:lpstr>Microsoft YaHei</vt:lpstr>
      <vt:lpstr>Microsoft YaHei</vt:lpstr>
      <vt:lpstr>微软雅黑 Light</vt:lpstr>
      <vt:lpstr>新宋体</vt:lpstr>
      <vt:lpstr>Arial</vt:lpstr>
      <vt:lpstr>Arial Black</vt:lpstr>
      <vt:lpstr>Calibri</vt:lpstr>
      <vt:lpstr>Cambria Math</vt:lpstr>
      <vt:lpstr>Consolas</vt:lpstr>
      <vt:lpstr>Helvetica</vt:lpstr>
      <vt:lpstr>Segoe UI</vt:lpstr>
      <vt:lpstr>Times New Roman</vt:lpstr>
      <vt:lpstr>Wingdings</vt:lpstr>
      <vt:lpstr>主题1</vt:lpstr>
      <vt:lpstr>Equation</vt:lpstr>
      <vt:lpstr>§1. 4 数组 、列表、结构、元组、字典、集合</vt:lpstr>
      <vt:lpstr>§1. 4 .1  数组 和索引</vt:lpstr>
      <vt:lpstr>§1.4.1.1创建一维向量——1. 用方括号[ ]创建</vt:lpstr>
      <vt:lpstr>           </vt:lpstr>
      <vt:lpstr>PowerPoint 演示文稿</vt:lpstr>
      <vt:lpstr>      §1.4.1.2 创建矩阵——1. 方括号[ ]创建  行矩阵</vt:lpstr>
      <vt:lpstr> §1.4.1.2 创建二维矩阵——2. 方括号[ ]创建</vt:lpstr>
      <vt:lpstr> §1.4.1.2 创建向量和矩阵——3.创建线性方程向量和矩阵</vt:lpstr>
      <vt:lpstr>PowerPoint 演示文稿</vt:lpstr>
      <vt:lpstr>PowerPoint 演示文稿</vt:lpstr>
      <vt:lpstr>PowerPoint 演示文稿</vt:lpstr>
      <vt:lpstr>PowerPoint 演示文稿</vt:lpstr>
      <vt:lpstr>PowerPoint 演示文稿</vt:lpstr>
      <vt:lpstr> §1.4.1.4 数组索引——用方括号【】的三种索引和访问方式</vt:lpstr>
      <vt:lpstr> §1.4.1.4 数组索引——冒号在数组索引应用</vt:lpstr>
      <vt:lpstr> §1.4.1.4 数组索引——修改矩阵中元素</vt:lpstr>
      <vt:lpstr>PowerPoint 演示文稿</vt:lpstr>
      <vt:lpstr> §1.4.1.4 数组索引——课堂练习</vt:lpstr>
      <vt:lpstr>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§1.4.4 Julia 元组（tuple）——元组特点创建  ( ) </vt:lpstr>
      <vt:lpstr>§1.4.4 Julia 元组（tuple）——元组特点创建 </vt:lpstr>
      <vt:lpstr>PowerPoint 演示文稿</vt:lpstr>
      <vt:lpstr>PowerPoint 演示文稿</vt:lpstr>
      <vt:lpstr>§1.4.5  集合——Set创建集合  </vt:lpstr>
      <vt:lpstr> </vt:lpstr>
      <vt:lpstr>§ 1.4.5  集合——常用集合操作示例  </vt:lpstr>
      <vt:lpstr>PowerPoint 演示文稿</vt:lpstr>
    </vt:vector>
  </TitlesOfParts>
  <Company>微软中国</Company>
  <LinksUpToDate>false</LinksUpToDate>
  <CharactersWithSpaces>0</CharactersWithSpaces>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li aibin</cp:lastModifiedBy>
  <cp:revision>902</cp:revision>
  <dcterms:modified xsi:type="dcterms:W3CDTF">2025-03-07T09:49:04Z</dcterms:modified>
</cp:coreProperties>
</file>